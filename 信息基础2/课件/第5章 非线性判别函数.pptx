
<file path=[Content_Types].xml><?xml version="1.0" encoding="utf-8"?>
<Types xmlns="http://schemas.openxmlformats.org/package/2006/content-types">
  <Default Extension="jpeg" ContentType="image/jpeg"/>
  <Default Extension="JPG" ContentType="image/.jpg"/>
  <Default Extension="vml" ContentType="application/vnd.openxmlformats-officedocument.vmlDrawing"/>
  <Default Extension="bin" ContentType="application/vnd.openxmlformats-officedocument.oleObject"/>
  <Default Extension="wmf" ContentType="image/x-wmf"/>
  <Default Extension="png" ContentType="image/png"/>
  <Default Extension="gif" ContentType="image/gi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ink/ink1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328" r:id="rId11"/>
    <p:sldId id="264" r:id="rId12"/>
    <p:sldId id="265" r:id="rId13"/>
    <p:sldId id="266" r:id="rId14"/>
    <p:sldId id="327" r:id="rId15"/>
    <p:sldId id="268" r:id="rId16"/>
    <p:sldId id="269" r:id="rId17"/>
    <p:sldId id="270" r:id="rId18"/>
    <p:sldId id="283" r:id="rId19"/>
    <p:sldId id="348" r:id="rId20"/>
    <p:sldId id="284" r:id="rId21"/>
    <p:sldId id="285" r:id="rId22"/>
    <p:sldId id="286" r:id="rId23"/>
    <p:sldId id="287" r:id="rId24"/>
    <p:sldId id="288" r:id="rId25"/>
    <p:sldId id="289" r:id="rId26"/>
    <p:sldId id="271" r:id="rId27"/>
    <p:sldId id="272" r:id="rId28"/>
    <p:sldId id="273" r:id="rId29"/>
    <p:sldId id="274" r:id="rId30"/>
    <p:sldId id="275" r:id="rId31"/>
    <p:sldId id="276" r:id="rId32"/>
    <p:sldId id="277" r:id="rId33"/>
    <p:sldId id="278" r:id="rId34"/>
    <p:sldId id="279" r:id="rId35"/>
    <p:sldId id="280" r:id="rId36"/>
    <p:sldId id="281" r:id="rId37"/>
    <p:sldId id="282" r:id="rId38"/>
    <p:sldId id="303" r:id="rId39"/>
    <p:sldId id="304" r:id="rId40"/>
    <p:sldId id="290" r:id="rId41"/>
    <p:sldId id="291" r:id="rId42"/>
    <p:sldId id="292" r:id="rId43"/>
    <p:sldId id="293" r:id="rId44"/>
    <p:sldId id="38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49" r:id="rId55"/>
  </p:sldIdLst>
  <p:sldSz cx="9144000" cy="6858000" type="screen4x3"/>
  <p:notesSz cx="6858000" cy="9144000"/>
  <p:defaultTextStyle>
    <a:defPPr>
      <a:defRPr lang="zh-CN"/>
    </a:defPPr>
    <a:lvl1pPr marL="0" lvl="0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Tahoma" panose="020B0604030504040204" pitchFamily="34" charset="0"/>
        <a:ea typeface="华文新魏" panose="02010800040101010101" pitchFamily="2" charset="-122"/>
        <a:cs typeface="+mn-cs"/>
      </a:defRPr>
    </a:lvl1pPr>
    <a:lvl2pPr marL="457200" lvl="1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Tahoma" panose="020B0604030504040204" pitchFamily="34" charset="0"/>
        <a:ea typeface="华文新魏" panose="02010800040101010101" pitchFamily="2" charset="-122"/>
        <a:cs typeface="+mn-cs"/>
      </a:defRPr>
    </a:lvl2pPr>
    <a:lvl3pPr marL="914400" lvl="2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Tahoma" panose="020B0604030504040204" pitchFamily="34" charset="0"/>
        <a:ea typeface="华文新魏" panose="02010800040101010101" pitchFamily="2" charset="-122"/>
        <a:cs typeface="+mn-cs"/>
      </a:defRPr>
    </a:lvl3pPr>
    <a:lvl4pPr marL="1371600" lvl="3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Tahoma" panose="020B0604030504040204" pitchFamily="34" charset="0"/>
        <a:ea typeface="华文新魏" panose="02010800040101010101" pitchFamily="2" charset="-122"/>
        <a:cs typeface="+mn-cs"/>
      </a:defRPr>
    </a:lvl4pPr>
    <a:lvl5pPr marL="1828800" lvl="4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Tahoma" panose="020B0604030504040204" pitchFamily="34" charset="0"/>
        <a:ea typeface="华文新魏" panose="02010800040101010101" pitchFamily="2" charset="-122"/>
        <a:cs typeface="+mn-cs"/>
      </a:defRPr>
    </a:lvl5pPr>
    <a:lvl6pPr marL="2286000" lvl="5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Tahoma" panose="020B0604030504040204" pitchFamily="34" charset="0"/>
        <a:ea typeface="华文新魏" panose="02010800040101010101" pitchFamily="2" charset="-122"/>
        <a:cs typeface="+mn-cs"/>
      </a:defRPr>
    </a:lvl6pPr>
    <a:lvl7pPr marL="2743200" lvl="6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Tahoma" panose="020B0604030504040204" pitchFamily="34" charset="0"/>
        <a:ea typeface="华文新魏" panose="02010800040101010101" pitchFamily="2" charset="-122"/>
        <a:cs typeface="+mn-cs"/>
      </a:defRPr>
    </a:lvl7pPr>
    <a:lvl8pPr marL="3200400" lvl="7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Tahoma" panose="020B0604030504040204" pitchFamily="34" charset="0"/>
        <a:ea typeface="华文新魏" panose="02010800040101010101" pitchFamily="2" charset="-122"/>
        <a:cs typeface="+mn-cs"/>
      </a:defRPr>
    </a:lvl8pPr>
    <a:lvl9pPr marL="3657600" lvl="8" indent="0" algn="l" defTabSz="914400" rtl="0" eaLnBrk="0" fontAlgn="base" latinLnBrk="0" hangingPunct="0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Tahoma" panose="020B0604030504040204" pitchFamily="34" charset="0"/>
        <a:ea typeface="华文新魏" panose="0201080004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4660"/>
  </p:normalViewPr>
  <p:slideViewPr>
    <p:cSldViewPr showGuides="1">
      <p:cViewPr varScale="1">
        <p:scale>
          <a:sx n="103" d="100"/>
          <a:sy n="103" d="100"/>
        </p:scale>
        <p:origin x="1156" y="4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8" Type="http://schemas.openxmlformats.org/officeDocument/2006/relationships/tableStyles" Target="tableStyles.xml"/><Relationship Id="rId57" Type="http://schemas.openxmlformats.org/officeDocument/2006/relationships/viewProps" Target="viewProps.xml"/><Relationship Id="rId56" Type="http://schemas.openxmlformats.org/officeDocument/2006/relationships/presProps" Target="presProps.xml"/><Relationship Id="rId55" Type="http://schemas.openxmlformats.org/officeDocument/2006/relationships/slide" Target="slides/slide53.xml"/><Relationship Id="rId54" Type="http://schemas.openxmlformats.org/officeDocument/2006/relationships/slide" Target="slides/slide52.xml"/><Relationship Id="rId53" Type="http://schemas.openxmlformats.org/officeDocument/2006/relationships/slide" Target="slides/slide51.xml"/><Relationship Id="rId52" Type="http://schemas.openxmlformats.org/officeDocument/2006/relationships/slide" Target="slides/slide50.xml"/><Relationship Id="rId51" Type="http://schemas.openxmlformats.org/officeDocument/2006/relationships/slide" Target="slides/slide49.xml"/><Relationship Id="rId50" Type="http://schemas.openxmlformats.org/officeDocument/2006/relationships/slide" Target="slides/slide48.xml"/><Relationship Id="rId5" Type="http://schemas.openxmlformats.org/officeDocument/2006/relationships/slide" Target="slides/slide3.xml"/><Relationship Id="rId49" Type="http://schemas.openxmlformats.org/officeDocument/2006/relationships/slide" Target="slides/slide47.xml"/><Relationship Id="rId48" Type="http://schemas.openxmlformats.org/officeDocument/2006/relationships/slide" Target="slides/slide46.xml"/><Relationship Id="rId47" Type="http://schemas.openxmlformats.org/officeDocument/2006/relationships/slide" Target="slides/slide45.xml"/><Relationship Id="rId46" Type="http://schemas.openxmlformats.org/officeDocument/2006/relationships/slide" Target="slides/slide44.xml"/><Relationship Id="rId45" Type="http://schemas.openxmlformats.org/officeDocument/2006/relationships/slide" Target="slides/slide43.xml"/><Relationship Id="rId44" Type="http://schemas.openxmlformats.org/officeDocument/2006/relationships/slide" Target="slides/slide42.xml"/><Relationship Id="rId43" Type="http://schemas.openxmlformats.org/officeDocument/2006/relationships/slide" Target="slides/slide41.xml"/><Relationship Id="rId42" Type="http://schemas.openxmlformats.org/officeDocument/2006/relationships/slide" Target="slides/slide40.xml"/><Relationship Id="rId41" Type="http://schemas.openxmlformats.org/officeDocument/2006/relationships/slide" Target="slides/slide39.xml"/><Relationship Id="rId40" Type="http://schemas.openxmlformats.org/officeDocument/2006/relationships/slide" Target="slides/slide38.xml"/><Relationship Id="rId4" Type="http://schemas.openxmlformats.org/officeDocument/2006/relationships/slide" Target="slides/slide2.xml"/><Relationship Id="rId39" Type="http://schemas.openxmlformats.org/officeDocument/2006/relationships/slide" Target="slides/slide37.xml"/><Relationship Id="rId38" Type="http://schemas.openxmlformats.org/officeDocument/2006/relationships/slide" Target="slides/slide36.xml"/><Relationship Id="rId37" Type="http://schemas.openxmlformats.org/officeDocument/2006/relationships/slide" Target="slides/slide35.xml"/><Relationship Id="rId36" Type="http://schemas.openxmlformats.org/officeDocument/2006/relationships/slide" Target="slides/slide34.xml"/><Relationship Id="rId35" Type="http://schemas.openxmlformats.org/officeDocument/2006/relationships/slide" Target="slides/slide33.xml"/><Relationship Id="rId34" Type="http://schemas.openxmlformats.org/officeDocument/2006/relationships/slide" Target="slides/slide32.xml"/><Relationship Id="rId33" Type="http://schemas.openxmlformats.org/officeDocument/2006/relationships/slide" Target="slides/slide31.xml"/><Relationship Id="rId32" Type="http://schemas.openxmlformats.org/officeDocument/2006/relationships/slide" Target="slides/slide30.xml"/><Relationship Id="rId31" Type="http://schemas.openxmlformats.org/officeDocument/2006/relationships/slide" Target="slides/slide29.xml"/><Relationship Id="rId30" Type="http://schemas.openxmlformats.org/officeDocument/2006/relationships/slide" Target="slides/slide28.xml"/><Relationship Id="rId3" Type="http://schemas.openxmlformats.org/officeDocument/2006/relationships/slide" Target="slides/slide1.xml"/><Relationship Id="rId29" Type="http://schemas.openxmlformats.org/officeDocument/2006/relationships/slide" Target="slides/slide27.xml"/><Relationship Id="rId28" Type="http://schemas.openxmlformats.org/officeDocument/2006/relationships/slide" Target="slides/slide26.xml"/><Relationship Id="rId27" Type="http://schemas.openxmlformats.org/officeDocument/2006/relationships/slide" Target="slides/slide25.xml"/><Relationship Id="rId26" Type="http://schemas.openxmlformats.org/officeDocument/2006/relationships/slide" Target="slides/slide24.xml"/><Relationship Id="rId25" Type="http://schemas.openxmlformats.org/officeDocument/2006/relationships/slide" Target="slides/slide23.xml"/><Relationship Id="rId24" Type="http://schemas.openxmlformats.org/officeDocument/2006/relationships/slide" Target="slides/slide22.xml"/><Relationship Id="rId23" Type="http://schemas.openxmlformats.org/officeDocument/2006/relationships/slide" Target="slides/slide21.xml"/><Relationship Id="rId22" Type="http://schemas.openxmlformats.org/officeDocument/2006/relationships/slide" Target="slides/slide20.xml"/><Relationship Id="rId21" Type="http://schemas.openxmlformats.org/officeDocument/2006/relationships/slide" Target="slides/slide19.xml"/><Relationship Id="rId20" Type="http://schemas.openxmlformats.org/officeDocument/2006/relationships/slide" Target="slides/slide18.xml"/><Relationship Id="rId2" Type="http://schemas.openxmlformats.org/officeDocument/2006/relationships/theme" Target="theme/theme1.xml"/><Relationship Id="rId19" Type="http://schemas.openxmlformats.org/officeDocument/2006/relationships/slide" Target="slides/slide17.xml"/><Relationship Id="rId18" Type="http://schemas.openxmlformats.org/officeDocument/2006/relationships/slide" Target="slides/slide16.xml"/><Relationship Id="rId17" Type="http://schemas.openxmlformats.org/officeDocument/2006/relationships/slide" Target="slides/slide15.xml"/><Relationship Id="rId16" Type="http://schemas.openxmlformats.org/officeDocument/2006/relationships/slide" Target="slides/slide14.xml"/><Relationship Id="rId15" Type="http://schemas.openxmlformats.org/officeDocument/2006/relationships/slide" Target="slides/slide13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drawings/_rels/vmlDrawing1.vml.rels><?xml version="1.0" encoding="UTF-8" standalone="yes"?>
<Relationships xmlns="http://schemas.openxmlformats.org/package/2006/relationships"><Relationship Id="rId7" Type="http://schemas.openxmlformats.org/officeDocument/2006/relationships/image" Target="../media/image7.wmf"/><Relationship Id="rId6" Type="http://schemas.openxmlformats.org/officeDocument/2006/relationships/image" Target="../media/image6.wmf"/><Relationship Id="rId5" Type="http://schemas.openxmlformats.org/officeDocument/2006/relationships/image" Target="../media/image5.wmf"/><Relationship Id="rId4" Type="http://schemas.openxmlformats.org/officeDocument/2006/relationships/image" Target="../media/image4.wmf"/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wmf"/></Relationships>
</file>

<file path=ppt/drawings/_rels/vmlDrawing4.vml.rels><?xml version="1.0" encoding="UTF-8" standalone="yes"?>
<Relationships xmlns="http://schemas.openxmlformats.org/package/2006/relationships"><Relationship Id="rId5" Type="http://schemas.openxmlformats.org/officeDocument/2006/relationships/image" Target="../media/image13.wmf"/><Relationship Id="rId4" Type="http://schemas.openxmlformats.org/officeDocument/2006/relationships/image" Target="../media/image12.wmf"/><Relationship Id="rId3" Type="http://schemas.openxmlformats.org/officeDocument/2006/relationships/image" Target="../media/image6.wmf"/><Relationship Id="rId2" Type="http://schemas.openxmlformats.org/officeDocument/2006/relationships/image" Target="../media/image11.wmf"/><Relationship Id="rId1" Type="http://schemas.openxmlformats.org/officeDocument/2006/relationships/image" Target="../media/image10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3.w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24.wmf"/></Relationships>
</file>

<file path=ppt/drawings/_rels/vmlDrawing7.vml.rels><?xml version="1.0" encoding="UTF-8" standalone="yes"?>
<Relationships xmlns="http://schemas.openxmlformats.org/package/2006/relationships"><Relationship Id="rId2" Type="http://schemas.openxmlformats.org/officeDocument/2006/relationships/image" Target="../media/image26.wmf"/><Relationship Id="rId1" Type="http://schemas.openxmlformats.org/officeDocument/2006/relationships/image" Target="../media/image25.wmf"/></Relationships>
</file>

<file path=ppt/drawings/_rels/vmlDrawing8.vml.rels><?xml version="1.0" encoding="UTF-8" standalone="yes"?>
<Relationships xmlns="http://schemas.openxmlformats.org/package/2006/relationships"><Relationship Id="rId4" Type="http://schemas.openxmlformats.org/officeDocument/2006/relationships/image" Target="../media/image5.wmf"/><Relationship Id="rId3" Type="http://schemas.openxmlformats.org/officeDocument/2006/relationships/image" Target="../media/image30.wmf"/><Relationship Id="rId2" Type="http://schemas.openxmlformats.org/officeDocument/2006/relationships/image" Target="../media/image7.wmf"/><Relationship Id="rId1" Type="http://schemas.openxmlformats.org/officeDocument/2006/relationships/image" Target="../media/image6.w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wmf"/></Relationships>
</file>

<file path=ppt/drawings/_rels/vmlDrawing10.vml.rels><?xml version="1.0" encoding="UTF-8" standalone="yes"?>
<Relationships xmlns="http://schemas.openxmlformats.org/package/2006/relationships"><Relationship Id="rId3" Type="http://schemas.openxmlformats.org/officeDocument/2006/relationships/image" Target="../media/image35.wmf"/><Relationship Id="rId2" Type="http://schemas.openxmlformats.org/officeDocument/2006/relationships/image" Target="../media/image34.wmf"/><Relationship Id="rId1" Type="http://schemas.openxmlformats.org/officeDocument/2006/relationships/image" Target="../media/image33.w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6.wmf"/></Relationships>
</file>

<file path=ppt/drawings/_rels/vmlDrawing12.vml.rels><?xml version="1.0" encoding="UTF-8" standalone="yes"?>
<Relationships xmlns="http://schemas.openxmlformats.org/package/2006/relationships"><Relationship Id="rId4" Type="http://schemas.openxmlformats.org/officeDocument/2006/relationships/image" Target="../media/image40.wmf"/><Relationship Id="rId3" Type="http://schemas.openxmlformats.org/officeDocument/2006/relationships/image" Target="../media/image39.wmf"/><Relationship Id="rId2" Type="http://schemas.openxmlformats.org/officeDocument/2006/relationships/image" Target="../media/image38.wmf"/><Relationship Id="rId1" Type="http://schemas.openxmlformats.org/officeDocument/2006/relationships/image" Target="../media/image37.wmf"/></Relationships>
</file>

<file path=ppt/drawings/_rels/vmlDrawing13.vml.rels><?xml version="1.0" encoding="UTF-8" standalone="yes"?>
<Relationships xmlns="http://schemas.openxmlformats.org/package/2006/relationships"><Relationship Id="rId2" Type="http://schemas.openxmlformats.org/officeDocument/2006/relationships/image" Target="../media/image42.wmf"/><Relationship Id="rId1" Type="http://schemas.openxmlformats.org/officeDocument/2006/relationships/image" Target="../media/image41.wmf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43.w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47.wmf"/></Relationships>
</file>

<file path=ppt/drawings/_rels/vmlDrawing16.vml.rels><?xml version="1.0" encoding="UTF-8" standalone="yes"?>
<Relationships xmlns="http://schemas.openxmlformats.org/package/2006/relationships"><Relationship Id="rId1" Type="http://schemas.openxmlformats.org/officeDocument/2006/relationships/image" Target="../media/image48.w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49.wmf"/></Relationships>
</file>

<file path=ppt/drawings/_rels/vmlDrawing18.vml.rels><?xml version="1.0" encoding="UTF-8" standalone="yes"?>
<Relationships xmlns="http://schemas.openxmlformats.org/package/2006/relationships"><Relationship Id="rId1" Type="http://schemas.openxmlformats.org/officeDocument/2006/relationships/image" Target="../media/image50.w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51.wmf"/></Relationships>
</file>

<file path=ppt/drawings/_rels/vmlDrawing20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wmf"/></Relationships>
</file>

<file path=ppt/drawings/_rels/vmlDrawing21.vml.rels><?xml version="1.0" encoding="UTF-8" standalone="yes"?>
<Relationships xmlns="http://schemas.openxmlformats.org/package/2006/relationships"><Relationship Id="rId1" Type="http://schemas.openxmlformats.org/officeDocument/2006/relationships/image" Target="../media/image53.wmf"/></Relationships>
</file>

<file path=ppt/drawings/_rels/vmlDrawing22.vml.rels><?xml version="1.0" encoding="UTF-8" standalone="yes"?>
<Relationships xmlns="http://schemas.openxmlformats.org/package/2006/relationships"><Relationship Id="rId1" Type="http://schemas.openxmlformats.org/officeDocument/2006/relationships/image" Target="../media/image54.wmf"/></Relationships>
</file>

<file path=ppt/drawings/_rels/vmlDrawing23.vml.rels><?xml version="1.0" encoding="UTF-8" standalone="yes"?>
<Relationships xmlns="http://schemas.openxmlformats.org/package/2006/relationships"><Relationship Id="rId1" Type="http://schemas.openxmlformats.org/officeDocument/2006/relationships/image" Target="../media/image55.wmf"/></Relationships>
</file>

<file path=ppt/drawings/_rels/vmlDrawing24.vml.rels><?xml version="1.0" encoding="UTF-8" standalone="yes"?>
<Relationships xmlns="http://schemas.openxmlformats.org/package/2006/relationships"><Relationship Id="rId4" Type="http://schemas.openxmlformats.org/officeDocument/2006/relationships/image" Target="../media/image60.wmf"/><Relationship Id="rId3" Type="http://schemas.openxmlformats.org/officeDocument/2006/relationships/image" Target="../media/image59.wmf"/><Relationship Id="rId2" Type="http://schemas.openxmlformats.org/officeDocument/2006/relationships/image" Target="../media/image58.wmf"/><Relationship Id="rId1" Type="http://schemas.openxmlformats.org/officeDocument/2006/relationships/image" Target="../media/image57.wmf"/></Relationships>
</file>

<file path=ppt/drawings/_rels/vmlDrawing25.vml.rels><?xml version="1.0" encoding="UTF-8" standalone="yes"?>
<Relationships xmlns="http://schemas.openxmlformats.org/package/2006/relationships"><Relationship Id="rId1" Type="http://schemas.openxmlformats.org/officeDocument/2006/relationships/image" Target="../media/image65.wmf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31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31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0.000,'0.000'0.000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32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33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39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49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0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1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5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  <inkml:brush xml:id="br1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357.000 0.000</inkml:trace>
  <inkml:trace contextRef="#ctx0" brushRef="#br1">0.000 262.000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19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1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0.000,'0.000'0.000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6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6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2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7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1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2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  <inkml:brush xml:id="br1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166.000 595.000</inkml:trace>
  <inkml:trace contextRef="#ctx0" brushRef="#br1">0.000 0.000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3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3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0.000,'24.000'0.000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9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3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8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8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8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4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7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4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7:59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24.000,'0.000'-24.000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6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24.000,'0.000'-24.000,"0.000"24.000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5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5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6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6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71.000,'0.000'-23.000,"0.000"-1.000,0.000 24.000,24.000-24.000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6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17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0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17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18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0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18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1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1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2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3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0.000,'0.000'0.000</inkml:trace>
  <inkml:trace contextRef="#ctx0" brushRef="#br0">1286.000 810.000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04"/>
    </inkml:context>
    <inkml:brush xml:id="br0">
      <inkml:brushProperty name="width" value="0.09701" units="cm"/>
      <inkml:brushProperty name="height" value="0.09701" units="cm"/>
      <inkml:brushProperty name="color" value="#3333cc"/>
      <inkml:brushProperty name="fitToCurve" value="1"/>
    </inkml:brush>
  </inkml:definitions>
  <inkml:trace contextRef="#ctx0" brushRef="#br0">0.000 0.000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1280" units="cm"/>
          <inkml:channel name="Y" type="integer" max="800" units="cm"/>
        </inkml:traceFormat>
        <inkml:channelProperties>
          <inkml:channelProperty channel="X" name="resolution" value="42" units="1/cm"/>
          <inkml:channelProperty channel="Y" name="resolution" value="44" units="1/cm"/>
        </inkml:channelProperties>
      </inkml:inkSource>
      <inkml:timestamp xml:id="ts0" timeString="2008-03-12T16:48:29"/>
    </inkml:context>
    <inkml:brush xml:id="br0">
      <inkml:brushProperty name="width" value="0.09701" units="cm"/>
      <inkml:brushProperty name="height" value="0.09701" units="cm"/>
      <inkml:brushProperty name="color" value="#ff0000"/>
      <inkml:brushProperty name="fitToCurve" value="1"/>
    </inkml:brush>
  </inkml:definitions>
  <inkml:trace contextRef="#ctx0" brushRef="#br0">0.000 0.000</inkml:trace>
</inkml:ink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0" name="Group 2"/>
          <p:cNvGrpSpPr/>
          <p:nvPr/>
        </p:nvGrpSpPr>
        <p:grpSpPr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2056" name="Group 3"/>
            <p:cNvGrpSpPr/>
            <p:nvPr/>
          </p:nvGrpSpPr>
          <p:grpSpPr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0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ahoma" panose="020B0604030504040204" pitchFamily="34" charset="0"/>
                  <a:ea typeface="华文新魏" panose="02010800040101010101" pitchFamily="2" charset="-122"/>
                  <a:cs typeface="+mn-cs"/>
                </a:endParaRPr>
              </a:p>
            </p:txBody>
          </p:sp>
          <p:sp>
            <p:nvSpPr>
              <p:cNvPr id="11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ahoma" panose="020B0604030504040204" pitchFamily="34" charset="0"/>
                  <a:ea typeface="华文新魏" panose="02010800040101010101" pitchFamily="2" charset="-122"/>
                  <a:cs typeface="+mn-cs"/>
                </a:endParaRPr>
              </a:p>
            </p:txBody>
          </p:sp>
        </p:grpSp>
        <p:grpSp>
          <p:nvGrpSpPr>
            <p:cNvPr id="2057" name="Group 6"/>
            <p:cNvGrpSpPr/>
            <p:nvPr/>
          </p:nvGrpSpPr>
          <p:grpSpPr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ahoma" panose="020B0604030504040204" pitchFamily="34" charset="0"/>
                  <a:ea typeface="华文新魏" panose="02010800040101010101" pitchFamily="2" charset="-122"/>
                  <a:cs typeface="+mn-cs"/>
                </a:endParaRPr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1249" y="2640"/>
                <a:ext cx="335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华文新魏" panose="0201080004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ahoma" panose="020B0604030504040204" pitchFamily="34" charset="0"/>
                  <a:ea typeface="华文新魏" panose="02010800040101010101" pitchFamily="2" charset="-122"/>
                  <a:cs typeface="+mn-cs"/>
                </a:endParaRPr>
              </a:p>
            </p:txBody>
          </p:sp>
        </p:grpSp>
        <p:sp>
          <p:nvSpPr>
            <p:cNvPr id="5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 panose="020B0604030504040204" pitchFamily="34" charset="0"/>
                <a:ea typeface="华文新魏" panose="02010800040101010101" pitchFamily="2" charset="-122"/>
                <a:cs typeface="+mn-cs"/>
              </a:endParaRPr>
            </a:p>
          </p:txBody>
        </p:sp>
        <p:sp>
          <p:nvSpPr>
            <p:cNvPr id="6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 panose="020B0604030504040204" pitchFamily="34" charset="0"/>
                <a:ea typeface="华文新魏" panose="02010800040101010101" pitchFamily="2" charset="-122"/>
                <a:cs typeface="+mn-cs"/>
              </a:endParaRPr>
            </a:p>
          </p:txBody>
        </p:sp>
        <p:sp>
          <p:nvSpPr>
            <p:cNvPr id="7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华文新魏" panose="0201080004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ahoma" panose="020B0604030504040204" pitchFamily="34" charset="0"/>
                <a:ea typeface="华文新魏" panose="02010800040101010101" pitchFamily="2" charset="-122"/>
                <a:cs typeface="+mn-cs"/>
              </a:endParaRPr>
            </a:p>
          </p:txBody>
        </p:sp>
      </p:grpSp>
      <p:sp>
        <p:nvSpPr>
          <p:cNvPr id="7180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7181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12" name="Rectangle 1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990600" y="6248400"/>
            <a:ext cx="1905000" cy="457200"/>
          </a:xfrm>
          <a:prstGeom prst="rect">
            <a:avLst/>
          </a:prstGeom>
          <a:ln>
            <a:miter lim="800000"/>
          </a:ln>
        </p:spPr>
        <p:txBody>
          <a:bodyPr vert="horz" wrap="square" lIns="91440" tIns="45720" rIns="91440" bIns="45720" numCol="1" anchor="b" anchorCtr="0" compatLnSpc="1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13" name="Rectangle 1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429000" y="6248400"/>
            <a:ext cx="2895600" cy="457200"/>
          </a:xfrm>
          <a:prstGeom prst="rect">
            <a:avLst/>
          </a:prstGeom>
          <a:ln>
            <a:miter lim="800000"/>
          </a:ln>
        </p:spPr>
        <p:txBody>
          <a:bodyPr vert="horz" wrap="square" lIns="91440" tIns="45720" rIns="91440" bIns="45720" numCol="1" anchor="b" anchorCtr="0" compatLnSpc="1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14" name="Rectangle 1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858000" y="6248400"/>
            <a:ext cx="1905000" cy="457200"/>
          </a:xfrm>
          <a:prstGeom prst="rect">
            <a:avLst/>
          </a:prstGeom>
          <a:ln>
            <a:miter lim="800000"/>
          </a:ln>
        </p:spPr>
        <p:txBody>
          <a:bodyPr vert="horz" wrap="square" lIns="91440" tIns="45720" rIns="91440" bIns="45720" numCol="1" anchor="b" anchorCtr="0" compatLnSpc="1"/>
          <a:p>
            <a:pPr algn="r" eaLnBrk="1" hangingPunct="1">
              <a:buNone/>
            </a:pPr>
            <a:fld id="{9A0DB2DC-4C9A-4742-B13C-FB6460FD3503}" type="slidenum">
              <a:rPr lang="en-US" altLang="zh-CN" dirty="0">
                <a:solidFill>
                  <a:schemeClr val="bg2"/>
                </a:solidFill>
                <a:ea typeface="宋体" panose="02010600030101010101" pitchFamily="2" charset="-122"/>
              </a:rPr>
            </a:fld>
            <a:endParaRPr lang="en-US" altLang="zh-CN" dirty="0">
              <a:solidFill>
                <a:schemeClr val="bg2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None/>
              <a:defRPr/>
            </a:pPr>
            <a:endParaRPr kumimoji="0" lang="zh-CN" altLang="en-US" sz="32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150938" y="214313"/>
            <a:ext cx="7793037" cy="1462087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quarter" idx="2"/>
          </p:nvPr>
        </p:nvSpPr>
        <p:spPr>
          <a:xfrm>
            <a:off x="5145088" y="2017713"/>
            <a:ext cx="3810000" cy="19812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内容占位符 4"/>
          <p:cNvSpPr>
            <a:spLocks noGrp="1"/>
          </p:cNvSpPr>
          <p:nvPr>
            <p:ph sz="quarter" idx="3"/>
          </p:nvPr>
        </p:nvSpPr>
        <p:spPr>
          <a:xfrm>
            <a:off x="5145088" y="4151313"/>
            <a:ext cx="3810000" cy="19812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150938" y="214313"/>
            <a:ext cx="7793037" cy="1462087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标题和表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150938" y="214313"/>
            <a:ext cx="7793037" cy="1462087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表格占位符 2"/>
          <p:cNvSpPr>
            <a:spLocks noGrp="1"/>
          </p:cNvSpPr>
          <p:nvPr>
            <p:ph type="tbl" idx="1"/>
          </p:nvPr>
        </p:nvSpPr>
        <p:spPr>
          <a:xfrm>
            <a:off x="1182688" y="2017713"/>
            <a:ext cx="7772400" cy="4114800"/>
          </a:xfrm>
        </p:spPr>
        <p:txBody>
          <a:bodyPr vert="horz" wrap="square" lIns="91440" tIns="45720" rIns="91440" bIns="45720" numCol="1" anchor="t" anchorCtr="0" compatLnSpc="1"/>
          <a:lstStyle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/>
            </a:pPr>
            <a:endParaRPr kumimoji="0" lang="zh-CN" altLang="en-US" sz="32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5" Type="http://schemas.openxmlformats.org/officeDocument/2006/relationships/theme" Target="../theme/theme1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zh-CN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zh-CN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zh-CN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zh-CN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zh-CN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zh-CN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华文新魏" panose="0201080004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1" lang="zh-CN" altLang="zh-CN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3" name="Rectangle 9"/>
          <p:cNvSpPr>
            <a:spLocks noGrp="1"/>
          </p:cNvSpPr>
          <p:nvPr>
            <p:ph type="title"/>
          </p:nvPr>
        </p:nvSpPr>
        <p:spPr>
          <a:xfrm>
            <a:off x="1150938" y="214313"/>
            <a:ext cx="7793037" cy="14620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34" name="Rectangle 10"/>
          <p:cNvSpPr>
            <a:spLocks noGrp="1"/>
          </p:cNvSpPr>
          <p:nvPr>
            <p:ph type="body" idx="1"/>
          </p:nvPr>
        </p:nvSpPr>
        <p:spPr>
          <a:xfrm>
            <a:off x="1182688" y="2017713"/>
            <a:ext cx="7772400" cy="4114800"/>
          </a:xfrm>
          <a:prstGeom prst="rect">
            <a:avLst/>
          </a:prstGeom>
          <a:noFill/>
          <a:ln w="9525">
            <a:noFill/>
          </a:ln>
        </p:spPr>
        <p:txBody>
          <a:bodyPr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6155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eaLnBrk="1" hangingPunct="1">
              <a:defRPr sz="1400">
                <a:ea typeface="+mn-ea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156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algn="ctr" eaLnBrk="1" hangingPunct="1">
              <a:defRPr sz="1400">
                <a:ea typeface="+mn-ea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+mn-cs"/>
            </a:endParaRPr>
          </a:p>
        </p:txBody>
      </p:sp>
      <p:sp>
        <p:nvSpPr>
          <p:cNvPr id="6157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lvl="0" eaLnBrk="1" hangingPunct="1">
              <a:buNone/>
            </a:pPr>
            <a:fld id="{9A0DB2DC-4C9A-4742-B13C-FB6460FD3503}" type="slidenum">
              <a:rPr lang="en-US" altLang="zh-CN" dirty="0">
                <a:latin typeface="Tahoma" panose="020B0604030504040204" pitchFamily="34" charset="0"/>
              </a:rPr>
            </a:fld>
            <a:endParaRPr lang="en-US" altLang="zh-CN" dirty="0"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</p:sldLayoutIdLst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  <a:ea typeface="楷体" panose="02010609060101010101" pitchFamily="49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  <a:ea typeface="楷体" panose="02010609060101010101" pitchFamily="49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  <a:ea typeface="楷体" panose="02010609060101010101" pitchFamily="49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  <a:ea typeface="楷体" panose="02010609060101010101" pitchFamily="49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.bin"/><Relationship Id="rId8" Type="http://schemas.openxmlformats.org/officeDocument/2006/relationships/image" Target="../media/image4.wmf"/><Relationship Id="rId7" Type="http://schemas.openxmlformats.org/officeDocument/2006/relationships/oleObject" Target="../embeddings/oleObject4.bin"/><Relationship Id="rId6" Type="http://schemas.openxmlformats.org/officeDocument/2006/relationships/image" Target="../media/image3.w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2.wmf"/><Relationship Id="rId3" Type="http://schemas.openxmlformats.org/officeDocument/2006/relationships/oleObject" Target="../embeddings/oleObject2.bin"/><Relationship Id="rId2" Type="http://schemas.openxmlformats.org/officeDocument/2006/relationships/image" Target="../media/image1.wmf"/><Relationship Id="rId18" Type="http://schemas.openxmlformats.org/officeDocument/2006/relationships/vmlDrawing" Target="../drawings/vmlDrawing1.vml"/><Relationship Id="rId17" Type="http://schemas.openxmlformats.org/officeDocument/2006/relationships/slideLayout" Target="../slideLayouts/slideLayout12.xml"/><Relationship Id="rId16" Type="http://schemas.openxmlformats.org/officeDocument/2006/relationships/oleObject" Target="../embeddings/oleObject9.bin"/><Relationship Id="rId15" Type="http://schemas.openxmlformats.org/officeDocument/2006/relationships/image" Target="../media/image7.wmf"/><Relationship Id="rId14" Type="http://schemas.openxmlformats.org/officeDocument/2006/relationships/oleObject" Target="../embeddings/oleObject8.bin"/><Relationship Id="rId13" Type="http://schemas.openxmlformats.org/officeDocument/2006/relationships/image" Target="../media/image6.wmf"/><Relationship Id="rId12" Type="http://schemas.openxmlformats.org/officeDocument/2006/relationships/oleObject" Target="../embeddings/oleObject7.bin"/><Relationship Id="rId11" Type="http://schemas.openxmlformats.org/officeDocument/2006/relationships/oleObject" Target="../embeddings/oleObject6.bin"/><Relationship Id="rId10" Type="http://schemas.openxmlformats.org/officeDocument/2006/relationships/image" Target="../media/image5.wmf"/><Relationship Id="rId1" Type="http://schemas.openxmlformats.org/officeDocument/2006/relationships/oleObject" Target="../embeddings/oleObject1.bin"/></Relationships>
</file>

<file path=ppt/slides/_rels/slide6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8.wmf"/><Relationship Id="rId1" Type="http://schemas.openxmlformats.org/officeDocument/2006/relationships/oleObject" Target="../embeddings/oleObject10.bin"/></Relationships>
</file>

<file path=ppt/slides/_rels/slide7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3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9.wmf"/><Relationship Id="rId1" Type="http://schemas.openxmlformats.org/officeDocument/2006/relationships/oleObject" Target="../embeddings/oleObject11.bin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6.bin"/><Relationship Id="rId8" Type="http://schemas.openxmlformats.org/officeDocument/2006/relationships/image" Target="../media/image12.wmf"/><Relationship Id="rId7" Type="http://schemas.openxmlformats.org/officeDocument/2006/relationships/oleObject" Target="../embeddings/oleObject15.bin"/><Relationship Id="rId66" Type="http://schemas.openxmlformats.org/officeDocument/2006/relationships/vmlDrawing" Target="../drawings/vmlDrawing4.vml"/><Relationship Id="rId65" Type="http://schemas.openxmlformats.org/officeDocument/2006/relationships/slideLayout" Target="../slideLayouts/slideLayout13.xml"/><Relationship Id="rId64" Type="http://schemas.openxmlformats.org/officeDocument/2006/relationships/customXml" Target="../ink/ink46.xml"/><Relationship Id="rId63" Type="http://schemas.openxmlformats.org/officeDocument/2006/relationships/customXml" Target="../ink/ink45.xml"/><Relationship Id="rId62" Type="http://schemas.openxmlformats.org/officeDocument/2006/relationships/image" Target="../media/image21.png"/><Relationship Id="rId61" Type="http://schemas.openxmlformats.org/officeDocument/2006/relationships/customXml" Target="../ink/ink44.xml"/><Relationship Id="rId60" Type="http://schemas.openxmlformats.org/officeDocument/2006/relationships/customXml" Target="../ink/ink43.xml"/><Relationship Id="rId6" Type="http://schemas.openxmlformats.org/officeDocument/2006/relationships/image" Target="../media/image6.wmf"/><Relationship Id="rId59" Type="http://schemas.openxmlformats.org/officeDocument/2006/relationships/customXml" Target="../ink/ink42.xml"/><Relationship Id="rId58" Type="http://schemas.openxmlformats.org/officeDocument/2006/relationships/customXml" Target="../ink/ink41.xml"/><Relationship Id="rId57" Type="http://schemas.openxmlformats.org/officeDocument/2006/relationships/customXml" Target="../ink/ink40.xml"/><Relationship Id="rId56" Type="http://schemas.openxmlformats.org/officeDocument/2006/relationships/customXml" Target="../ink/ink39.xml"/><Relationship Id="rId55" Type="http://schemas.openxmlformats.org/officeDocument/2006/relationships/customXml" Target="../ink/ink38.xml"/><Relationship Id="rId54" Type="http://schemas.openxmlformats.org/officeDocument/2006/relationships/customXml" Target="../ink/ink37.xml"/><Relationship Id="rId53" Type="http://schemas.openxmlformats.org/officeDocument/2006/relationships/customXml" Target="../ink/ink36.xml"/><Relationship Id="rId52" Type="http://schemas.openxmlformats.org/officeDocument/2006/relationships/customXml" Target="../ink/ink35.xml"/><Relationship Id="rId51" Type="http://schemas.openxmlformats.org/officeDocument/2006/relationships/customXml" Target="../ink/ink34.xml"/><Relationship Id="rId50" Type="http://schemas.openxmlformats.org/officeDocument/2006/relationships/image" Target="../media/image20.png"/><Relationship Id="rId5" Type="http://schemas.openxmlformats.org/officeDocument/2006/relationships/oleObject" Target="../embeddings/oleObject14.bin"/><Relationship Id="rId49" Type="http://schemas.openxmlformats.org/officeDocument/2006/relationships/customXml" Target="../ink/ink33.xml"/><Relationship Id="rId48" Type="http://schemas.openxmlformats.org/officeDocument/2006/relationships/customXml" Target="../ink/ink32.xml"/><Relationship Id="rId47" Type="http://schemas.openxmlformats.org/officeDocument/2006/relationships/customXml" Target="../ink/ink31.xml"/><Relationship Id="rId46" Type="http://schemas.openxmlformats.org/officeDocument/2006/relationships/customXml" Target="../ink/ink30.xml"/><Relationship Id="rId45" Type="http://schemas.openxmlformats.org/officeDocument/2006/relationships/customXml" Target="../ink/ink29.xml"/><Relationship Id="rId44" Type="http://schemas.openxmlformats.org/officeDocument/2006/relationships/image" Target="../media/image19.png"/><Relationship Id="rId43" Type="http://schemas.openxmlformats.org/officeDocument/2006/relationships/customXml" Target="../ink/ink28.xml"/><Relationship Id="rId42" Type="http://schemas.openxmlformats.org/officeDocument/2006/relationships/customXml" Target="../ink/ink27.xml"/><Relationship Id="rId41" Type="http://schemas.openxmlformats.org/officeDocument/2006/relationships/customXml" Target="../ink/ink26.xml"/><Relationship Id="rId40" Type="http://schemas.openxmlformats.org/officeDocument/2006/relationships/customXml" Target="../ink/ink25.xml"/><Relationship Id="rId4" Type="http://schemas.openxmlformats.org/officeDocument/2006/relationships/image" Target="../media/image11.wmf"/><Relationship Id="rId39" Type="http://schemas.openxmlformats.org/officeDocument/2006/relationships/customXml" Target="../ink/ink24.xml"/><Relationship Id="rId38" Type="http://schemas.openxmlformats.org/officeDocument/2006/relationships/customXml" Target="../ink/ink23.xml"/><Relationship Id="rId37" Type="http://schemas.openxmlformats.org/officeDocument/2006/relationships/customXml" Target="../ink/ink22.xml"/><Relationship Id="rId36" Type="http://schemas.openxmlformats.org/officeDocument/2006/relationships/customXml" Target="../ink/ink21.xml"/><Relationship Id="rId35" Type="http://schemas.openxmlformats.org/officeDocument/2006/relationships/customXml" Target="../ink/ink20.xml"/><Relationship Id="rId34" Type="http://schemas.openxmlformats.org/officeDocument/2006/relationships/image" Target="../media/image18.png"/><Relationship Id="rId33" Type="http://schemas.openxmlformats.org/officeDocument/2006/relationships/customXml" Target="../ink/ink19.xml"/><Relationship Id="rId32" Type="http://schemas.openxmlformats.org/officeDocument/2006/relationships/customXml" Target="../ink/ink18.xml"/><Relationship Id="rId31" Type="http://schemas.openxmlformats.org/officeDocument/2006/relationships/customXml" Target="../ink/ink17.xml"/><Relationship Id="rId30" Type="http://schemas.openxmlformats.org/officeDocument/2006/relationships/customXml" Target="../ink/ink16.xml"/><Relationship Id="rId3" Type="http://schemas.openxmlformats.org/officeDocument/2006/relationships/oleObject" Target="../embeddings/oleObject13.bin"/><Relationship Id="rId29" Type="http://schemas.openxmlformats.org/officeDocument/2006/relationships/customXml" Target="../ink/ink15.xml"/><Relationship Id="rId28" Type="http://schemas.openxmlformats.org/officeDocument/2006/relationships/customXml" Target="../ink/ink14.xml"/><Relationship Id="rId27" Type="http://schemas.openxmlformats.org/officeDocument/2006/relationships/customXml" Target="../ink/ink13.xml"/><Relationship Id="rId26" Type="http://schemas.openxmlformats.org/officeDocument/2006/relationships/customXml" Target="../ink/ink12.xml"/><Relationship Id="rId25" Type="http://schemas.openxmlformats.org/officeDocument/2006/relationships/customXml" Target="../ink/ink11.xml"/><Relationship Id="rId24" Type="http://schemas.openxmlformats.org/officeDocument/2006/relationships/customXml" Target="../ink/ink10.xml"/><Relationship Id="rId23" Type="http://schemas.openxmlformats.org/officeDocument/2006/relationships/image" Target="../media/image17.png"/><Relationship Id="rId22" Type="http://schemas.openxmlformats.org/officeDocument/2006/relationships/customXml" Target="../ink/ink9.xml"/><Relationship Id="rId21" Type="http://schemas.openxmlformats.org/officeDocument/2006/relationships/customXml" Target="../ink/ink8.xml"/><Relationship Id="rId20" Type="http://schemas.openxmlformats.org/officeDocument/2006/relationships/customXml" Target="../ink/ink7.xml"/><Relationship Id="rId2" Type="http://schemas.openxmlformats.org/officeDocument/2006/relationships/image" Target="../media/image10.wmf"/><Relationship Id="rId19" Type="http://schemas.openxmlformats.org/officeDocument/2006/relationships/image" Target="../media/image16.png"/><Relationship Id="rId18" Type="http://schemas.openxmlformats.org/officeDocument/2006/relationships/customXml" Target="../ink/ink6.xml"/><Relationship Id="rId17" Type="http://schemas.openxmlformats.org/officeDocument/2006/relationships/customXml" Target="../ink/ink5.xml"/><Relationship Id="rId16" Type="http://schemas.openxmlformats.org/officeDocument/2006/relationships/customXml" Target="../ink/ink4.xml"/><Relationship Id="rId15" Type="http://schemas.openxmlformats.org/officeDocument/2006/relationships/customXml" Target="../ink/ink3.xml"/><Relationship Id="rId14" Type="http://schemas.openxmlformats.org/officeDocument/2006/relationships/image" Target="../media/image15.png"/><Relationship Id="rId13" Type="http://schemas.openxmlformats.org/officeDocument/2006/relationships/customXml" Target="../ink/ink2.xml"/><Relationship Id="rId12" Type="http://schemas.openxmlformats.org/officeDocument/2006/relationships/image" Target="../media/image14.png"/><Relationship Id="rId11" Type="http://schemas.openxmlformats.org/officeDocument/2006/relationships/customXml" Target="../ink/ink1.xml"/><Relationship Id="rId10" Type="http://schemas.openxmlformats.org/officeDocument/2006/relationships/image" Target="../media/image13.wmf"/><Relationship Id="rId1" Type="http://schemas.openxmlformats.org/officeDocument/2006/relationships/oleObject" Target="../embeddings/oleObject12.bin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3.xml"/><Relationship Id="rId1" Type="http://schemas.openxmlformats.org/officeDocument/2006/relationships/image" Target="../media/image22.GIF"/></Relationships>
</file>

<file path=ppt/slides/_rels/slide10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5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3.wmf"/><Relationship Id="rId1" Type="http://schemas.openxmlformats.org/officeDocument/2006/relationships/oleObject" Target="../embeddings/oleObject17.bin"/></Relationships>
</file>

<file path=ppt/slides/_rels/slide11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6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4.wmf"/><Relationship Id="rId1" Type="http://schemas.openxmlformats.org/officeDocument/2006/relationships/oleObject" Target="../embeddings/oleObject18.bin"/></Relationships>
</file>

<file path=ppt/slides/_rels/slide12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7.vml"/><Relationship Id="rId5" Type="http://schemas.openxmlformats.org/officeDocument/2006/relationships/slideLayout" Target="../slideLayouts/slideLayout12.xml"/><Relationship Id="rId4" Type="http://schemas.openxmlformats.org/officeDocument/2006/relationships/image" Target="../media/image26.wmf"/><Relationship Id="rId3" Type="http://schemas.openxmlformats.org/officeDocument/2006/relationships/oleObject" Target="../embeddings/oleObject20.bin"/><Relationship Id="rId2" Type="http://schemas.openxmlformats.org/officeDocument/2006/relationships/image" Target="../media/image25.wmf"/><Relationship Id="rId1" Type="http://schemas.openxmlformats.org/officeDocument/2006/relationships/oleObject" Target="../embeddings/oleObject19.bin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image" Target="../media/image27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5.bin"/><Relationship Id="rId8" Type="http://schemas.openxmlformats.org/officeDocument/2006/relationships/image" Target="../media/image5.wmf"/><Relationship Id="rId7" Type="http://schemas.openxmlformats.org/officeDocument/2006/relationships/oleObject" Target="../embeddings/oleObject24.bin"/><Relationship Id="rId6" Type="http://schemas.openxmlformats.org/officeDocument/2006/relationships/image" Target="../media/image30.wmf"/><Relationship Id="rId5" Type="http://schemas.openxmlformats.org/officeDocument/2006/relationships/oleObject" Target="../embeddings/oleObject23.bin"/><Relationship Id="rId4" Type="http://schemas.openxmlformats.org/officeDocument/2006/relationships/image" Target="../media/image7.wmf"/><Relationship Id="rId3" Type="http://schemas.openxmlformats.org/officeDocument/2006/relationships/oleObject" Target="../embeddings/oleObject22.bin"/><Relationship Id="rId2" Type="http://schemas.openxmlformats.org/officeDocument/2006/relationships/image" Target="../media/image6.wmf"/><Relationship Id="rId14" Type="http://schemas.openxmlformats.org/officeDocument/2006/relationships/vmlDrawing" Target="../drawings/vmlDrawing8.vml"/><Relationship Id="rId13" Type="http://schemas.openxmlformats.org/officeDocument/2006/relationships/slideLayout" Target="../slideLayouts/slideLayout2.xml"/><Relationship Id="rId12" Type="http://schemas.openxmlformats.org/officeDocument/2006/relationships/oleObject" Target="../embeddings/oleObject28.bin"/><Relationship Id="rId11" Type="http://schemas.openxmlformats.org/officeDocument/2006/relationships/oleObject" Target="../embeddings/oleObject27.bin"/><Relationship Id="rId10" Type="http://schemas.openxmlformats.org/officeDocument/2006/relationships/oleObject" Target="../embeddings/oleObject26.bin"/><Relationship Id="rId1" Type="http://schemas.openxmlformats.org/officeDocument/2006/relationships/oleObject" Target="../embeddings/oleObject21.bin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1.jpeg"/></Relationships>
</file>

<file path=ppt/slides/_rels/slide18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9.vml"/><Relationship Id="rId3" Type="http://schemas.openxmlformats.org/officeDocument/2006/relationships/slideLayout" Target="../slideLayouts/slideLayout13.xml"/><Relationship Id="rId2" Type="http://schemas.openxmlformats.org/officeDocument/2006/relationships/image" Target="../media/image32.wmf"/><Relationship Id="rId1" Type="http://schemas.openxmlformats.org/officeDocument/2006/relationships/oleObject" Target="../embeddings/oleObject29.bin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0.vml"/><Relationship Id="rId7" Type="http://schemas.openxmlformats.org/officeDocument/2006/relationships/slideLayout" Target="../slideLayouts/slideLayout2.xml"/><Relationship Id="rId6" Type="http://schemas.openxmlformats.org/officeDocument/2006/relationships/image" Target="../media/image35.wmf"/><Relationship Id="rId5" Type="http://schemas.openxmlformats.org/officeDocument/2006/relationships/oleObject" Target="../embeddings/oleObject32.bin"/><Relationship Id="rId4" Type="http://schemas.openxmlformats.org/officeDocument/2006/relationships/image" Target="../media/image34.wmf"/><Relationship Id="rId3" Type="http://schemas.openxmlformats.org/officeDocument/2006/relationships/oleObject" Target="../embeddings/oleObject31.bin"/><Relationship Id="rId2" Type="http://schemas.openxmlformats.org/officeDocument/2006/relationships/image" Target="../media/image33.wmf"/><Relationship Id="rId1" Type="http://schemas.openxmlformats.org/officeDocument/2006/relationships/oleObject" Target="../embeddings/oleObject30.bin"/></Relationships>
</file>

<file path=ppt/slides/_rels/slide20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1.vml"/><Relationship Id="rId3" Type="http://schemas.openxmlformats.org/officeDocument/2006/relationships/slideLayout" Target="../slideLayouts/slideLayout13.xml"/><Relationship Id="rId2" Type="http://schemas.openxmlformats.org/officeDocument/2006/relationships/image" Target="../media/image36.wmf"/><Relationship Id="rId1" Type="http://schemas.openxmlformats.org/officeDocument/2006/relationships/oleObject" Target="../embeddings/oleObject33.bin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.xml"/><Relationship Id="rId8" Type="http://schemas.openxmlformats.org/officeDocument/2006/relationships/image" Target="../media/image40.wmf"/><Relationship Id="rId7" Type="http://schemas.openxmlformats.org/officeDocument/2006/relationships/oleObject" Target="../embeddings/oleObject37.bin"/><Relationship Id="rId6" Type="http://schemas.openxmlformats.org/officeDocument/2006/relationships/image" Target="../media/image39.wmf"/><Relationship Id="rId5" Type="http://schemas.openxmlformats.org/officeDocument/2006/relationships/oleObject" Target="../embeddings/oleObject36.bin"/><Relationship Id="rId4" Type="http://schemas.openxmlformats.org/officeDocument/2006/relationships/image" Target="../media/image38.wmf"/><Relationship Id="rId3" Type="http://schemas.openxmlformats.org/officeDocument/2006/relationships/oleObject" Target="../embeddings/oleObject35.bin"/><Relationship Id="rId2" Type="http://schemas.openxmlformats.org/officeDocument/2006/relationships/image" Target="../media/image37.wmf"/><Relationship Id="rId10" Type="http://schemas.openxmlformats.org/officeDocument/2006/relationships/vmlDrawing" Target="../drawings/vmlDrawing12.vml"/><Relationship Id="rId1" Type="http://schemas.openxmlformats.org/officeDocument/2006/relationships/oleObject" Target="../embeddings/oleObject34.bin"/></Relationships>
</file>

<file path=ppt/slides/_rels/slide23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3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42.wmf"/><Relationship Id="rId3" Type="http://schemas.openxmlformats.org/officeDocument/2006/relationships/oleObject" Target="../embeddings/oleObject39.bin"/><Relationship Id="rId2" Type="http://schemas.openxmlformats.org/officeDocument/2006/relationships/image" Target="../media/image41.wmf"/><Relationship Id="rId1" Type="http://schemas.openxmlformats.org/officeDocument/2006/relationships/oleObject" Target="../embeddings/oleObject38.bin"/></Relationships>
</file>

<file path=ppt/slides/_rels/slide24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4.vml"/><Relationship Id="rId3" Type="http://schemas.openxmlformats.org/officeDocument/2006/relationships/slideLayout" Target="../slideLayouts/slideLayout13.xml"/><Relationship Id="rId2" Type="http://schemas.openxmlformats.org/officeDocument/2006/relationships/image" Target="../media/image43.wmf"/><Relationship Id="rId1" Type="http://schemas.openxmlformats.org/officeDocument/2006/relationships/oleObject" Target="../embeddings/oleObject40.bin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4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6.png"/><Relationship Id="rId1" Type="http://schemas.openxmlformats.org/officeDocument/2006/relationships/image" Target="../media/image45.png"/></Relationships>
</file>

<file path=ppt/slides/_rels/slide27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5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7.wmf"/><Relationship Id="rId1" Type="http://schemas.openxmlformats.org/officeDocument/2006/relationships/oleObject" Target="../embeddings/oleObject41.bin"/></Relationships>
</file>

<file path=ppt/slides/_rels/slide28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6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8.wmf"/><Relationship Id="rId1" Type="http://schemas.openxmlformats.org/officeDocument/2006/relationships/oleObject" Target="../embeddings/oleObject42.bin"/></Relationships>
</file>

<file path=ppt/slides/_rels/slide29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7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9.wmf"/><Relationship Id="rId1" Type="http://schemas.openxmlformats.org/officeDocument/2006/relationships/oleObject" Target="../embeddings/oleObject43.bin"/></Relationships>
</file>

<file path=ppt/slides/_rels/slide30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8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0.wmf"/><Relationship Id="rId1" Type="http://schemas.openxmlformats.org/officeDocument/2006/relationships/oleObject" Target="../embeddings/oleObject44.bin"/></Relationships>
</file>

<file path=ppt/slides/_rels/slide31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9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1.wmf"/><Relationship Id="rId1" Type="http://schemas.openxmlformats.org/officeDocument/2006/relationships/oleObject" Target="../embeddings/oleObject45.bin"/></Relationships>
</file>

<file path=ppt/slides/_rels/slide32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0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2.wmf"/><Relationship Id="rId1" Type="http://schemas.openxmlformats.org/officeDocument/2006/relationships/oleObject" Target="../embeddings/oleObject46.bin"/></Relationships>
</file>

<file path=ppt/slides/_rels/slide33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1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3.wmf"/><Relationship Id="rId1" Type="http://schemas.openxmlformats.org/officeDocument/2006/relationships/oleObject" Target="../embeddings/oleObject47.bin"/></Relationships>
</file>

<file path=ppt/slides/_rels/slide34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2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4.wmf"/><Relationship Id="rId1" Type="http://schemas.openxmlformats.org/officeDocument/2006/relationships/oleObject" Target="../embeddings/oleObject48.bin"/></Relationships>
</file>

<file path=ppt/slides/_rels/slide35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3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5.wmf"/><Relationship Id="rId1" Type="http://schemas.openxmlformats.org/officeDocument/2006/relationships/oleObject" Target="../embeddings/oleObject49.bin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56.png"/></Relationships>
</file>

<file path=ppt/slides/_rels/slide3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4.bin"/><Relationship Id="rId8" Type="http://schemas.openxmlformats.org/officeDocument/2006/relationships/image" Target="../media/image60.wmf"/><Relationship Id="rId7" Type="http://schemas.openxmlformats.org/officeDocument/2006/relationships/oleObject" Target="../embeddings/oleObject53.bin"/><Relationship Id="rId6" Type="http://schemas.openxmlformats.org/officeDocument/2006/relationships/image" Target="../media/image59.wmf"/><Relationship Id="rId5" Type="http://schemas.openxmlformats.org/officeDocument/2006/relationships/oleObject" Target="../embeddings/oleObject52.bin"/><Relationship Id="rId4" Type="http://schemas.openxmlformats.org/officeDocument/2006/relationships/image" Target="../media/image58.wmf"/><Relationship Id="rId3" Type="http://schemas.openxmlformats.org/officeDocument/2006/relationships/oleObject" Target="../embeddings/oleObject51.bin"/><Relationship Id="rId2" Type="http://schemas.openxmlformats.org/officeDocument/2006/relationships/image" Target="../media/image57.wmf"/><Relationship Id="rId11" Type="http://schemas.openxmlformats.org/officeDocument/2006/relationships/vmlDrawing" Target="../drawings/vmlDrawing24.vml"/><Relationship Id="rId10" Type="http://schemas.openxmlformats.org/officeDocument/2006/relationships/slideLayout" Target="../slideLayouts/slideLayout2.xml"/><Relationship Id="rId1" Type="http://schemas.openxmlformats.org/officeDocument/2006/relationships/oleObject" Target="../embeddings/oleObject50.bin"/></Relationships>
</file>

<file path=ppt/slides/_rels/slide38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64.png"/><Relationship Id="rId3" Type="http://schemas.openxmlformats.org/officeDocument/2006/relationships/image" Target="../media/image63.png"/><Relationship Id="rId2" Type="http://schemas.openxmlformats.org/officeDocument/2006/relationships/image" Target="../media/image62.png"/><Relationship Id="rId1" Type="http://schemas.openxmlformats.org/officeDocument/2006/relationships/image" Target="../media/image61.png"/></Relationships>
</file>

<file path=ppt/slides/_rels/slide39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5.v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65.wmf"/><Relationship Id="rId1" Type="http://schemas.openxmlformats.org/officeDocument/2006/relationships/oleObject" Target="../embeddings/oleObject55.bin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6.wmf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7.wmf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8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72.png"/><Relationship Id="rId3" Type="http://schemas.openxmlformats.org/officeDocument/2006/relationships/image" Target="../media/image71.png"/><Relationship Id="rId2" Type="http://schemas.openxmlformats.org/officeDocument/2006/relationships/image" Target="../media/image70.png"/><Relationship Id="rId1" Type="http://schemas.openxmlformats.org/officeDocument/2006/relationships/image" Target="../media/image69.wmf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73.jpeg"/></Relationships>
</file>

<file path=ppt/slides/_rels/slide46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2.xml"/><Relationship Id="rId6" Type="http://schemas.openxmlformats.org/officeDocument/2006/relationships/image" Target="../media/image79.png"/><Relationship Id="rId5" Type="http://schemas.openxmlformats.org/officeDocument/2006/relationships/image" Target="../media/image78.png"/><Relationship Id="rId4" Type="http://schemas.openxmlformats.org/officeDocument/2006/relationships/image" Target="../media/image77.png"/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image" Target="../media/image74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81.png"/><Relationship Id="rId1" Type="http://schemas.openxmlformats.org/officeDocument/2006/relationships/image" Target="../media/image80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83.png"/><Relationship Id="rId1" Type="http://schemas.openxmlformats.org/officeDocument/2006/relationships/image" Target="../media/image8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85.png"/><Relationship Id="rId1" Type="http://schemas.openxmlformats.org/officeDocument/2006/relationships/image" Target="../media/image8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87.png"/><Relationship Id="rId1" Type="http://schemas.openxmlformats.org/officeDocument/2006/relationships/image" Target="../media/image86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9.png"/><Relationship Id="rId1" Type="http://schemas.openxmlformats.org/officeDocument/2006/relationships/image" Target="../media/image88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90.png"/><Relationship Id="rId1" Type="http://schemas.openxmlformats.org/officeDocument/2006/relationships/image" Target="../media/image89.png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074" name="Rectangle 2"/>
          <p:cNvSpPr>
            <a:spLocks noGrp="1"/>
          </p:cNvSpPr>
          <p:nvPr>
            <p:ph type="ctr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>
              <a:buClrTx/>
              <a:buSzTx/>
              <a:buFontTx/>
            </a:pPr>
            <a:r>
              <a:rPr lang="zh-CN" altLang="en-US" dirty="0">
                <a:latin typeface="+mj-lt"/>
                <a:ea typeface="+mj-ea"/>
                <a:cs typeface="+mj-cs"/>
              </a:rPr>
              <a:t>第</a:t>
            </a:r>
            <a:r>
              <a:rPr lang="en-US" altLang="zh-CN" dirty="0">
                <a:latin typeface="+mj-lt"/>
                <a:ea typeface="+mj-ea"/>
                <a:cs typeface="+mj-cs"/>
              </a:rPr>
              <a:t>5</a:t>
            </a:r>
            <a:r>
              <a:rPr lang="zh-CN" altLang="en-US" dirty="0">
                <a:latin typeface="+mj-lt"/>
                <a:ea typeface="+mj-ea"/>
                <a:cs typeface="+mj-cs"/>
              </a:rPr>
              <a:t>章 非线性分类器</a:t>
            </a:r>
            <a:endParaRPr lang="zh-CN" altLang="en-US" dirty="0">
              <a:latin typeface="+mj-lt"/>
              <a:ea typeface="+mj-ea"/>
              <a:cs typeface="+mj-cs"/>
            </a:endParaRPr>
          </a:p>
        </p:txBody>
      </p:sp>
      <p:sp>
        <p:nvSpPr>
          <p:cNvPr id="3075" name="Rectangle 3"/>
          <p:cNvSpPr>
            <a:spLocks noGrp="1"/>
          </p:cNvSpPr>
          <p:nvPr>
            <p:ph type="subTitle" idx="1"/>
          </p:nvPr>
        </p:nvSpPr>
        <p:spPr>
          <a:xfrm>
            <a:off x="1371600" y="3429000"/>
            <a:ext cx="6400800" cy="3124200"/>
          </a:xfrm>
          <a:ln/>
        </p:spPr>
        <p:txBody>
          <a:bodyPr vert="horz" wrap="square" lIns="91440" tIns="45720" rIns="91440" bIns="45720" anchor="t" anchorCtr="0"/>
          <a:p>
            <a:pPr algn="l" eaLnBrk="1" hangingPunct="1">
              <a:buSzPct val="60000"/>
              <a:buFont typeface="Wingdings" panose="05000000000000000000" pitchFamily="2" charset="2"/>
              <a:buChar char="n"/>
            </a:pPr>
            <a:r>
              <a:rPr lang="en-US" altLang="zh-CN" dirty="0">
                <a:latin typeface="+mn-lt"/>
                <a:ea typeface="+mn-ea"/>
                <a:cs typeface="+mn-cs"/>
              </a:rPr>
              <a:t> </a:t>
            </a:r>
            <a:r>
              <a:rPr lang="zh-CN" altLang="en-US" dirty="0">
                <a:latin typeface="+mn-lt"/>
                <a:ea typeface="+mn-ea"/>
                <a:cs typeface="+mn-cs"/>
              </a:rPr>
              <a:t>非线性分类器基本概念</a:t>
            </a:r>
            <a:endParaRPr lang="zh-CN" altLang="en-US" dirty="0">
              <a:latin typeface="+mn-lt"/>
              <a:ea typeface="+mn-ea"/>
              <a:cs typeface="+mn-cs"/>
            </a:endParaRPr>
          </a:p>
          <a:p>
            <a:pPr algn="l" eaLnBrk="1" hangingPunct="1">
              <a:buSzPct val="60000"/>
              <a:buFont typeface="Wingdings" panose="05000000000000000000" pitchFamily="2" charset="2"/>
              <a:buChar char="n"/>
            </a:pPr>
            <a:r>
              <a:rPr lang="zh-CN" altLang="en-US" dirty="0">
                <a:latin typeface="+mn-lt"/>
                <a:ea typeface="+mn-ea"/>
                <a:cs typeface="+mn-cs"/>
              </a:rPr>
              <a:t> 最近邻法</a:t>
            </a:r>
            <a:endParaRPr lang="zh-CN" altLang="en-US" dirty="0">
              <a:latin typeface="+mn-lt"/>
              <a:ea typeface="+mn-ea"/>
              <a:cs typeface="+mn-cs"/>
            </a:endParaRPr>
          </a:p>
          <a:p>
            <a:pPr algn="l" eaLnBrk="1" hangingPunct="1">
              <a:buSzPct val="60000"/>
              <a:buFont typeface="Wingdings" panose="05000000000000000000" pitchFamily="2" charset="2"/>
              <a:buChar char="n"/>
            </a:pPr>
            <a:r>
              <a:rPr lang="zh-CN" altLang="en-US" dirty="0">
                <a:latin typeface="+mn-lt"/>
                <a:ea typeface="+mn-ea"/>
                <a:cs typeface="+mn-cs"/>
              </a:rPr>
              <a:t> </a:t>
            </a:r>
            <a:r>
              <a:rPr lang="en-US" altLang="zh-CN" dirty="0">
                <a:latin typeface="+mn-lt"/>
                <a:ea typeface="+mn-ea"/>
                <a:cs typeface="+mn-cs"/>
              </a:rPr>
              <a:t>K</a:t>
            </a:r>
            <a:r>
              <a:rPr lang="zh-CN" altLang="en-US" dirty="0">
                <a:latin typeface="+mn-lt"/>
                <a:ea typeface="+mn-ea"/>
                <a:cs typeface="+mn-cs"/>
              </a:rPr>
              <a:t>近邻法</a:t>
            </a:r>
            <a:endParaRPr lang="en-US" altLang="zh-CN" dirty="0">
              <a:latin typeface="+mn-lt"/>
              <a:ea typeface="+mn-ea"/>
              <a:cs typeface="+mn-cs"/>
            </a:endParaRPr>
          </a:p>
          <a:p>
            <a:pPr algn="l" eaLnBrk="1" hangingPunct="1">
              <a:buSzPct val="60000"/>
              <a:buFont typeface="Wingdings" panose="05000000000000000000" pitchFamily="2" charset="2"/>
              <a:buChar char="n"/>
            </a:pPr>
            <a:r>
              <a:rPr lang="zh-CN" altLang="en-US" dirty="0">
                <a:latin typeface="+mn-lt"/>
                <a:ea typeface="+mn-ea"/>
                <a:cs typeface="+mn-cs"/>
              </a:rPr>
              <a:t> 模板匹配模式识别</a:t>
            </a:r>
            <a:endParaRPr lang="zh-CN" altLang="en-US" dirty="0">
              <a:latin typeface="+mn-lt"/>
              <a:ea typeface="+mn-ea"/>
              <a:cs typeface="+mn-cs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098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5.1 </a:t>
            </a:r>
            <a:r>
              <a:rPr lang="zh-CN" altLang="en-US" dirty="0"/>
              <a:t>非线性分类器基本概念</a:t>
            </a:r>
            <a:endParaRPr lang="zh-CN" altLang="en-US" dirty="0"/>
          </a:p>
        </p:txBody>
      </p:sp>
      <p:sp>
        <p:nvSpPr>
          <p:cNvPr id="4099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对于线性不可分情况，可用线性分类器得到某准则函数下的最好结果，但错误率偏大，此时应采用非线性分类器。</a:t>
            </a:r>
            <a:endParaRPr lang="zh-CN" altLang="en-US" dirty="0"/>
          </a:p>
          <a:p>
            <a:pPr eaLnBrk="1" hangingPunct="1"/>
            <a:r>
              <a:rPr lang="zh-CN" altLang="en-US" dirty="0"/>
              <a:t>分类</a:t>
            </a:r>
            <a:endParaRPr lang="zh-CN" altLang="en-US" dirty="0"/>
          </a:p>
          <a:p>
            <a:pPr eaLnBrk="1" hangingPunct="1">
              <a:buNone/>
            </a:pPr>
            <a:r>
              <a:rPr lang="zh-CN" altLang="en-US" dirty="0"/>
              <a:t>   </a:t>
            </a:r>
            <a:r>
              <a:rPr lang="zh-CN" altLang="en-US" sz="2800" dirty="0"/>
              <a:t>分段线性判别函数</a:t>
            </a:r>
            <a:endParaRPr lang="zh-CN" altLang="en-US" sz="2800" dirty="0"/>
          </a:p>
          <a:p>
            <a:pPr eaLnBrk="1" hangingPunct="1">
              <a:buNone/>
            </a:pPr>
            <a:r>
              <a:rPr lang="zh-CN" altLang="en-US" sz="2800" dirty="0"/>
              <a:t>    二次型判别函数</a:t>
            </a:r>
            <a:endParaRPr lang="zh-CN" altLang="en-US" sz="2800" dirty="0"/>
          </a:p>
          <a:p>
            <a:pPr eaLnBrk="1" hangingPunct="1">
              <a:buNone/>
            </a:pPr>
            <a:r>
              <a:rPr lang="zh-CN" altLang="en-US" sz="2800" dirty="0"/>
              <a:t>    其它非线性判别函数</a:t>
            </a:r>
            <a:endParaRPr lang="zh-CN" altLang="en-US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12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5.1 </a:t>
            </a:r>
            <a:r>
              <a:rPr lang="zh-CN" altLang="en-US" dirty="0"/>
              <a:t>非线性分类器基本概念</a:t>
            </a:r>
            <a:endParaRPr lang="zh-CN" altLang="en-US" dirty="0"/>
          </a:p>
        </p:txBody>
      </p:sp>
      <p:sp>
        <p:nvSpPr>
          <p:cNvPr id="5123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非线性分类器图示</a:t>
            </a:r>
            <a:endParaRPr lang="zh-CN" altLang="en-US" dirty="0"/>
          </a:p>
        </p:txBody>
      </p:sp>
      <p:sp>
        <p:nvSpPr>
          <p:cNvPr id="5124" name="Oval 4"/>
          <p:cNvSpPr/>
          <p:nvPr/>
        </p:nvSpPr>
        <p:spPr>
          <a:xfrm rot="1200000">
            <a:off x="685800" y="2971800"/>
            <a:ext cx="762000" cy="13716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/>
              <a:t>1</a:t>
            </a:r>
            <a:endParaRPr lang="en-US" altLang="zh-CN" sz="1800" dirty="0"/>
          </a:p>
        </p:txBody>
      </p:sp>
      <p:sp>
        <p:nvSpPr>
          <p:cNvPr id="5125" name="Oval 5"/>
          <p:cNvSpPr/>
          <p:nvPr/>
        </p:nvSpPr>
        <p:spPr>
          <a:xfrm rot="-1200000">
            <a:off x="2362200" y="3124200"/>
            <a:ext cx="762000" cy="9144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/>
              <a:t>1</a:t>
            </a:r>
            <a:endParaRPr lang="en-US" altLang="zh-CN" sz="1800" dirty="0"/>
          </a:p>
        </p:txBody>
      </p:sp>
      <p:sp>
        <p:nvSpPr>
          <p:cNvPr id="5126" name="Oval 6"/>
          <p:cNvSpPr/>
          <p:nvPr/>
        </p:nvSpPr>
        <p:spPr>
          <a:xfrm>
            <a:off x="1495425" y="3886200"/>
            <a:ext cx="838200" cy="15240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/>
              <a:t>2</a:t>
            </a:r>
            <a:endParaRPr lang="en-US" altLang="zh-CN" sz="1800" dirty="0"/>
          </a:p>
        </p:txBody>
      </p:sp>
      <p:sp>
        <p:nvSpPr>
          <p:cNvPr id="5127" name="Line 7"/>
          <p:cNvSpPr/>
          <p:nvPr/>
        </p:nvSpPr>
        <p:spPr>
          <a:xfrm flipV="1">
            <a:off x="82550" y="4114800"/>
            <a:ext cx="3352800" cy="53340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</p:sp>
      <p:sp>
        <p:nvSpPr>
          <p:cNvPr id="5128" name="Oval 8"/>
          <p:cNvSpPr/>
          <p:nvPr/>
        </p:nvSpPr>
        <p:spPr>
          <a:xfrm rot="1200000">
            <a:off x="3609975" y="2971800"/>
            <a:ext cx="762000" cy="13716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/>
              <a:t>1</a:t>
            </a:r>
            <a:endParaRPr lang="en-US" altLang="zh-CN" sz="1800" dirty="0"/>
          </a:p>
        </p:txBody>
      </p:sp>
      <p:sp>
        <p:nvSpPr>
          <p:cNvPr id="5129" name="Oval 9"/>
          <p:cNvSpPr/>
          <p:nvPr/>
        </p:nvSpPr>
        <p:spPr>
          <a:xfrm rot="-1200000">
            <a:off x="5286375" y="3124200"/>
            <a:ext cx="762000" cy="9144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/>
              <a:t>1</a:t>
            </a:r>
            <a:endParaRPr lang="en-US" altLang="zh-CN" sz="1800" dirty="0"/>
          </a:p>
        </p:txBody>
      </p:sp>
      <p:sp>
        <p:nvSpPr>
          <p:cNvPr id="5130" name="Oval 10"/>
          <p:cNvSpPr/>
          <p:nvPr/>
        </p:nvSpPr>
        <p:spPr>
          <a:xfrm>
            <a:off x="4419600" y="3886200"/>
            <a:ext cx="838200" cy="15240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/>
              <a:t>2</a:t>
            </a:r>
            <a:endParaRPr lang="en-US" altLang="zh-CN" sz="1800" dirty="0"/>
          </a:p>
        </p:txBody>
      </p:sp>
      <p:sp>
        <p:nvSpPr>
          <p:cNvPr id="5131" name="Oval 11"/>
          <p:cNvSpPr/>
          <p:nvPr/>
        </p:nvSpPr>
        <p:spPr>
          <a:xfrm rot="1200000">
            <a:off x="6353175" y="2971800"/>
            <a:ext cx="762000" cy="13716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/>
              <a:t>1</a:t>
            </a:r>
            <a:endParaRPr lang="en-US" altLang="zh-CN" sz="1800" dirty="0"/>
          </a:p>
        </p:txBody>
      </p:sp>
      <p:sp>
        <p:nvSpPr>
          <p:cNvPr id="5132" name="Oval 12"/>
          <p:cNvSpPr/>
          <p:nvPr/>
        </p:nvSpPr>
        <p:spPr>
          <a:xfrm rot="-1200000">
            <a:off x="8029575" y="3124200"/>
            <a:ext cx="762000" cy="9144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/>
              <a:t>1</a:t>
            </a:r>
            <a:endParaRPr lang="en-US" altLang="zh-CN" sz="1800" dirty="0"/>
          </a:p>
        </p:txBody>
      </p:sp>
      <p:sp>
        <p:nvSpPr>
          <p:cNvPr id="5133" name="Oval 13"/>
          <p:cNvSpPr/>
          <p:nvPr/>
        </p:nvSpPr>
        <p:spPr>
          <a:xfrm>
            <a:off x="7162800" y="3886200"/>
            <a:ext cx="838200" cy="15240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/>
              <a:t>2</a:t>
            </a:r>
            <a:endParaRPr lang="en-US" altLang="zh-CN" sz="1800" dirty="0"/>
          </a:p>
        </p:txBody>
      </p:sp>
      <p:sp>
        <p:nvSpPr>
          <p:cNvPr id="5134" name="Line 14"/>
          <p:cNvSpPr/>
          <p:nvPr/>
        </p:nvSpPr>
        <p:spPr>
          <a:xfrm flipH="1">
            <a:off x="3886200" y="2743200"/>
            <a:ext cx="838200" cy="297180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</p:sp>
      <p:sp>
        <p:nvSpPr>
          <p:cNvPr id="5135" name="Line 15"/>
          <p:cNvSpPr/>
          <p:nvPr/>
        </p:nvSpPr>
        <p:spPr>
          <a:xfrm>
            <a:off x="4724400" y="2743200"/>
            <a:ext cx="1219200" cy="297180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</p:sp>
      <p:sp>
        <p:nvSpPr>
          <p:cNvPr id="5136" name="Freeform 17"/>
          <p:cNvSpPr/>
          <p:nvPr/>
        </p:nvSpPr>
        <p:spPr>
          <a:xfrm>
            <a:off x="6896100" y="2654300"/>
            <a:ext cx="1425575" cy="2984500"/>
          </a:xfrm>
          <a:custGeom>
            <a:avLst/>
            <a:gdLst>
              <a:gd name="txL" fmla="*/ 0 w 960"/>
              <a:gd name="txT" fmla="*/ 0 h 1880"/>
              <a:gd name="txR" fmla="*/ 960 w 960"/>
              <a:gd name="txB" fmla="*/ 1880 h 1880"/>
            </a:gdLst>
            <a:ahLst/>
            <a:cxnLst>
              <a:cxn ang="0">
                <a:pos x="0" y="2147483646"/>
              </a:cxn>
              <a:cxn ang="0">
                <a:pos x="2147483646" y="2147483646"/>
              </a:cxn>
              <a:cxn ang="0">
                <a:pos x="2147483646" y="2147483646"/>
              </a:cxn>
            </a:cxnLst>
            <a:rect l="txL" t="txT" r="txR" b="txB"/>
            <a:pathLst>
              <a:path w="960" h="1880">
                <a:moveTo>
                  <a:pt x="0" y="1832"/>
                </a:moveTo>
                <a:cubicBezTo>
                  <a:pt x="160" y="916"/>
                  <a:pt x="320" y="0"/>
                  <a:pt x="480" y="8"/>
                </a:cubicBezTo>
                <a:cubicBezTo>
                  <a:pt x="640" y="16"/>
                  <a:pt x="880" y="1568"/>
                  <a:pt x="960" y="1880"/>
                </a:cubicBezTo>
              </a:path>
            </a:pathLst>
          </a:custGeom>
          <a:noFill/>
          <a:ln w="9525" cap="flat" cmpd="sng">
            <a:solidFill>
              <a:schemeClr val="tx1">
                <a:alpha val="100000"/>
              </a:scheme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p>
            <a:endParaRPr lang="zh-CN" altLang="en-US"/>
          </a:p>
        </p:txBody>
      </p:sp>
      <p:sp>
        <p:nvSpPr>
          <p:cNvPr id="5137" name="Text Box 18"/>
          <p:cNvSpPr txBox="1"/>
          <p:nvPr/>
        </p:nvSpPr>
        <p:spPr>
          <a:xfrm>
            <a:off x="990600" y="5943600"/>
            <a:ext cx="1752600" cy="45720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线性判别</a:t>
            </a:r>
            <a:endParaRPr lang="zh-CN" altLang="en-US" sz="2400" dirty="0"/>
          </a:p>
        </p:txBody>
      </p:sp>
      <p:sp>
        <p:nvSpPr>
          <p:cNvPr id="5138" name="Text Box 19"/>
          <p:cNvSpPr txBox="1"/>
          <p:nvPr/>
        </p:nvSpPr>
        <p:spPr>
          <a:xfrm>
            <a:off x="3759200" y="5972175"/>
            <a:ext cx="2133600" cy="45720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分段线性判别</a:t>
            </a:r>
            <a:endParaRPr lang="zh-CN" altLang="en-US" sz="2400" dirty="0"/>
          </a:p>
        </p:txBody>
      </p:sp>
      <p:sp>
        <p:nvSpPr>
          <p:cNvPr id="5139" name="Text Box 20"/>
          <p:cNvSpPr txBox="1"/>
          <p:nvPr/>
        </p:nvSpPr>
        <p:spPr>
          <a:xfrm>
            <a:off x="6858000" y="6019800"/>
            <a:ext cx="1524000" cy="45720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二次判别</a:t>
            </a:r>
            <a:endParaRPr lang="zh-CN" altLang="en-US" sz="2400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6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5.1 </a:t>
            </a:r>
            <a:r>
              <a:rPr lang="zh-CN" altLang="en-US" dirty="0"/>
              <a:t>非线性分类器基本概念</a:t>
            </a:r>
            <a:endParaRPr lang="zh-CN" altLang="en-US" dirty="0"/>
          </a:p>
        </p:txBody>
      </p:sp>
      <p:sp>
        <p:nvSpPr>
          <p:cNvPr id="6147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分段线性判别函数是一种特殊的非线性判别函数，由若干段超平面组成，具有较强适应能力。</a:t>
            </a:r>
            <a:endParaRPr lang="zh-CN" altLang="en-US" dirty="0"/>
          </a:p>
        </p:txBody>
      </p:sp>
      <p:sp>
        <p:nvSpPr>
          <p:cNvPr id="6148" name="Freeform 4"/>
          <p:cNvSpPr/>
          <p:nvPr/>
        </p:nvSpPr>
        <p:spPr>
          <a:xfrm>
            <a:off x="1219200" y="3911600"/>
            <a:ext cx="4038600" cy="1193800"/>
          </a:xfrm>
          <a:custGeom>
            <a:avLst/>
            <a:gdLst>
              <a:gd name="txL" fmla="*/ 0 w 2544"/>
              <a:gd name="txT" fmla="*/ 0 h 752"/>
              <a:gd name="txR" fmla="*/ 2544 w 2544"/>
              <a:gd name="txB" fmla="*/ 752 h 752"/>
            </a:gdLst>
            <a:ahLst/>
            <a:cxnLst>
              <a:cxn ang="0">
                <a:pos x="0" y="2147483646"/>
              </a:cxn>
              <a:cxn ang="0">
                <a:pos x="2147483646" y="2147483646"/>
              </a:cxn>
              <a:cxn ang="0">
                <a:pos x="2147483646" y="2147483646"/>
              </a:cxn>
              <a:cxn ang="0">
                <a:pos x="2147483646" y="2147483646"/>
              </a:cxn>
              <a:cxn ang="0">
                <a:pos x="2147483646" y="2147483646"/>
              </a:cxn>
              <a:cxn ang="0">
                <a:pos x="2147483646" y="2147483646"/>
              </a:cxn>
            </a:cxnLst>
            <a:rect l="txL" t="txT" r="txR" b="txB"/>
            <a:pathLst>
              <a:path w="2544" h="752">
                <a:moveTo>
                  <a:pt x="0" y="752"/>
                </a:moveTo>
                <a:cubicBezTo>
                  <a:pt x="148" y="716"/>
                  <a:pt x="296" y="680"/>
                  <a:pt x="432" y="560"/>
                </a:cubicBezTo>
                <a:cubicBezTo>
                  <a:pt x="568" y="440"/>
                  <a:pt x="704" y="64"/>
                  <a:pt x="816" y="32"/>
                </a:cubicBezTo>
                <a:cubicBezTo>
                  <a:pt x="928" y="0"/>
                  <a:pt x="984" y="344"/>
                  <a:pt x="1104" y="368"/>
                </a:cubicBezTo>
                <a:cubicBezTo>
                  <a:pt x="1224" y="392"/>
                  <a:pt x="1296" y="112"/>
                  <a:pt x="1536" y="176"/>
                </a:cubicBezTo>
                <a:cubicBezTo>
                  <a:pt x="1776" y="240"/>
                  <a:pt x="2376" y="656"/>
                  <a:pt x="2544" y="752"/>
                </a:cubicBezTo>
              </a:path>
            </a:pathLst>
          </a:custGeom>
          <a:noFill/>
          <a:ln w="9525" cap="flat" cmpd="sng">
            <a:solidFill>
              <a:schemeClr val="folHlink">
                <a:alpha val="100000"/>
              </a:scheme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p>
            <a:endParaRPr lang="zh-CN" altLang="en-US"/>
          </a:p>
        </p:txBody>
      </p:sp>
      <p:sp>
        <p:nvSpPr>
          <p:cNvPr id="6149" name="Line 5"/>
          <p:cNvSpPr/>
          <p:nvPr/>
        </p:nvSpPr>
        <p:spPr>
          <a:xfrm flipV="1">
            <a:off x="1235075" y="4784725"/>
            <a:ext cx="685800" cy="304800"/>
          </a:xfrm>
          <a:prstGeom prst="line">
            <a:avLst/>
          </a:prstGeom>
          <a:ln w="9525" cap="flat" cmpd="sng">
            <a:solidFill>
              <a:schemeClr val="hlink"/>
            </a:solidFill>
            <a:prstDash val="solid"/>
            <a:headEnd type="none" w="med" len="med"/>
            <a:tailEnd type="none" w="med" len="med"/>
          </a:ln>
        </p:spPr>
      </p:sp>
      <p:sp>
        <p:nvSpPr>
          <p:cNvPr id="6150" name="Line 6"/>
          <p:cNvSpPr/>
          <p:nvPr/>
        </p:nvSpPr>
        <p:spPr>
          <a:xfrm flipV="1">
            <a:off x="1905000" y="3962400"/>
            <a:ext cx="609600" cy="838200"/>
          </a:xfrm>
          <a:prstGeom prst="line">
            <a:avLst/>
          </a:prstGeom>
          <a:ln w="9525" cap="flat" cmpd="sng">
            <a:solidFill>
              <a:schemeClr val="hlink"/>
            </a:solidFill>
            <a:prstDash val="solid"/>
            <a:headEnd type="none" w="med" len="med"/>
            <a:tailEnd type="none" w="med" len="med"/>
          </a:ln>
        </p:spPr>
      </p:sp>
      <p:sp>
        <p:nvSpPr>
          <p:cNvPr id="6151" name="Line 7"/>
          <p:cNvSpPr/>
          <p:nvPr/>
        </p:nvSpPr>
        <p:spPr>
          <a:xfrm>
            <a:off x="2514600" y="3962400"/>
            <a:ext cx="381000" cy="533400"/>
          </a:xfrm>
          <a:prstGeom prst="line">
            <a:avLst/>
          </a:prstGeom>
          <a:ln w="9525" cap="flat" cmpd="sng">
            <a:solidFill>
              <a:schemeClr val="hlink"/>
            </a:solidFill>
            <a:prstDash val="solid"/>
            <a:headEnd type="none" w="med" len="med"/>
            <a:tailEnd type="none" w="med" len="med"/>
          </a:ln>
        </p:spPr>
      </p:sp>
      <p:sp>
        <p:nvSpPr>
          <p:cNvPr id="6152" name="Line 8"/>
          <p:cNvSpPr/>
          <p:nvPr/>
        </p:nvSpPr>
        <p:spPr>
          <a:xfrm flipV="1">
            <a:off x="2895600" y="4191000"/>
            <a:ext cx="609600" cy="304800"/>
          </a:xfrm>
          <a:prstGeom prst="line">
            <a:avLst/>
          </a:prstGeom>
          <a:ln w="9525" cap="flat" cmpd="sng">
            <a:solidFill>
              <a:schemeClr val="hlink"/>
            </a:solidFill>
            <a:prstDash val="solid"/>
            <a:headEnd type="none" w="med" len="med"/>
            <a:tailEnd type="none" w="med" len="med"/>
          </a:ln>
        </p:spPr>
      </p:sp>
      <p:sp>
        <p:nvSpPr>
          <p:cNvPr id="6153" name="Line 9"/>
          <p:cNvSpPr/>
          <p:nvPr/>
        </p:nvSpPr>
        <p:spPr>
          <a:xfrm>
            <a:off x="3505200" y="4191000"/>
            <a:ext cx="1752600" cy="914400"/>
          </a:xfrm>
          <a:prstGeom prst="line">
            <a:avLst/>
          </a:prstGeom>
          <a:ln w="9525" cap="flat" cmpd="sng">
            <a:solidFill>
              <a:schemeClr val="hlink"/>
            </a:solidFill>
            <a:prstDash val="solid"/>
            <a:headEnd type="none" w="med" len="med"/>
            <a:tailEnd type="none" w="med" len="med"/>
          </a:ln>
        </p:spPr>
      </p:sp>
      <p:sp>
        <p:nvSpPr>
          <p:cNvPr id="6154" name="Text Box 10"/>
          <p:cNvSpPr txBox="1"/>
          <p:nvPr/>
        </p:nvSpPr>
        <p:spPr>
          <a:xfrm>
            <a:off x="4343400" y="3962400"/>
            <a:ext cx="4572000" cy="45720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可逼近任意复杂的非线性决策面</a:t>
            </a:r>
            <a:endParaRPr lang="zh-CN" altLang="en-US" sz="2400" dirty="0"/>
          </a:p>
        </p:txBody>
      </p:sp>
      <p:sp>
        <p:nvSpPr>
          <p:cNvPr id="6155" name="Text Box 11"/>
          <p:cNvSpPr txBox="1"/>
          <p:nvPr/>
        </p:nvSpPr>
        <p:spPr>
          <a:xfrm>
            <a:off x="152400" y="5410200"/>
            <a:ext cx="8839200" cy="779463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1800" dirty="0"/>
              <a:t>分段线性分类器：近邻法分类器</a:t>
            </a:r>
            <a:r>
              <a:rPr lang="en-US" altLang="zh-CN" sz="1800" dirty="0"/>
              <a:t>—</a:t>
            </a:r>
            <a:r>
              <a:rPr lang="zh-CN" altLang="en-US" sz="1800" dirty="0"/>
              <a:t>受最小距离分类器启发，所有样本均作为典型样本</a:t>
            </a:r>
            <a:endParaRPr lang="zh-CN" altLang="en-US" sz="1800" dirty="0"/>
          </a:p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1800" dirty="0"/>
              <a:t>                          前向多层神经网络（神经网络部分介绍）</a:t>
            </a:r>
            <a:endParaRPr lang="zh-CN" altLang="en-US" sz="1800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717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5.2 </a:t>
            </a:r>
            <a:r>
              <a:rPr lang="zh-CN" altLang="en-US" dirty="0"/>
              <a:t>近邻法</a:t>
            </a:r>
            <a:r>
              <a:rPr lang="en-US" altLang="zh-CN" dirty="0"/>
              <a:t>—</a:t>
            </a:r>
            <a:r>
              <a:rPr lang="zh-CN" altLang="en-US" dirty="0"/>
              <a:t>最近邻法</a:t>
            </a:r>
            <a:endParaRPr lang="zh-CN" altLang="en-US" dirty="0"/>
          </a:p>
        </p:txBody>
      </p:sp>
      <p:sp>
        <p:nvSpPr>
          <p:cNvPr id="7171" name="Rectangle 3"/>
          <p:cNvSpPr>
            <a:spLocks noGrp="1"/>
          </p:cNvSpPr>
          <p:nvPr>
            <p:ph type="body" sz="half" idx="1"/>
          </p:nvPr>
        </p:nvSpPr>
        <p:spPr>
          <a:xfrm>
            <a:off x="228600" y="2017713"/>
            <a:ext cx="8610600" cy="4114800"/>
          </a:xfrm>
          <a:ln/>
        </p:spPr>
        <p:txBody>
          <a:bodyPr vert="horz" wrap="square" lIns="91440" tIns="45720" rIns="91440" bIns="45720" anchor="t" anchorCtr="0"/>
          <a:p>
            <a:pPr eaLnBrk="1" hangingPunct="1">
              <a:lnSpc>
                <a:spcPct val="12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</a:pPr>
            <a:r>
              <a:rPr lang="zh-CN" altLang="en-US" sz="2400" dirty="0"/>
              <a:t>受最小距离分类器启发，基本思想：如待识样本</a:t>
            </a:r>
            <a:r>
              <a:rPr lang="en-US" altLang="zh-CN" sz="2400" b="1" dirty="0"/>
              <a:t>x</a:t>
            </a:r>
            <a:r>
              <a:rPr lang="zh-CN" altLang="en-US" sz="2400" dirty="0"/>
              <a:t>与样本      之间的距离最小，而                ，则决策</a:t>
            </a:r>
            <a:r>
              <a:rPr lang="en-US" altLang="zh-CN" sz="2400" b="1" dirty="0"/>
              <a:t>x</a:t>
            </a:r>
            <a:r>
              <a:rPr lang="zh-CN" altLang="en-US" sz="2400" dirty="0"/>
              <a:t>属于       （决策</a:t>
            </a:r>
            <a:r>
              <a:rPr lang="en-US" altLang="zh-CN" sz="2400" b="1" dirty="0"/>
              <a:t>x</a:t>
            </a:r>
            <a:r>
              <a:rPr lang="zh-CN" altLang="en-US" sz="2400" dirty="0"/>
              <a:t>与离其最近的样本       同类）</a:t>
            </a:r>
            <a:endParaRPr lang="zh-CN" altLang="en-US" sz="2400" b="1" dirty="0"/>
          </a:p>
        </p:txBody>
      </p:sp>
      <p:graphicFrame>
        <p:nvGraphicFramePr>
          <p:cNvPr id="7172" name="Object 4"/>
          <p:cNvGraphicFramePr>
            <a:graphicFrameLocks noChangeAspect="1"/>
          </p:cNvGraphicFramePr>
          <p:nvPr>
            <p:ph sz="quarter" idx="2"/>
          </p:nvPr>
        </p:nvGraphicFramePr>
        <p:xfrm>
          <a:off x="8153400" y="2028825"/>
          <a:ext cx="427038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8" name="" r:id="rId1" imgW="177800" imgH="190500" progId="Equation.DSMT4">
                  <p:embed/>
                </p:oleObj>
              </mc:Choice>
              <mc:Fallback>
                <p:oleObj name="" r:id="rId1" imgW="177800" imgH="190500" progId="Equation.DSMT4">
                  <p:embed/>
                  <p:pic>
                    <p:nvPicPr>
                      <p:cNvPr id="0" name="图片 3077"/>
                      <p:cNvPicPr/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>
                      <a:xfrm>
                        <a:off x="8153400" y="2028825"/>
                        <a:ext cx="427038" cy="457200"/>
                      </a:xfrm>
                      <a:prstGeom prst="rect">
                        <a:avLst/>
                      </a:prstGeom>
                      <a:noFill/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173" name="Object 6"/>
          <p:cNvGraphicFramePr>
            <a:graphicFrameLocks noChangeAspect="1"/>
          </p:cNvGraphicFramePr>
          <p:nvPr>
            <p:ph sz="quarter" idx="3"/>
          </p:nvPr>
        </p:nvGraphicFramePr>
        <p:xfrm>
          <a:off x="3414713" y="2438400"/>
          <a:ext cx="1171575" cy="619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9" name="" r:id="rId3" imgW="457200" imgH="241300" progId="Equation.DSMT4">
                  <p:embed/>
                </p:oleObj>
              </mc:Choice>
              <mc:Fallback>
                <p:oleObj name="" r:id="rId3" imgW="457200" imgH="241300" progId="Equation.DSMT4">
                  <p:embed/>
                  <p:pic>
                    <p:nvPicPr>
                      <p:cNvPr id="0" name="图片 3078"/>
                      <p:cNvPicPr/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>
                      <a:xfrm>
                        <a:off x="3414713" y="2438400"/>
                        <a:ext cx="1171575" cy="619125"/>
                      </a:xfrm>
                      <a:prstGeom prst="rect">
                        <a:avLst/>
                      </a:prstGeom>
                      <a:noFill/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174" name="Object 8"/>
          <p:cNvGraphicFramePr>
            <a:graphicFrameLocks noChangeAspect="1"/>
          </p:cNvGraphicFramePr>
          <p:nvPr/>
        </p:nvGraphicFramePr>
        <p:xfrm>
          <a:off x="6629400" y="2438400"/>
          <a:ext cx="439738" cy="609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7" name="" r:id="rId5" imgW="165100" imgH="228600" progId="Equation.DSMT4">
                  <p:embed/>
                </p:oleObj>
              </mc:Choice>
              <mc:Fallback>
                <p:oleObj name="" r:id="rId5" imgW="165100" imgH="228600" progId="Equation.DSMT4">
                  <p:embed/>
                  <p:pic>
                    <p:nvPicPr>
                      <p:cNvPr id="0" name="图片 3076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6629400" y="2438400"/>
                        <a:ext cx="439738" cy="60960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7175" name="Rectangle 10"/>
          <p:cNvSpPr/>
          <p:nvPr/>
        </p:nvSpPr>
        <p:spPr>
          <a:xfrm>
            <a:off x="0" y="3333750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7176" name="Object 9"/>
          <p:cNvGraphicFramePr>
            <a:graphicFrameLocks noChangeAspect="1"/>
          </p:cNvGraphicFramePr>
          <p:nvPr/>
        </p:nvGraphicFramePr>
        <p:xfrm>
          <a:off x="2890838" y="2900363"/>
          <a:ext cx="434975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6" name="" r:id="rId7" imgW="177800" imgH="190500" progId="Equation.DSMT4">
                  <p:embed/>
                </p:oleObj>
              </mc:Choice>
              <mc:Fallback>
                <p:oleObj name="" r:id="rId7" imgW="177800" imgH="190500" progId="Equation.DSMT4">
                  <p:embed/>
                  <p:pic>
                    <p:nvPicPr>
                      <p:cNvPr id="0" name="图片 3075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2890838" y="2900363"/>
                        <a:ext cx="434975" cy="45720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7177" name="Rectangle 16"/>
          <p:cNvSpPr/>
          <p:nvPr/>
        </p:nvSpPr>
        <p:spPr>
          <a:xfrm>
            <a:off x="0" y="3314700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sp>
        <p:nvSpPr>
          <p:cNvPr id="7178" name="Line 26"/>
          <p:cNvSpPr/>
          <p:nvPr/>
        </p:nvSpPr>
        <p:spPr>
          <a:xfrm>
            <a:off x="5562600" y="5786438"/>
            <a:ext cx="0" cy="76200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</p:sp>
      <p:grpSp>
        <p:nvGrpSpPr>
          <p:cNvPr id="7179" name="Group 62"/>
          <p:cNvGrpSpPr/>
          <p:nvPr/>
        </p:nvGrpSpPr>
        <p:grpSpPr>
          <a:xfrm>
            <a:off x="1447800" y="3200400"/>
            <a:ext cx="6072188" cy="3514725"/>
            <a:chOff x="912" y="2016"/>
            <a:chExt cx="3825" cy="2214"/>
          </a:xfrm>
        </p:grpSpPr>
        <p:sp>
          <p:nvSpPr>
            <p:cNvPr id="7180" name="Oval 32"/>
            <p:cNvSpPr/>
            <p:nvPr/>
          </p:nvSpPr>
          <p:spPr>
            <a:xfrm>
              <a:off x="3312" y="2784"/>
              <a:ext cx="144" cy="144"/>
            </a:xfrm>
            <a:prstGeom prst="ellipse">
              <a:avLst/>
            </a:pr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grpSp>
          <p:nvGrpSpPr>
            <p:cNvPr id="7181" name="Group 44"/>
            <p:cNvGrpSpPr/>
            <p:nvPr/>
          </p:nvGrpSpPr>
          <p:grpSpPr>
            <a:xfrm>
              <a:off x="912" y="2016"/>
              <a:ext cx="3825" cy="2214"/>
              <a:chOff x="912" y="2016"/>
              <a:chExt cx="3825" cy="2214"/>
            </a:xfrm>
          </p:grpSpPr>
          <p:sp>
            <p:nvSpPr>
              <p:cNvPr id="7182" name="Line 21"/>
              <p:cNvSpPr/>
              <p:nvPr/>
            </p:nvSpPr>
            <p:spPr>
              <a:xfrm>
                <a:off x="1851" y="2928"/>
                <a:ext cx="1134" cy="0"/>
              </a:xfrm>
              <a:prstGeom prst="line">
                <a:avLst/>
              </a:prstGeom>
              <a:ln w="9525" cap="flat" cmpd="sng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7183" name="Line 25"/>
              <p:cNvSpPr/>
              <p:nvPr/>
            </p:nvSpPr>
            <p:spPr>
              <a:xfrm>
                <a:off x="2400" y="3648"/>
                <a:ext cx="1104" cy="0"/>
              </a:xfrm>
              <a:prstGeom prst="line">
                <a:avLst/>
              </a:prstGeom>
              <a:ln w="9525" cap="flat" cmpd="sng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</p:sp>
          <p:sp>
            <p:nvSpPr>
              <p:cNvPr id="7184" name="Line 30"/>
              <p:cNvSpPr/>
              <p:nvPr/>
            </p:nvSpPr>
            <p:spPr>
              <a:xfrm flipH="1" flipV="1">
                <a:off x="1824" y="2928"/>
                <a:ext cx="576" cy="720"/>
              </a:xfrm>
              <a:prstGeom prst="line">
                <a:avLst/>
              </a:prstGeom>
              <a:ln w="9525" cap="flat" cmpd="sng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</p:sp>
          <p:grpSp>
            <p:nvGrpSpPr>
              <p:cNvPr id="7185" name="Group 43"/>
              <p:cNvGrpSpPr/>
              <p:nvPr/>
            </p:nvGrpSpPr>
            <p:grpSpPr>
              <a:xfrm>
                <a:off x="912" y="2016"/>
                <a:ext cx="3825" cy="2214"/>
                <a:chOff x="912" y="2016"/>
                <a:chExt cx="3825" cy="2214"/>
              </a:xfrm>
            </p:grpSpPr>
            <p:sp>
              <p:nvSpPr>
                <p:cNvPr id="7186" name="Line 11"/>
                <p:cNvSpPr/>
                <p:nvPr/>
              </p:nvSpPr>
              <p:spPr>
                <a:xfrm flipV="1">
                  <a:off x="2736" y="2064"/>
                  <a:ext cx="0" cy="2112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triangle" w="med" len="med"/>
                </a:ln>
              </p:spPr>
            </p:sp>
            <p:sp>
              <p:nvSpPr>
                <p:cNvPr id="7187" name="Line 12"/>
                <p:cNvSpPr/>
                <p:nvPr/>
              </p:nvSpPr>
              <p:spPr>
                <a:xfrm>
                  <a:off x="912" y="3945"/>
                  <a:ext cx="3792" cy="0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triangle" w="med" len="med"/>
                </a:ln>
              </p:spPr>
            </p:sp>
            <p:graphicFrame>
              <p:nvGraphicFramePr>
                <p:cNvPr id="7188" name="Object 13"/>
                <p:cNvGraphicFramePr>
                  <a:graphicFrameLocks noChangeAspect="1"/>
                </p:cNvGraphicFramePr>
                <p:nvPr/>
              </p:nvGraphicFramePr>
              <p:xfrm>
                <a:off x="2640" y="3840"/>
                <a:ext cx="209" cy="23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082" name="" r:id="rId9" imgW="114300" imgH="127000" progId="Equation.DSMT4">
                        <p:embed/>
                      </p:oleObj>
                    </mc:Choice>
                    <mc:Fallback>
                      <p:oleObj name="" r:id="rId9" imgW="114300" imgH="127000" progId="Equation.DSMT4">
                        <p:embed/>
                        <p:pic>
                          <p:nvPicPr>
                            <p:cNvPr id="0" name="图片 3081"/>
                            <p:cNvPicPr/>
                            <p:nvPr/>
                          </p:nvPicPr>
                          <p:blipFill>
                            <a:blip r:embed="rId10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40" y="3840"/>
                              <a:ext cx="209" cy="232"/>
                            </a:xfrm>
                            <a:prstGeom prst="rect">
                              <a:avLst/>
                            </a:prstGeom>
                            <a:noFill/>
                            <a:ln w="38100">
                              <a:noFill/>
                              <a:miter/>
                            </a:ln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7189" name="Object 14"/>
                <p:cNvGraphicFramePr>
                  <a:graphicFrameLocks noChangeAspect="1"/>
                </p:cNvGraphicFramePr>
                <p:nvPr/>
              </p:nvGraphicFramePr>
              <p:xfrm>
                <a:off x="1711" y="3656"/>
                <a:ext cx="209" cy="23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083" name="" r:id="rId11" imgW="114300" imgH="127000" progId="Equation.DSMT4">
                        <p:embed/>
                      </p:oleObj>
                    </mc:Choice>
                    <mc:Fallback>
                      <p:oleObj name="" r:id="rId11" imgW="114300" imgH="127000" progId="Equation.DSMT4">
                        <p:embed/>
                        <p:pic>
                          <p:nvPicPr>
                            <p:cNvPr id="0" name="图片 3082"/>
                            <p:cNvPicPr/>
                            <p:nvPr/>
                          </p:nvPicPr>
                          <p:blipFill>
                            <a:blip r:embed="rId10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11" y="3656"/>
                              <a:ext cx="209" cy="232"/>
                            </a:xfrm>
                            <a:prstGeom prst="rect">
                              <a:avLst/>
                            </a:prstGeom>
                            <a:noFill/>
                            <a:ln w="38100">
                              <a:noFill/>
                              <a:miter/>
                            </a:ln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7190" name="Object 15"/>
                <p:cNvGraphicFramePr>
                  <a:graphicFrameLocks noChangeAspect="1"/>
                </p:cNvGraphicFramePr>
                <p:nvPr/>
              </p:nvGraphicFramePr>
              <p:xfrm>
                <a:off x="4521" y="3906"/>
                <a:ext cx="216" cy="324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081" name="" r:id="rId12" imgW="152400" imgH="228600" progId="Equation.DSMT4">
                        <p:embed/>
                      </p:oleObj>
                    </mc:Choice>
                    <mc:Fallback>
                      <p:oleObj name="" r:id="rId12" imgW="152400" imgH="228600" progId="Equation.DSMT4">
                        <p:embed/>
                        <p:pic>
                          <p:nvPicPr>
                            <p:cNvPr id="0" name="图片 3080"/>
                            <p:cNvPicPr/>
                            <p:nvPr/>
                          </p:nvPicPr>
                          <p:blipFill>
                            <a:blip r:embed="rId13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4521" y="3906"/>
                              <a:ext cx="216" cy="324"/>
                            </a:xfrm>
                            <a:prstGeom prst="rect">
                              <a:avLst/>
                            </a:prstGeom>
                            <a:noFill/>
                            <a:ln w="38100">
                              <a:noFill/>
                              <a:miter/>
                            </a:ln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7191" name="Object 17"/>
                <p:cNvGraphicFramePr>
                  <a:graphicFrameLocks noChangeAspect="1"/>
                </p:cNvGraphicFramePr>
                <p:nvPr/>
              </p:nvGraphicFramePr>
              <p:xfrm>
                <a:off x="2496" y="2016"/>
                <a:ext cx="208" cy="288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080" name="" r:id="rId14" imgW="165100" imgH="228600" progId="Equation.DSMT4">
                        <p:embed/>
                      </p:oleObj>
                    </mc:Choice>
                    <mc:Fallback>
                      <p:oleObj name="" r:id="rId14" imgW="165100" imgH="228600" progId="Equation.DSMT4">
                        <p:embed/>
                        <p:pic>
                          <p:nvPicPr>
                            <p:cNvPr id="0" name="图片 3079"/>
                            <p:cNvPicPr/>
                            <p:nvPr/>
                          </p:nvPicPr>
                          <p:blipFill>
                            <a:blip r:embed="rId1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96" y="2016"/>
                              <a:ext cx="208" cy="288"/>
                            </a:xfrm>
                            <a:prstGeom prst="rect">
                              <a:avLst/>
                            </a:prstGeom>
                            <a:noFill/>
                            <a:ln w="38100">
                              <a:noFill/>
                              <a:miter/>
                            </a:ln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7192" name="Object 18"/>
                <p:cNvGraphicFramePr>
                  <a:graphicFrameLocks noChangeAspect="1"/>
                </p:cNvGraphicFramePr>
                <p:nvPr/>
              </p:nvGraphicFramePr>
              <p:xfrm>
                <a:off x="2640" y="2448"/>
                <a:ext cx="209" cy="23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092" name="" r:id="rId16" imgW="114300" imgH="127000" progId="Equation.DSMT4">
                        <p:embed/>
                      </p:oleObj>
                    </mc:Choice>
                    <mc:Fallback>
                      <p:oleObj name="" r:id="rId16" imgW="114300" imgH="127000" progId="Equation.DSMT4">
                        <p:embed/>
                        <p:pic>
                          <p:nvPicPr>
                            <p:cNvPr id="0" name="图片 3091"/>
                            <p:cNvPicPr/>
                            <p:nvPr/>
                          </p:nvPicPr>
                          <p:blipFill>
                            <a:blip r:embed="rId10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40" y="2448"/>
                              <a:ext cx="209" cy="232"/>
                            </a:xfrm>
                            <a:prstGeom prst="rect">
                              <a:avLst/>
                            </a:prstGeom>
                            <a:noFill/>
                            <a:ln w="38100">
                              <a:noFill/>
                              <a:miter/>
                            </a:ln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sp>
              <p:nvSpPr>
                <p:cNvPr id="7193" name="Oval 19"/>
                <p:cNvSpPr/>
                <p:nvPr/>
              </p:nvSpPr>
              <p:spPr>
                <a:xfrm>
                  <a:off x="2667" y="3207"/>
                  <a:ext cx="144" cy="144"/>
                </a:xfrm>
                <a:prstGeom prst="ellipse">
                  <a:avLst/>
                </a:prstGeom>
                <a:solidFill>
                  <a:schemeClr val="bg1"/>
                </a:solidFill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txBody>
                <a:bodyPr wrap="none" anchor="ctr" anchorCtr="0"/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folHlink"/>
                    </a:buClr>
                    <a:buSzPct val="60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55000"/>
                    <a:buFont typeface="Wingdings" panose="05000000000000000000" pitchFamily="2" charset="2"/>
                    <a:buChar char="n"/>
                    <a:defRPr sz="2800">
                      <a:solidFill>
                        <a:schemeClr val="tx1"/>
                      </a:solidFill>
                      <a:latin typeface="+mn-lt"/>
                      <a:ea typeface="+mn-ea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folHlink"/>
                    </a:buClr>
                    <a:buSzPct val="50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+mn-lt"/>
                      <a:ea typeface="+mn-ea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55000"/>
                    <a:buFont typeface="Wingdings" panose="05000000000000000000" pitchFamily="2" charset="2"/>
                    <a:buChar char="n"/>
                    <a:defRPr sz="2000">
                      <a:solidFill>
                        <a:schemeClr val="tx1"/>
                      </a:solidFill>
                      <a:latin typeface="+mn-lt"/>
                      <a:ea typeface="+mn-ea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1"/>
                    </a:buClr>
                    <a:buSzPct val="50000"/>
                    <a:buFont typeface="Wingdings" panose="05000000000000000000" pitchFamily="2" charset="2"/>
                    <a:buChar char="n"/>
                    <a:defRPr sz="2000">
                      <a:solidFill>
                        <a:schemeClr val="tx1"/>
                      </a:solidFill>
                      <a:latin typeface="+mn-lt"/>
                      <a:ea typeface="+mn-ea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 dirty="0">
                    <a:latin typeface="Tahoma" panose="020B0604030504040204" pitchFamily="34" charset="0"/>
                    <a:ea typeface="华文新魏" panose="02010800040101010101" pitchFamily="2" charset="-122"/>
                  </a:endParaRPr>
                </a:p>
              </p:txBody>
            </p:sp>
            <p:sp>
              <p:nvSpPr>
                <p:cNvPr id="7194" name="Oval 20"/>
                <p:cNvSpPr/>
                <p:nvPr/>
              </p:nvSpPr>
              <p:spPr>
                <a:xfrm>
                  <a:off x="4176" y="3879"/>
                  <a:ext cx="144" cy="144"/>
                </a:xfrm>
                <a:prstGeom prst="ellipse">
                  <a:avLst/>
                </a:prstGeom>
                <a:solidFill>
                  <a:schemeClr val="bg1"/>
                </a:solidFill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txBody>
                <a:bodyPr wrap="none" anchor="ctr" anchorCtr="0"/>
                <a:lstStyle>
                  <a:lvl1pPr marL="342900" indent="-3429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folHlink"/>
                    </a:buClr>
                    <a:buSzPct val="60000"/>
                    <a:buFont typeface="Wingdings" panose="05000000000000000000" pitchFamily="2" charset="2"/>
                    <a:buChar char="n"/>
                    <a:defRPr sz="3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55000"/>
                    <a:buFont typeface="Wingdings" panose="05000000000000000000" pitchFamily="2" charset="2"/>
                    <a:buChar char="n"/>
                    <a:defRPr sz="2800">
                      <a:solidFill>
                        <a:schemeClr val="tx1"/>
                      </a:solidFill>
                      <a:latin typeface="+mn-lt"/>
                      <a:ea typeface="+mn-ea"/>
                    </a:defRPr>
                  </a:lvl2pPr>
                  <a:lvl3pPr marL="11430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folHlink"/>
                    </a:buClr>
                    <a:buSzPct val="50000"/>
                    <a:buFont typeface="Wingdings" panose="05000000000000000000" pitchFamily="2" charset="2"/>
                    <a:buChar char="n"/>
                    <a:defRPr sz="2400">
                      <a:solidFill>
                        <a:schemeClr val="tx1"/>
                      </a:solidFill>
                      <a:latin typeface="+mn-lt"/>
                      <a:ea typeface="+mn-ea"/>
                    </a:defRPr>
                  </a:lvl3pPr>
                  <a:lvl4pPr marL="16002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55000"/>
                    <a:buFont typeface="Wingdings" panose="05000000000000000000" pitchFamily="2" charset="2"/>
                    <a:buChar char="n"/>
                    <a:defRPr sz="2000">
                      <a:solidFill>
                        <a:schemeClr val="tx1"/>
                      </a:solidFill>
                      <a:latin typeface="+mn-lt"/>
                      <a:ea typeface="+mn-ea"/>
                    </a:defRPr>
                  </a:lvl4pPr>
                  <a:lvl5pPr marL="2057400" indent="-228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1"/>
                    </a:buClr>
                    <a:buSzPct val="50000"/>
                    <a:buFont typeface="Wingdings" panose="05000000000000000000" pitchFamily="2" charset="2"/>
                    <a:buChar char="n"/>
                    <a:defRPr sz="2000">
                      <a:solidFill>
                        <a:schemeClr val="tx1"/>
                      </a:solidFill>
                      <a:latin typeface="+mn-lt"/>
                      <a:ea typeface="+mn-ea"/>
                    </a:defRPr>
                  </a:lvl5pPr>
                </a:lstStyle>
                <a:p>
                  <a:pPr marL="0" lvl="0" indent="0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 dirty="0">
                    <a:latin typeface="Tahoma" panose="020B0604030504040204" pitchFamily="34" charset="0"/>
                    <a:ea typeface="华文新魏" panose="02010800040101010101" pitchFamily="2" charset="-122"/>
                  </a:endParaRPr>
                </a:p>
              </p:txBody>
            </p:sp>
            <p:sp>
              <p:nvSpPr>
                <p:cNvPr id="7195" name="Line 31"/>
                <p:cNvSpPr/>
                <p:nvPr/>
              </p:nvSpPr>
              <p:spPr>
                <a:xfrm flipV="1">
                  <a:off x="2976" y="2256"/>
                  <a:ext cx="288" cy="672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  <p:sp>
              <p:nvSpPr>
                <p:cNvPr id="7196" name="Freeform 42"/>
                <p:cNvSpPr/>
                <p:nvPr/>
              </p:nvSpPr>
              <p:spPr>
                <a:xfrm>
                  <a:off x="1719" y="2260"/>
                  <a:ext cx="1742" cy="1920"/>
                </a:xfrm>
                <a:custGeom>
                  <a:avLst/>
                  <a:gdLst>
                    <a:gd name="txL" fmla="*/ 0 w 1742"/>
                    <a:gd name="txT" fmla="*/ 0 h 1920"/>
                    <a:gd name="txR" fmla="*/ 1742 w 1742"/>
                    <a:gd name="txB" fmla="*/ 1920 h 1920"/>
                  </a:gdLst>
                  <a:ahLst/>
                  <a:cxnLst>
                    <a:cxn ang="0">
                      <a:pos x="1484" y="0"/>
                    </a:cxn>
                    <a:cxn ang="0">
                      <a:pos x="1414" y="123"/>
                    </a:cxn>
                    <a:cxn ang="0">
                      <a:pos x="1388" y="175"/>
                    </a:cxn>
                    <a:cxn ang="0">
                      <a:pos x="1344" y="280"/>
                    </a:cxn>
                    <a:cxn ang="0">
                      <a:pos x="1283" y="367"/>
                    </a:cxn>
                    <a:cxn ang="0">
                      <a:pos x="1257" y="411"/>
                    </a:cxn>
                    <a:cxn ang="0">
                      <a:pos x="1248" y="437"/>
                    </a:cxn>
                    <a:cxn ang="0">
                      <a:pos x="1231" y="463"/>
                    </a:cxn>
                    <a:cxn ang="0">
                      <a:pos x="1222" y="498"/>
                    </a:cxn>
                    <a:cxn ang="0">
                      <a:pos x="1161" y="603"/>
                    </a:cxn>
                    <a:cxn ang="0">
                      <a:pos x="1135" y="620"/>
                    </a:cxn>
                    <a:cxn ang="0">
                      <a:pos x="0" y="637"/>
                    </a:cxn>
                    <a:cxn ang="0">
                      <a:pos x="53" y="838"/>
                    </a:cxn>
                    <a:cxn ang="0">
                      <a:pos x="79" y="891"/>
                    </a:cxn>
                    <a:cxn ang="0">
                      <a:pos x="88" y="917"/>
                    </a:cxn>
                    <a:cxn ang="0">
                      <a:pos x="96" y="943"/>
                    </a:cxn>
                    <a:cxn ang="0">
                      <a:pos x="149" y="1004"/>
                    </a:cxn>
                    <a:cxn ang="0">
                      <a:pos x="253" y="1109"/>
                    </a:cxn>
                    <a:cxn ang="0">
                      <a:pos x="306" y="1170"/>
                    </a:cxn>
                    <a:cxn ang="0">
                      <a:pos x="393" y="1240"/>
                    </a:cxn>
                    <a:cxn ang="0">
                      <a:pos x="437" y="1283"/>
                    </a:cxn>
                    <a:cxn ang="0">
                      <a:pos x="454" y="1309"/>
                    </a:cxn>
                    <a:cxn ang="0">
                      <a:pos x="524" y="1371"/>
                    </a:cxn>
                    <a:cxn ang="0">
                      <a:pos x="541" y="1397"/>
                    </a:cxn>
                    <a:cxn ang="0">
                      <a:pos x="568" y="1414"/>
                    </a:cxn>
                    <a:cxn ang="0">
                      <a:pos x="585" y="1449"/>
                    </a:cxn>
                    <a:cxn ang="0">
                      <a:pos x="655" y="1493"/>
                    </a:cxn>
                    <a:cxn ang="0">
                      <a:pos x="1711" y="1536"/>
                    </a:cxn>
                    <a:cxn ang="0">
                      <a:pos x="1728" y="1920"/>
                    </a:cxn>
                  </a:cxnLst>
                  <a:rect l="txL" t="txT" r="txR" b="txB"/>
                  <a:pathLst>
                    <a:path w="1742" h="1920">
                      <a:moveTo>
                        <a:pt x="1484" y="0"/>
                      </a:moveTo>
                      <a:cubicBezTo>
                        <a:pt x="1467" y="49"/>
                        <a:pt x="1451" y="86"/>
                        <a:pt x="1414" y="123"/>
                      </a:cubicBezTo>
                      <a:cubicBezTo>
                        <a:pt x="1381" y="218"/>
                        <a:pt x="1433" y="74"/>
                        <a:pt x="1388" y="175"/>
                      </a:cubicBezTo>
                      <a:cubicBezTo>
                        <a:pt x="1370" y="214"/>
                        <a:pt x="1368" y="244"/>
                        <a:pt x="1344" y="280"/>
                      </a:cubicBezTo>
                      <a:cubicBezTo>
                        <a:pt x="1334" y="313"/>
                        <a:pt x="1308" y="342"/>
                        <a:pt x="1283" y="367"/>
                      </a:cubicBezTo>
                      <a:cubicBezTo>
                        <a:pt x="1258" y="440"/>
                        <a:pt x="1293" y="351"/>
                        <a:pt x="1257" y="411"/>
                      </a:cubicBezTo>
                      <a:cubicBezTo>
                        <a:pt x="1252" y="419"/>
                        <a:pt x="1252" y="429"/>
                        <a:pt x="1248" y="437"/>
                      </a:cubicBezTo>
                      <a:cubicBezTo>
                        <a:pt x="1243" y="446"/>
                        <a:pt x="1237" y="454"/>
                        <a:pt x="1231" y="463"/>
                      </a:cubicBezTo>
                      <a:cubicBezTo>
                        <a:pt x="1228" y="475"/>
                        <a:pt x="1225" y="486"/>
                        <a:pt x="1222" y="498"/>
                      </a:cubicBezTo>
                      <a:cubicBezTo>
                        <a:pt x="1202" y="586"/>
                        <a:pt x="1225" y="571"/>
                        <a:pt x="1161" y="603"/>
                      </a:cubicBezTo>
                      <a:cubicBezTo>
                        <a:pt x="1152" y="608"/>
                        <a:pt x="1144" y="614"/>
                        <a:pt x="1135" y="620"/>
                      </a:cubicBezTo>
                      <a:cubicBezTo>
                        <a:pt x="788" y="603"/>
                        <a:pt x="207" y="442"/>
                        <a:pt x="0" y="637"/>
                      </a:cubicBezTo>
                      <a:cubicBezTo>
                        <a:pt x="5" y="696"/>
                        <a:pt x="4" y="791"/>
                        <a:pt x="53" y="838"/>
                      </a:cubicBezTo>
                      <a:cubicBezTo>
                        <a:pt x="71" y="897"/>
                        <a:pt x="48" y="830"/>
                        <a:pt x="79" y="891"/>
                      </a:cubicBezTo>
                      <a:cubicBezTo>
                        <a:pt x="83" y="899"/>
                        <a:pt x="85" y="908"/>
                        <a:pt x="88" y="917"/>
                      </a:cubicBezTo>
                      <a:cubicBezTo>
                        <a:pt x="91" y="926"/>
                        <a:pt x="92" y="935"/>
                        <a:pt x="96" y="943"/>
                      </a:cubicBezTo>
                      <a:cubicBezTo>
                        <a:pt x="108" y="967"/>
                        <a:pt x="130" y="986"/>
                        <a:pt x="149" y="1004"/>
                      </a:cubicBezTo>
                      <a:cubicBezTo>
                        <a:pt x="165" y="1057"/>
                        <a:pt x="210" y="1080"/>
                        <a:pt x="253" y="1109"/>
                      </a:cubicBezTo>
                      <a:cubicBezTo>
                        <a:pt x="277" y="1125"/>
                        <a:pt x="287" y="1151"/>
                        <a:pt x="306" y="1170"/>
                      </a:cubicBezTo>
                      <a:cubicBezTo>
                        <a:pt x="331" y="1194"/>
                        <a:pt x="364" y="1220"/>
                        <a:pt x="393" y="1240"/>
                      </a:cubicBezTo>
                      <a:cubicBezTo>
                        <a:pt x="438" y="1308"/>
                        <a:pt x="379" y="1226"/>
                        <a:pt x="437" y="1283"/>
                      </a:cubicBezTo>
                      <a:cubicBezTo>
                        <a:pt x="444" y="1290"/>
                        <a:pt x="447" y="1301"/>
                        <a:pt x="454" y="1309"/>
                      </a:cubicBezTo>
                      <a:cubicBezTo>
                        <a:pt x="489" y="1349"/>
                        <a:pt x="489" y="1347"/>
                        <a:pt x="524" y="1371"/>
                      </a:cubicBezTo>
                      <a:cubicBezTo>
                        <a:pt x="530" y="1380"/>
                        <a:pt x="534" y="1390"/>
                        <a:pt x="541" y="1397"/>
                      </a:cubicBezTo>
                      <a:cubicBezTo>
                        <a:pt x="549" y="1404"/>
                        <a:pt x="561" y="1406"/>
                        <a:pt x="568" y="1414"/>
                      </a:cubicBezTo>
                      <a:cubicBezTo>
                        <a:pt x="576" y="1424"/>
                        <a:pt x="577" y="1439"/>
                        <a:pt x="585" y="1449"/>
                      </a:cubicBezTo>
                      <a:cubicBezTo>
                        <a:pt x="600" y="1468"/>
                        <a:pt x="633" y="1485"/>
                        <a:pt x="655" y="1493"/>
                      </a:cubicBezTo>
                      <a:cubicBezTo>
                        <a:pt x="913" y="1751"/>
                        <a:pt x="1370" y="1431"/>
                        <a:pt x="1711" y="1536"/>
                      </a:cubicBezTo>
                      <a:cubicBezTo>
                        <a:pt x="1742" y="1655"/>
                        <a:pt x="1728" y="1800"/>
                        <a:pt x="1728" y="1920"/>
                      </a:cubicBezTo>
                    </a:path>
                  </a:pathLst>
                </a:custGeom>
                <a:noFill/>
                <a:ln w="9525" cap="flat" cmpd="sng">
                  <a:solidFill>
                    <a:schemeClr val="tx1">
                      <a:alpha val="100000"/>
                    </a:schemeClr>
                  </a:solidFill>
                  <a:prstDash val="lgDash"/>
                  <a:round/>
                  <a:headEnd type="none" w="med" len="med"/>
                  <a:tailEnd type="none" w="med" len="med"/>
                </a:ln>
              </p:spPr>
              <p:txBody>
                <a:bodyPr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819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5.2 </a:t>
            </a:r>
            <a:r>
              <a:rPr lang="zh-CN" altLang="en-US" dirty="0"/>
              <a:t>近邻法</a:t>
            </a:r>
            <a:r>
              <a:rPr lang="en-US" altLang="zh-CN" dirty="0"/>
              <a:t>—</a:t>
            </a:r>
            <a:r>
              <a:rPr lang="zh-CN" altLang="en-US" dirty="0"/>
              <a:t>最近邻法</a:t>
            </a:r>
            <a:endParaRPr lang="zh-CN" altLang="en-US" dirty="0"/>
          </a:p>
        </p:txBody>
      </p:sp>
      <p:graphicFrame>
        <p:nvGraphicFramePr>
          <p:cNvPr id="8195" name="Object 4"/>
          <p:cNvGraphicFramePr>
            <a:graphicFrameLocks noChangeAspect="1"/>
          </p:cNvGraphicFramePr>
          <p:nvPr>
            <p:ph idx="1"/>
          </p:nvPr>
        </p:nvGraphicFramePr>
        <p:xfrm>
          <a:off x="317500" y="2216150"/>
          <a:ext cx="8509000" cy="40084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1" name="" r:id="rId1" imgW="3289300" imgH="1549400" progId="Equation.DSMT4">
                  <p:embed/>
                </p:oleObj>
              </mc:Choice>
              <mc:Fallback>
                <p:oleObj name="" r:id="rId1" imgW="3289300" imgH="1549400" progId="Equation.DSMT4">
                  <p:embed/>
                  <p:pic>
                    <p:nvPicPr>
                      <p:cNvPr id="0" name="图片 3090"/>
                      <p:cNvPicPr/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>
                      <a:xfrm>
                        <a:off x="317500" y="2216150"/>
                        <a:ext cx="8509000" cy="4008438"/>
                      </a:xfrm>
                      <a:prstGeom prst="rect">
                        <a:avLst/>
                      </a:prstGeom>
                      <a:noFill/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9218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5.2 </a:t>
            </a:r>
            <a:r>
              <a:rPr lang="zh-CN" altLang="en-US" dirty="0"/>
              <a:t>近邻法</a:t>
            </a:r>
            <a:r>
              <a:rPr lang="en-US" altLang="zh-CN" dirty="0"/>
              <a:t>—</a:t>
            </a:r>
            <a:r>
              <a:rPr lang="zh-CN" altLang="en-US" dirty="0"/>
              <a:t>最近邻法</a:t>
            </a:r>
            <a:endParaRPr lang="zh-CN" altLang="en-US" dirty="0"/>
          </a:p>
        </p:txBody>
      </p:sp>
      <p:graphicFrame>
        <p:nvGraphicFramePr>
          <p:cNvPr id="9219" name="Object 4"/>
          <p:cNvGraphicFramePr>
            <a:graphicFrameLocks noChangeAspect="1"/>
          </p:cNvGraphicFramePr>
          <p:nvPr>
            <p:ph idx="1"/>
          </p:nvPr>
        </p:nvGraphicFramePr>
        <p:xfrm>
          <a:off x="762000" y="2438400"/>
          <a:ext cx="8001000" cy="33829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9" name="" r:id="rId1" imgW="3124200" imgH="1320800" progId="Equation.DSMT4">
                  <p:embed/>
                </p:oleObj>
              </mc:Choice>
              <mc:Fallback>
                <p:oleObj name="" r:id="rId1" imgW="3124200" imgH="1320800" progId="Equation.DSMT4">
                  <p:embed/>
                  <p:pic>
                    <p:nvPicPr>
                      <p:cNvPr id="0" name="图片 3088"/>
                      <p:cNvPicPr/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>
                      <a:xfrm>
                        <a:off x="762000" y="2438400"/>
                        <a:ext cx="8001000" cy="3382963"/>
                      </a:xfrm>
                      <a:prstGeom prst="rect">
                        <a:avLst/>
                      </a:prstGeom>
                      <a:noFill/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024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5.3 </a:t>
            </a:r>
            <a:r>
              <a:rPr lang="zh-CN" altLang="en-US" dirty="0"/>
              <a:t>近邻法</a:t>
            </a:r>
            <a:r>
              <a:rPr lang="en-US" altLang="zh-CN" dirty="0"/>
              <a:t>—k</a:t>
            </a:r>
            <a:r>
              <a:rPr lang="zh-CN" altLang="en-US" dirty="0"/>
              <a:t>近邻法</a:t>
            </a:r>
            <a:endParaRPr lang="zh-CN" altLang="en-US" dirty="0"/>
          </a:p>
        </p:txBody>
      </p:sp>
      <p:sp>
        <p:nvSpPr>
          <p:cNvPr id="10243" name="Rectangle 3"/>
          <p:cNvSpPr>
            <a:spLocks noGrp="1"/>
          </p:cNvSpPr>
          <p:nvPr>
            <p:ph type="body" sz="half" idx="1"/>
          </p:nvPr>
        </p:nvSpPr>
        <p:spPr>
          <a:xfrm>
            <a:off x="228600" y="2017713"/>
            <a:ext cx="8686800" cy="4114800"/>
          </a:xfrm>
          <a:ln/>
        </p:spPr>
        <p:txBody>
          <a:bodyPr vert="horz" wrap="square" lIns="91440" tIns="45720" rIns="91440" bIns="45720" anchor="t" anchorCtr="0"/>
          <a:p>
            <a:pPr marL="0" indent="0" eaLnBrk="1" hangingPunct="1">
              <a:lnSpc>
                <a:spcPct val="12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  <a:buNone/>
            </a:pPr>
            <a:r>
              <a:rPr lang="zh-CN" altLang="en-US" sz="2800" dirty="0"/>
              <a:t>基本思想：</a:t>
            </a:r>
            <a:r>
              <a:rPr lang="en-US" altLang="zh-CN" sz="2800" dirty="0"/>
              <a:t>k</a:t>
            </a:r>
            <a:r>
              <a:rPr lang="zh-CN" altLang="en-US" sz="2800" dirty="0"/>
              <a:t>近邻法是最近邻法的一个合理的推广，其取待识样本</a:t>
            </a:r>
            <a:r>
              <a:rPr lang="en-US" altLang="zh-CN" sz="2800" b="1" dirty="0"/>
              <a:t>x</a:t>
            </a:r>
            <a:r>
              <a:rPr lang="zh-CN" altLang="en-US" sz="2800" dirty="0"/>
              <a:t>的</a:t>
            </a:r>
            <a:r>
              <a:rPr lang="en-US" altLang="zh-CN" sz="2800" dirty="0"/>
              <a:t>k</a:t>
            </a:r>
            <a:r>
              <a:rPr lang="zh-CN" altLang="en-US" sz="2800" dirty="0"/>
              <a:t>个近邻，如果</a:t>
            </a:r>
            <a:r>
              <a:rPr lang="en-US" altLang="zh-CN" sz="2800" dirty="0"/>
              <a:t>k</a:t>
            </a:r>
            <a:r>
              <a:rPr lang="zh-CN" altLang="en-US" sz="2800" dirty="0"/>
              <a:t>个近邻中多数属于      类，就决策</a:t>
            </a:r>
            <a:r>
              <a:rPr lang="en-US" altLang="zh-CN" sz="2800" b="1" dirty="0"/>
              <a:t>x</a:t>
            </a:r>
            <a:r>
              <a:rPr lang="zh-CN" altLang="en-US" sz="2800" dirty="0"/>
              <a:t>属于      类。</a:t>
            </a:r>
            <a:endParaRPr lang="zh-CN" altLang="en-US" sz="2800" b="1" dirty="0"/>
          </a:p>
        </p:txBody>
      </p:sp>
      <p:graphicFrame>
        <p:nvGraphicFramePr>
          <p:cNvPr id="10244" name="Object 4"/>
          <p:cNvGraphicFramePr>
            <a:graphicFrameLocks noChangeAspect="1"/>
          </p:cNvGraphicFramePr>
          <p:nvPr>
            <p:ph sz="half" idx="2"/>
          </p:nvPr>
        </p:nvGraphicFramePr>
        <p:xfrm>
          <a:off x="7972425" y="2566988"/>
          <a:ext cx="450850" cy="623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4" name="" r:id="rId1" imgW="165100" imgH="228600" progId="Equation.DSMT4">
                  <p:embed/>
                </p:oleObj>
              </mc:Choice>
              <mc:Fallback>
                <p:oleObj name="" r:id="rId1" imgW="165100" imgH="228600" progId="Equation.DSMT4">
                  <p:embed/>
                  <p:pic>
                    <p:nvPicPr>
                      <p:cNvPr id="0" name="图片 3083"/>
                      <p:cNvPicPr/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>
                      <a:xfrm>
                        <a:off x="7972425" y="2566988"/>
                        <a:ext cx="450850" cy="623887"/>
                      </a:xfrm>
                      <a:prstGeom prst="rect">
                        <a:avLst/>
                      </a:prstGeom>
                      <a:noFill/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5" name="Object 6"/>
          <p:cNvGraphicFramePr>
            <a:graphicFrameLocks noChangeAspect="1"/>
          </p:cNvGraphicFramePr>
          <p:nvPr/>
        </p:nvGraphicFramePr>
        <p:xfrm>
          <a:off x="3028950" y="3081338"/>
          <a:ext cx="450850" cy="623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8" name="" r:id="rId3" imgW="165100" imgH="228600" progId="Equation.DSMT4">
                  <p:embed/>
                </p:oleObj>
              </mc:Choice>
              <mc:Fallback>
                <p:oleObj name="" r:id="rId3" imgW="165100" imgH="228600" progId="Equation.DSMT4">
                  <p:embed/>
                  <p:pic>
                    <p:nvPicPr>
                      <p:cNvPr id="0" name="图片 3087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3028950" y="3081338"/>
                        <a:ext cx="450850" cy="623887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46" name="Line 7"/>
          <p:cNvSpPr/>
          <p:nvPr/>
        </p:nvSpPr>
        <p:spPr>
          <a:xfrm flipV="1">
            <a:off x="2971800" y="3581400"/>
            <a:ext cx="0" cy="297180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headEnd type="none" w="med" len="med"/>
            <a:tailEnd type="triangle" w="med" len="med"/>
          </a:ln>
        </p:spPr>
      </p:sp>
      <p:sp>
        <p:nvSpPr>
          <p:cNvPr id="10247" name="Line 8"/>
          <p:cNvSpPr/>
          <p:nvPr/>
        </p:nvSpPr>
        <p:spPr>
          <a:xfrm>
            <a:off x="2286000" y="6067425"/>
            <a:ext cx="5105400" cy="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headEnd type="none" w="med" len="med"/>
            <a:tailEnd type="triangle" w="med" len="med"/>
          </a:ln>
        </p:spPr>
      </p:sp>
      <p:sp>
        <p:nvSpPr>
          <p:cNvPr id="10248" name="Oval 9"/>
          <p:cNvSpPr/>
          <p:nvPr/>
        </p:nvSpPr>
        <p:spPr>
          <a:xfrm>
            <a:off x="3962400" y="4191000"/>
            <a:ext cx="1066800" cy="1143000"/>
          </a:xfrm>
          <a:prstGeom prst="ellipse">
            <a:avLst/>
          </a:prstGeom>
          <a:solidFill>
            <a:schemeClr val="bg1"/>
          </a:solidFill>
          <a:ln w="9525" cap="flat" cmpd="sng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sp>
        <p:nvSpPr>
          <p:cNvPr id="10249" name="Rectangle 11"/>
          <p:cNvSpPr/>
          <p:nvPr/>
        </p:nvSpPr>
        <p:spPr>
          <a:xfrm>
            <a:off x="0" y="3314700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10250" name="Object 10"/>
          <p:cNvGraphicFramePr>
            <a:graphicFrameLocks noChangeAspect="1"/>
          </p:cNvGraphicFramePr>
          <p:nvPr/>
        </p:nvGraphicFramePr>
        <p:xfrm>
          <a:off x="7162800" y="6096000"/>
          <a:ext cx="355600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5" name="" r:id="rId5" imgW="152400" imgH="228600" progId="Equation.DSMT4">
                  <p:embed/>
                </p:oleObj>
              </mc:Choice>
              <mc:Fallback>
                <p:oleObj name="" r:id="rId5" imgW="152400" imgH="228600" progId="Equation.DSMT4">
                  <p:embed/>
                  <p:pic>
                    <p:nvPicPr>
                      <p:cNvPr id="0" name="图片 3084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7162800" y="6096000"/>
                        <a:ext cx="355600" cy="53340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51" name="Object 12"/>
          <p:cNvGraphicFramePr>
            <a:graphicFrameLocks noChangeAspect="1"/>
          </p:cNvGraphicFramePr>
          <p:nvPr/>
        </p:nvGraphicFramePr>
        <p:xfrm>
          <a:off x="2514600" y="3505200"/>
          <a:ext cx="38576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6" name="" r:id="rId7" imgW="165100" imgH="228600" progId="Equation.DSMT4">
                  <p:embed/>
                </p:oleObj>
              </mc:Choice>
              <mc:Fallback>
                <p:oleObj name="" r:id="rId7" imgW="165100" imgH="228600" progId="Equation.DSMT4">
                  <p:embed/>
                  <p:pic>
                    <p:nvPicPr>
                      <p:cNvPr id="0" name="图片 3085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2514600" y="3505200"/>
                        <a:ext cx="385763" cy="53340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52" name="Rectangle 60"/>
          <p:cNvSpPr/>
          <p:nvPr/>
        </p:nvSpPr>
        <p:spPr>
          <a:xfrm>
            <a:off x="0" y="3357563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10253" name="Object 59"/>
          <p:cNvGraphicFramePr>
            <a:graphicFrameLocks noChangeAspect="1"/>
          </p:cNvGraphicFramePr>
          <p:nvPr/>
        </p:nvGraphicFramePr>
        <p:xfrm>
          <a:off x="4348163" y="4633913"/>
          <a:ext cx="263525" cy="304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7" name="" r:id="rId9" imgW="127000" imgH="139700" progId="Equation.DSMT4">
                  <p:embed/>
                </p:oleObj>
              </mc:Choice>
              <mc:Fallback>
                <p:oleObj name="" r:id="rId9" imgW="127000" imgH="139700" progId="Equation.DSMT4">
                  <p:embed/>
                  <p:pic>
                    <p:nvPicPr>
                      <p:cNvPr id="0" name="图片 3086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4348163" y="4633913"/>
                        <a:ext cx="263525" cy="30480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r:id="rId11" p14:bwMode="auto">
            <p14:nvContentPartPr>
              <p14:cNvPr id="4102" name="Ink 13"/>
              <p14:cNvContentPartPr/>
              <p14:nvPr/>
            </p14:nvContentPartPr>
            <p14:xfrm>
              <a:off x="4217988" y="4525963"/>
              <a:ext cx="1587" cy="1587"/>
            </p14:xfrm>
          </p:contentPart>
        </mc:Choice>
        <mc:Fallback xmlns="">
          <p:pic>
            <p:nvPicPr>
              <p:cNvPr id="4102" name="Ink 13"/>
            </p:nvPicPr>
            <p:blipFill>
              <a:blip r:embed="rId12"/>
            </p:blipFill>
            <p:spPr>
              <a:xfrm>
                <a:off x="4217988" y="4525963"/>
                <a:ext cx="1587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13" p14:bwMode="auto">
            <p14:nvContentPartPr>
              <p14:cNvPr id="4103" name="Ink 14"/>
              <p14:cNvContentPartPr/>
              <p14:nvPr/>
            </p14:nvContentPartPr>
            <p14:xfrm>
              <a:off x="4235450" y="4664075"/>
              <a:ext cx="1588" cy="1588"/>
            </p14:xfrm>
          </p:contentPart>
        </mc:Choice>
        <mc:Fallback xmlns="">
          <p:pic>
            <p:nvPicPr>
              <p:cNvPr id="4103" name="Ink 14"/>
            </p:nvPicPr>
            <p:blipFill>
              <a:blip r:embed="rId14"/>
            </p:blipFill>
            <p:spPr>
              <a:xfrm>
                <a:off x="4235450" y="4664075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15" p14:bwMode="auto">
            <p14:nvContentPartPr>
              <p14:cNvPr id="4104" name="Ink 15"/>
              <p14:cNvContentPartPr/>
              <p14:nvPr/>
            </p14:nvContentPartPr>
            <p14:xfrm>
              <a:off x="4192588" y="4818063"/>
              <a:ext cx="1587" cy="1587"/>
            </p14:xfrm>
          </p:contentPart>
        </mc:Choice>
        <mc:Fallback xmlns="">
          <p:pic>
            <p:nvPicPr>
              <p:cNvPr id="4104" name="Ink 15"/>
            </p:nvPicPr>
            <p:blipFill>
              <a:blip r:embed="rId12"/>
            </p:blipFill>
            <p:spPr>
              <a:xfrm>
                <a:off x="4192588" y="4818063"/>
                <a:ext cx="1587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16" p14:bwMode="auto">
            <p14:nvContentPartPr>
              <p14:cNvPr id="4105" name="Ink 16"/>
              <p14:cNvContentPartPr/>
              <p14:nvPr/>
            </p14:nvContentPartPr>
            <p14:xfrm>
              <a:off x="4294188" y="4946650"/>
              <a:ext cx="1587" cy="1588"/>
            </p14:xfrm>
          </p:contentPart>
        </mc:Choice>
        <mc:Fallback xmlns="">
          <p:pic>
            <p:nvPicPr>
              <p:cNvPr id="4105" name="Ink 16"/>
            </p:nvPicPr>
            <p:blipFill>
              <a:blip r:embed="rId12"/>
            </p:blipFill>
            <p:spPr>
              <a:xfrm>
                <a:off x="4294188" y="4946650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17" p14:bwMode="auto">
            <p14:nvContentPartPr>
              <p14:cNvPr id="4106" name="Ink 17"/>
              <p14:cNvContentPartPr/>
              <p14:nvPr/>
            </p14:nvContentPartPr>
            <p14:xfrm>
              <a:off x="4457700" y="5160963"/>
              <a:ext cx="1588" cy="1587"/>
            </p14:xfrm>
          </p:contentPart>
        </mc:Choice>
        <mc:Fallback xmlns="">
          <p:pic>
            <p:nvPicPr>
              <p:cNvPr id="4106" name="Ink 17"/>
            </p:nvPicPr>
            <p:blipFill>
              <a:blip r:embed="rId12"/>
            </p:blipFill>
            <p:spPr>
              <a:xfrm>
                <a:off x="4457700" y="5160963"/>
                <a:ext cx="1588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18" p14:bwMode="auto">
            <p14:nvContentPartPr>
              <p14:cNvPr id="4107" name="Ink 18"/>
              <p14:cNvContentPartPr/>
              <p14:nvPr/>
            </p14:nvContentPartPr>
            <p14:xfrm>
              <a:off x="4749800" y="4535488"/>
              <a:ext cx="1588" cy="1587"/>
            </p14:xfrm>
          </p:contentPart>
        </mc:Choice>
        <mc:Fallback xmlns="">
          <p:pic>
            <p:nvPicPr>
              <p:cNvPr id="4107" name="Ink 18"/>
            </p:nvPicPr>
            <p:blipFill>
              <a:blip r:embed="rId19"/>
            </p:blipFill>
            <p:spPr>
              <a:xfrm>
                <a:off x="4749800" y="4535488"/>
                <a:ext cx="1588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20" p14:bwMode="auto">
            <p14:nvContentPartPr>
              <p14:cNvPr id="4108" name="Ink 19"/>
              <p14:cNvContentPartPr/>
              <p14:nvPr/>
            </p14:nvContentPartPr>
            <p14:xfrm>
              <a:off x="4826000" y="4783138"/>
              <a:ext cx="1588" cy="1587"/>
            </p14:xfrm>
          </p:contentPart>
        </mc:Choice>
        <mc:Fallback xmlns="">
          <p:pic>
            <p:nvPicPr>
              <p:cNvPr id="4108" name="Ink 19"/>
            </p:nvPicPr>
            <p:blipFill>
              <a:blip r:embed="rId19"/>
            </p:blipFill>
            <p:spPr>
              <a:xfrm>
                <a:off x="4826000" y="4783138"/>
                <a:ext cx="1588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21" p14:bwMode="auto">
            <p14:nvContentPartPr>
              <p14:cNvPr id="4109" name="Ink 20"/>
              <p14:cNvContentPartPr/>
              <p14:nvPr/>
            </p14:nvContentPartPr>
            <p14:xfrm>
              <a:off x="4757738" y="5108575"/>
              <a:ext cx="1587" cy="1588"/>
            </p14:xfrm>
          </p:contentPart>
        </mc:Choice>
        <mc:Fallback xmlns="">
          <p:pic>
            <p:nvPicPr>
              <p:cNvPr id="4109" name="Ink 20"/>
            </p:nvPicPr>
            <p:blipFill>
              <a:blip r:embed="rId19"/>
            </p:blipFill>
            <p:spPr>
              <a:xfrm>
                <a:off x="4757738" y="5108575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22" p14:bwMode="auto">
            <p14:nvContentPartPr>
              <p14:cNvPr id="4110" name="Ink 21"/>
              <p14:cNvContentPartPr/>
              <p14:nvPr/>
            </p14:nvContentPartPr>
            <p14:xfrm>
              <a:off x="3446463" y="4954588"/>
              <a:ext cx="128587" cy="95250"/>
            </p14:xfrm>
          </p:contentPart>
        </mc:Choice>
        <mc:Fallback xmlns="">
          <p:pic>
            <p:nvPicPr>
              <p:cNvPr id="4110" name="Ink 21"/>
            </p:nvPicPr>
            <p:blipFill>
              <a:blip r:embed="rId23"/>
            </p:blipFill>
            <p:spPr>
              <a:xfrm>
                <a:off x="3446463" y="4954588"/>
                <a:ext cx="128587" cy="95250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24" p14:bwMode="auto">
            <p14:nvContentPartPr>
              <p14:cNvPr id="4111" name="Ink 22"/>
              <p14:cNvContentPartPr/>
              <p14:nvPr/>
            </p14:nvContentPartPr>
            <p14:xfrm>
              <a:off x="3454400" y="5400675"/>
              <a:ext cx="1588" cy="1588"/>
            </p14:xfrm>
          </p:contentPart>
        </mc:Choice>
        <mc:Fallback xmlns="">
          <p:pic>
            <p:nvPicPr>
              <p:cNvPr id="4111" name="Ink 22"/>
            </p:nvPicPr>
            <p:blipFill>
              <a:blip r:embed="rId12"/>
            </p:blipFill>
            <p:spPr>
              <a:xfrm>
                <a:off x="3454400" y="5400675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25" p14:bwMode="auto">
            <p14:nvContentPartPr>
              <p14:cNvPr id="4112" name="Ink 23"/>
              <p14:cNvContentPartPr/>
              <p14:nvPr/>
            </p14:nvContentPartPr>
            <p14:xfrm>
              <a:off x="3892550" y="5194300"/>
              <a:ext cx="1588" cy="1588"/>
            </p14:xfrm>
          </p:contentPart>
        </mc:Choice>
        <mc:Fallback xmlns="">
          <p:pic>
            <p:nvPicPr>
              <p:cNvPr id="4112" name="Ink 23"/>
            </p:nvPicPr>
            <p:blipFill>
              <a:blip r:embed="rId14"/>
            </p:blipFill>
            <p:spPr>
              <a:xfrm>
                <a:off x="3892550" y="5194300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26" p14:bwMode="auto">
            <p14:nvContentPartPr>
              <p14:cNvPr id="4113" name="Ink 24"/>
              <p14:cNvContentPartPr/>
              <p14:nvPr/>
            </p14:nvContentPartPr>
            <p14:xfrm>
              <a:off x="4003675" y="5435600"/>
              <a:ext cx="1588" cy="1588"/>
            </p14:xfrm>
          </p:contentPart>
        </mc:Choice>
        <mc:Fallback xmlns="">
          <p:pic>
            <p:nvPicPr>
              <p:cNvPr id="4113" name="Ink 24"/>
            </p:nvPicPr>
            <p:blipFill>
              <a:blip r:embed="rId19"/>
            </p:blipFill>
            <p:spPr>
              <a:xfrm>
                <a:off x="4003675" y="5435600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27" p14:bwMode="auto">
            <p14:nvContentPartPr>
              <p14:cNvPr id="4114" name="Ink 25"/>
              <p14:cNvContentPartPr/>
              <p14:nvPr/>
            </p14:nvContentPartPr>
            <p14:xfrm>
              <a:off x="5151438" y="5821363"/>
              <a:ext cx="1587" cy="1587"/>
            </p14:xfrm>
          </p:contentPart>
        </mc:Choice>
        <mc:Fallback xmlns="">
          <p:pic>
            <p:nvPicPr>
              <p:cNvPr id="4114" name="Ink 25"/>
            </p:nvPicPr>
            <p:blipFill>
              <a:blip r:embed="rId19"/>
            </p:blipFill>
            <p:spPr>
              <a:xfrm>
                <a:off x="5151438" y="5821363"/>
                <a:ext cx="1587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28" p14:bwMode="auto">
            <p14:nvContentPartPr>
              <p14:cNvPr id="4115" name="Ink 26"/>
              <p14:cNvContentPartPr/>
              <p14:nvPr/>
            </p14:nvContentPartPr>
            <p14:xfrm>
              <a:off x="5468938" y="5675313"/>
              <a:ext cx="1587" cy="1587"/>
            </p14:xfrm>
          </p:contentPart>
        </mc:Choice>
        <mc:Fallback xmlns="">
          <p:pic>
            <p:nvPicPr>
              <p:cNvPr id="4115" name="Ink 26"/>
            </p:nvPicPr>
            <p:blipFill>
              <a:blip r:embed="rId12"/>
            </p:blipFill>
            <p:spPr>
              <a:xfrm>
                <a:off x="5468938" y="5675313"/>
                <a:ext cx="1587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29" p14:bwMode="auto">
            <p14:nvContentPartPr>
              <p14:cNvPr id="4116" name="Ink 27"/>
              <p14:cNvContentPartPr/>
              <p14:nvPr/>
            </p14:nvContentPartPr>
            <p14:xfrm>
              <a:off x="5889625" y="5272088"/>
              <a:ext cx="1588" cy="1587"/>
            </p14:xfrm>
          </p:contentPart>
        </mc:Choice>
        <mc:Fallback xmlns="">
          <p:pic>
            <p:nvPicPr>
              <p:cNvPr id="4116" name="Ink 27"/>
            </p:nvPicPr>
            <p:blipFill>
              <a:blip r:embed="rId19"/>
            </p:blipFill>
            <p:spPr>
              <a:xfrm>
                <a:off x="5889625" y="5272088"/>
                <a:ext cx="1588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0" p14:bwMode="auto">
            <p14:nvContentPartPr>
              <p14:cNvPr id="4117" name="Ink 28"/>
              <p14:cNvContentPartPr/>
              <p14:nvPr/>
            </p14:nvContentPartPr>
            <p14:xfrm>
              <a:off x="4243388" y="5665788"/>
              <a:ext cx="1587" cy="1587"/>
            </p14:xfrm>
          </p:contentPart>
        </mc:Choice>
        <mc:Fallback xmlns="">
          <p:pic>
            <p:nvPicPr>
              <p:cNvPr id="4117" name="Ink 28"/>
            </p:nvPicPr>
            <p:blipFill>
              <a:blip r:embed="rId12"/>
            </p:blipFill>
            <p:spPr>
              <a:xfrm>
                <a:off x="4243388" y="5665788"/>
                <a:ext cx="1587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1" p14:bwMode="auto">
            <p14:nvContentPartPr>
              <p14:cNvPr id="4118" name="Ink 29"/>
              <p14:cNvContentPartPr/>
              <p14:nvPr/>
            </p14:nvContentPartPr>
            <p14:xfrm>
              <a:off x="4679950" y="5589588"/>
              <a:ext cx="60325" cy="214312"/>
            </p14:xfrm>
          </p:contentPart>
        </mc:Choice>
        <mc:Fallback xmlns="">
          <p:pic>
            <p:nvPicPr>
              <p:cNvPr id="4118" name="Ink 29"/>
            </p:nvPicPr>
            <p:blipFill>
              <a:blip r:embed="rId23"/>
            </p:blipFill>
            <p:spPr>
              <a:xfrm>
                <a:off x="4679950" y="5589588"/>
                <a:ext cx="60325" cy="214312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2" p14:bwMode="auto">
            <p14:nvContentPartPr>
              <p14:cNvPr id="4119" name="Ink 30"/>
              <p14:cNvContentPartPr/>
              <p14:nvPr/>
            </p14:nvContentPartPr>
            <p14:xfrm>
              <a:off x="5108575" y="5468938"/>
              <a:ext cx="1588" cy="1587"/>
            </p14:xfrm>
          </p:contentPart>
        </mc:Choice>
        <mc:Fallback xmlns="">
          <p:pic>
            <p:nvPicPr>
              <p:cNvPr id="4119" name="Ink 30"/>
            </p:nvPicPr>
            <p:blipFill>
              <a:blip r:embed="rId19"/>
            </p:blipFill>
            <p:spPr>
              <a:xfrm>
                <a:off x="5108575" y="5468938"/>
                <a:ext cx="1588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3" p14:bwMode="auto">
            <p14:nvContentPartPr>
              <p14:cNvPr id="4120" name="Ink 31"/>
              <p14:cNvContentPartPr/>
              <p14:nvPr/>
            </p14:nvContentPartPr>
            <p14:xfrm>
              <a:off x="5349875" y="5194300"/>
              <a:ext cx="7938" cy="1588"/>
            </p14:xfrm>
          </p:contentPart>
        </mc:Choice>
        <mc:Fallback xmlns="">
          <p:pic>
            <p:nvPicPr>
              <p:cNvPr id="4120" name="Ink 31"/>
            </p:nvPicPr>
            <p:blipFill>
              <a:blip r:embed="rId34"/>
            </p:blipFill>
            <p:spPr>
              <a:xfrm>
                <a:off x="5349875" y="5194300"/>
                <a:ext cx="793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5" p14:bwMode="auto">
            <p14:nvContentPartPr>
              <p14:cNvPr id="4121" name="Ink 32"/>
              <p14:cNvContentPartPr/>
              <p14:nvPr/>
            </p14:nvContentPartPr>
            <p14:xfrm>
              <a:off x="5426075" y="4921250"/>
              <a:ext cx="1588" cy="1588"/>
            </p14:xfrm>
          </p:contentPart>
        </mc:Choice>
        <mc:Fallback xmlns="">
          <p:pic>
            <p:nvPicPr>
              <p:cNvPr id="4121" name="Ink 32"/>
            </p:nvPicPr>
            <p:blipFill>
              <a:blip r:embed="rId19"/>
            </p:blipFill>
            <p:spPr>
              <a:xfrm>
                <a:off x="5426075" y="4921250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6" p14:bwMode="auto">
            <p14:nvContentPartPr>
              <p14:cNvPr id="4122" name="Ink 33"/>
              <p14:cNvContentPartPr/>
              <p14:nvPr/>
            </p14:nvContentPartPr>
            <p14:xfrm>
              <a:off x="5614988" y="5264150"/>
              <a:ext cx="1587" cy="1588"/>
            </p14:xfrm>
          </p:contentPart>
        </mc:Choice>
        <mc:Fallback xmlns="">
          <p:pic>
            <p:nvPicPr>
              <p:cNvPr id="4122" name="Ink 33"/>
            </p:nvPicPr>
            <p:blipFill>
              <a:blip r:embed="rId12"/>
            </p:blipFill>
            <p:spPr>
              <a:xfrm>
                <a:off x="5614988" y="5264150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7" p14:bwMode="auto">
            <p14:nvContentPartPr>
              <p14:cNvPr id="4123" name="Ink 34"/>
              <p14:cNvContentPartPr/>
              <p14:nvPr/>
            </p14:nvContentPartPr>
            <p14:xfrm>
              <a:off x="6421438" y="5400675"/>
              <a:ext cx="1587" cy="1588"/>
            </p14:xfrm>
          </p:contentPart>
        </mc:Choice>
        <mc:Fallback xmlns="">
          <p:pic>
            <p:nvPicPr>
              <p:cNvPr id="4123" name="Ink 34"/>
            </p:nvPicPr>
            <p:blipFill>
              <a:blip r:embed="rId19"/>
            </p:blipFill>
            <p:spPr>
              <a:xfrm>
                <a:off x="6421438" y="5400675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8" p14:bwMode="auto">
            <p14:nvContentPartPr>
              <p14:cNvPr id="4124" name="Ink 35"/>
              <p14:cNvContentPartPr/>
              <p14:nvPr/>
            </p14:nvContentPartPr>
            <p14:xfrm>
              <a:off x="6164263" y="5108575"/>
              <a:ext cx="1587" cy="1588"/>
            </p14:xfrm>
          </p:contentPart>
        </mc:Choice>
        <mc:Fallback xmlns="">
          <p:pic>
            <p:nvPicPr>
              <p:cNvPr id="4124" name="Ink 35"/>
            </p:nvPicPr>
            <p:blipFill>
              <a:blip r:embed="rId12"/>
            </p:blipFill>
            <p:spPr>
              <a:xfrm>
                <a:off x="6164263" y="5108575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39" p14:bwMode="auto">
            <p14:nvContentPartPr>
              <p14:cNvPr id="4125" name="Ink 36"/>
              <p14:cNvContentPartPr/>
              <p14:nvPr/>
            </p14:nvContentPartPr>
            <p14:xfrm>
              <a:off x="6035675" y="4568825"/>
              <a:ext cx="1588" cy="1588"/>
            </p14:xfrm>
          </p:contentPart>
        </mc:Choice>
        <mc:Fallback xmlns="">
          <p:pic>
            <p:nvPicPr>
              <p:cNvPr id="4125" name="Ink 36"/>
            </p:nvPicPr>
            <p:blipFill>
              <a:blip r:embed="rId19"/>
            </p:blipFill>
            <p:spPr>
              <a:xfrm>
                <a:off x="6035675" y="4568825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0" p14:bwMode="auto">
            <p14:nvContentPartPr>
              <p14:cNvPr id="4126" name="Ink 37"/>
              <p14:cNvContentPartPr/>
              <p14:nvPr/>
            </p14:nvContentPartPr>
            <p14:xfrm>
              <a:off x="5837238" y="4603750"/>
              <a:ext cx="1587" cy="1588"/>
            </p14:xfrm>
          </p:contentPart>
        </mc:Choice>
        <mc:Fallback xmlns="">
          <p:pic>
            <p:nvPicPr>
              <p:cNvPr id="4126" name="Ink 37"/>
            </p:nvPicPr>
            <p:blipFill>
              <a:blip r:embed="rId12"/>
            </p:blipFill>
            <p:spPr>
              <a:xfrm>
                <a:off x="5837238" y="4603750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1" p14:bwMode="auto">
            <p14:nvContentPartPr>
              <p14:cNvPr id="4127" name="Ink 38"/>
              <p14:cNvContentPartPr/>
              <p14:nvPr/>
            </p14:nvContentPartPr>
            <p14:xfrm>
              <a:off x="5803900" y="4089400"/>
              <a:ext cx="1588" cy="1588"/>
            </p14:xfrm>
          </p:contentPart>
        </mc:Choice>
        <mc:Fallback xmlns="">
          <p:pic>
            <p:nvPicPr>
              <p:cNvPr id="4127" name="Ink 38"/>
            </p:nvPicPr>
            <p:blipFill>
              <a:blip r:embed="rId12"/>
            </p:blipFill>
            <p:spPr>
              <a:xfrm>
                <a:off x="5803900" y="4089400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2" p14:bwMode="auto">
            <p14:nvContentPartPr>
              <p14:cNvPr id="4128" name="Ink 39"/>
              <p14:cNvContentPartPr/>
              <p14:nvPr/>
            </p14:nvContentPartPr>
            <p14:xfrm>
              <a:off x="5357813" y="4492625"/>
              <a:ext cx="1587" cy="1588"/>
            </p14:xfrm>
          </p:contentPart>
        </mc:Choice>
        <mc:Fallback xmlns="">
          <p:pic>
            <p:nvPicPr>
              <p:cNvPr id="4128" name="Ink 39"/>
            </p:nvPicPr>
            <p:blipFill>
              <a:blip r:embed="rId12"/>
            </p:blipFill>
            <p:spPr>
              <a:xfrm>
                <a:off x="5357813" y="4492625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3" p14:bwMode="auto">
            <p14:nvContentPartPr>
              <p14:cNvPr id="4129" name="Ink 40"/>
              <p14:cNvContentPartPr/>
              <p14:nvPr/>
            </p14:nvContentPartPr>
            <p14:xfrm>
              <a:off x="5365750" y="4200525"/>
              <a:ext cx="1588" cy="9525"/>
            </p14:xfrm>
          </p:contentPart>
        </mc:Choice>
        <mc:Fallback xmlns="">
          <p:pic>
            <p:nvPicPr>
              <p:cNvPr id="4129" name="Ink 40"/>
            </p:nvPicPr>
            <p:blipFill>
              <a:blip r:embed="rId44"/>
            </p:blipFill>
            <p:spPr>
              <a:xfrm>
                <a:off x="5365750" y="4200525"/>
                <a:ext cx="1588" cy="9525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5" p14:bwMode="auto">
            <p14:nvContentPartPr>
              <p14:cNvPr id="4130" name="Ink 41"/>
              <p14:cNvContentPartPr/>
              <p14:nvPr/>
            </p14:nvContentPartPr>
            <p14:xfrm>
              <a:off x="5314950" y="3736975"/>
              <a:ext cx="1588" cy="9525"/>
            </p14:xfrm>
          </p:contentPart>
        </mc:Choice>
        <mc:Fallback xmlns="">
          <p:pic>
            <p:nvPicPr>
              <p:cNvPr id="4130" name="Ink 41"/>
            </p:nvPicPr>
            <p:blipFill>
              <a:blip r:embed="rId44"/>
            </p:blipFill>
            <p:spPr>
              <a:xfrm>
                <a:off x="5314950" y="3736975"/>
                <a:ext cx="1588" cy="9525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6" p14:bwMode="auto">
            <p14:nvContentPartPr>
              <p14:cNvPr id="4131" name="Ink 42"/>
              <p14:cNvContentPartPr/>
              <p14:nvPr/>
            </p14:nvContentPartPr>
            <p14:xfrm>
              <a:off x="4946650" y="4140200"/>
              <a:ext cx="1588" cy="1588"/>
            </p14:xfrm>
          </p:contentPart>
        </mc:Choice>
        <mc:Fallback xmlns="">
          <p:pic>
            <p:nvPicPr>
              <p:cNvPr id="4131" name="Ink 42"/>
            </p:nvPicPr>
            <p:blipFill>
              <a:blip r:embed="rId12"/>
            </p:blipFill>
            <p:spPr>
              <a:xfrm>
                <a:off x="4946650" y="4140200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7" p14:bwMode="auto">
            <p14:nvContentPartPr>
              <p14:cNvPr id="4132" name="Ink 43"/>
              <p14:cNvContentPartPr/>
              <p14:nvPr/>
            </p14:nvContentPartPr>
            <p14:xfrm>
              <a:off x="4903788" y="3917950"/>
              <a:ext cx="1587" cy="1588"/>
            </p14:xfrm>
          </p:contentPart>
        </mc:Choice>
        <mc:Fallback xmlns="">
          <p:pic>
            <p:nvPicPr>
              <p:cNvPr id="4132" name="Ink 43"/>
            </p:nvPicPr>
            <p:blipFill>
              <a:blip r:embed="rId19"/>
            </p:blipFill>
            <p:spPr>
              <a:xfrm>
                <a:off x="4903788" y="3917950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8" p14:bwMode="auto">
            <p14:nvContentPartPr>
              <p14:cNvPr id="4133" name="Ink 44"/>
              <p14:cNvContentPartPr/>
              <p14:nvPr/>
            </p14:nvContentPartPr>
            <p14:xfrm>
              <a:off x="4929188" y="3549650"/>
              <a:ext cx="1587" cy="1588"/>
            </p14:xfrm>
          </p:contentPart>
        </mc:Choice>
        <mc:Fallback xmlns="">
          <p:pic>
            <p:nvPicPr>
              <p:cNvPr id="4133" name="Ink 44"/>
            </p:nvPicPr>
            <p:blipFill>
              <a:blip r:embed="rId12"/>
            </p:blipFill>
            <p:spPr>
              <a:xfrm>
                <a:off x="4929188" y="3549650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49" p14:bwMode="auto">
            <p14:nvContentPartPr>
              <p14:cNvPr id="4134" name="Ink 45"/>
              <p14:cNvContentPartPr/>
              <p14:nvPr/>
            </p14:nvContentPartPr>
            <p14:xfrm>
              <a:off x="4397375" y="3883025"/>
              <a:ext cx="9525" cy="26988"/>
            </p14:xfrm>
          </p:contentPart>
        </mc:Choice>
        <mc:Fallback xmlns="">
          <p:pic>
            <p:nvPicPr>
              <p:cNvPr id="4134" name="Ink 45"/>
            </p:nvPicPr>
            <p:blipFill>
              <a:blip r:embed="rId50"/>
            </p:blipFill>
            <p:spPr>
              <a:xfrm>
                <a:off x="4397375" y="3883025"/>
                <a:ext cx="9525" cy="269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1" p14:bwMode="auto">
            <p14:nvContentPartPr>
              <p14:cNvPr id="4135" name="Ink 46"/>
              <p14:cNvContentPartPr/>
              <p14:nvPr/>
            </p14:nvContentPartPr>
            <p14:xfrm>
              <a:off x="4371975" y="3678238"/>
              <a:ext cx="1588" cy="1587"/>
            </p14:xfrm>
          </p:contentPart>
        </mc:Choice>
        <mc:Fallback xmlns="">
          <p:pic>
            <p:nvPicPr>
              <p:cNvPr id="4135" name="Ink 46"/>
            </p:nvPicPr>
            <p:blipFill>
              <a:blip r:embed="rId19"/>
            </p:blipFill>
            <p:spPr>
              <a:xfrm>
                <a:off x="4371975" y="3678238"/>
                <a:ext cx="1588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2" p14:bwMode="auto">
            <p14:nvContentPartPr>
              <p14:cNvPr id="4136" name="Ink 47"/>
              <p14:cNvContentPartPr/>
              <p14:nvPr/>
            </p14:nvContentPartPr>
            <p14:xfrm>
              <a:off x="3497263" y="4500563"/>
              <a:ext cx="1587" cy="1587"/>
            </p14:xfrm>
          </p:contentPart>
        </mc:Choice>
        <mc:Fallback xmlns="">
          <p:pic>
            <p:nvPicPr>
              <p:cNvPr id="4136" name="Ink 47"/>
            </p:nvPicPr>
            <p:blipFill>
              <a:blip r:embed="rId12"/>
            </p:blipFill>
            <p:spPr>
              <a:xfrm>
                <a:off x="3497263" y="4500563"/>
                <a:ext cx="1587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3" p14:bwMode="auto">
            <p14:nvContentPartPr>
              <p14:cNvPr id="4137" name="Ink 48"/>
              <p14:cNvContentPartPr/>
              <p14:nvPr/>
            </p14:nvContentPartPr>
            <p14:xfrm>
              <a:off x="3454400" y="4149725"/>
              <a:ext cx="1588" cy="1588"/>
            </p14:xfrm>
          </p:contentPart>
        </mc:Choice>
        <mc:Fallback xmlns="">
          <p:pic>
            <p:nvPicPr>
              <p:cNvPr id="4137" name="Ink 48"/>
            </p:nvPicPr>
            <p:blipFill>
              <a:blip r:embed="rId19"/>
            </p:blipFill>
            <p:spPr>
              <a:xfrm>
                <a:off x="3454400" y="4149725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4" p14:bwMode="auto">
            <p14:nvContentPartPr>
              <p14:cNvPr id="4138" name="Ink 49"/>
              <p14:cNvContentPartPr/>
              <p14:nvPr/>
            </p14:nvContentPartPr>
            <p14:xfrm>
              <a:off x="3806825" y="4235450"/>
              <a:ext cx="1588" cy="1588"/>
            </p14:xfrm>
          </p:contentPart>
        </mc:Choice>
        <mc:Fallback xmlns="">
          <p:pic>
            <p:nvPicPr>
              <p:cNvPr id="4138" name="Ink 49"/>
            </p:nvPicPr>
            <p:blipFill>
              <a:blip r:embed="rId12"/>
            </p:blipFill>
            <p:spPr>
              <a:xfrm>
                <a:off x="3806825" y="4235450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5" p14:bwMode="auto">
            <p14:nvContentPartPr>
              <p14:cNvPr id="4139" name="Ink 50"/>
              <p14:cNvContentPartPr/>
              <p14:nvPr/>
            </p14:nvContentPartPr>
            <p14:xfrm>
              <a:off x="3746500" y="3822700"/>
              <a:ext cx="1588" cy="1588"/>
            </p14:xfrm>
          </p:contentPart>
        </mc:Choice>
        <mc:Fallback xmlns="">
          <p:pic>
            <p:nvPicPr>
              <p:cNvPr id="4139" name="Ink 50"/>
            </p:nvPicPr>
            <p:blipFill>
              <a:blip r:embed="rId12"/>
            </p:blipFill>
            <p:spPr>
              <a:xfrm>
                <a:off x="3746500" y="3822700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6" p14:bwMode="auto">
            <p14:nvContentPartPr>
              <p14:cNvPr id="4140" name="Ink 51"/>
              <p14:cNvContentPartPr/>
              <p14:nvPr/>
            </p14:nvContentPartPr>
            <p14:xfrm>
              <a:off x="3994150" y="3865563"/>
              <a:ext cx="1588" cy="1587"/>
            </p14:xfrm>
          </p:contentPart>
        </mc:Choice>
        <mc:Fallback xmlns="">
          <p:pic>
            <p:nvPicPr>
              <p:cNvPr id="4140" name="Ink 51"/>
            </p:nvPicPr>
            <p:blipFill>
              <a:blip r:embed="rId19"/>
            </p:blipFill>
            <p:spPr>
              <a:xfrm>
                <a:off x="3994150" y="3865563"/>
                <a:ext cx="1588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7" p14:bwMode="auto">
            <p14:nvContentPartPr>
              <p14:cNvPr id="4141" name="Ink 52"/>
              <p14:cNvContentPartPr/>
              <p14:nvPr/>
            </p14:nvContentPartPr>
            <p14:xfrm>
              <a:off x="3232150" y="3951288"/>
              <a:ext cx="1588" cy="1587"/>
            </p14:xfrm>
          </p:contentPart>
        </mc:Choice>
        <mc:Fallback xmlns="">
          <p:pic>
            <p:nvPicPr>
              <p:cNvPr id="4141" name="Ink 52"/>
            </p:nvPicPr>
            <p:blipFill>
              <a:blip r:embed="rId12"/>
            </p:blipFill>
            <p:spPr>
              <a:xfrm>
                <a:off x="3232150" y="3951288"/>
                <a:ext cx="1588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8" p14:bwMode="auto">
            <p14:nvContentPartPr>
              <p14:cNvPr id="4142" name="Ink 53"/>
              <p14:cNvContentPartPr/>
              <p14:nvPr/>
            </p14:nvContentPartPr>
            <p14:xfrm>
              <a:off x="3240088" y="4826000"/>
              <a:ext cx="1587" cy="1588"/>
            </p14:xfrm>
          </p:contentPart>
        </mc:Choice>
        <mc:Fallback xmlns="">
          <p:pic>
            <p:nvPicPr>
              <p:cNvPr id="4142" name="Ink 53"/>
            </p:nvPicPr>
            <p:blipFill>
              <a:blip r:embed="rId19"/>
            </p:blipFill>
            <p:spPr>
              <a:xfrm>
                <a:off x="3240088" y="4826000"/>
                <a:ext cx="1587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59" p14:bwMode="auto">
            <p14:nvContentPartPr>
              <p14:cNvPr id="4143" name="Ink 54"/>
              <p14:cNvContentPartPr/>
              <p14:nvPr/>
            </p14:nvContentPartPr>
            <p14:xfrm>
              <a:off x="3343275" y="5521325"/>
              <a:ext cx="1588" cy="1588"/>
            </p14:xfrm>
          </p:contentPart>
        </mc:Choice>
        <mc:Fallback xmlns="">
          <p:pic>
            <p:nvPicPr>
              <p:cNvPr id="4143" name="Ink 54"/>
            </p:nvPicPr>
            <p:blipFill>
              <a:blip r:embed="rId19"/>
            </p:blipFill>
            <p:spPr>
              <a:xfrm>
                <a:off x="3343275" y="5521325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60" p14:bwMode="auto">
            <p14:nvContentPartPr>
              <p14:cNvPr id="4144" name="Ink 55"/>
              <p14:cNvContentPartPr/>
              <p14:nvPr/>
            </p14:nvContentPartPr>
            <p14:xfrm>
              <a:off x="3943350" y="5761038"/>
              <a:ext cx="1588" cy="1587"/>
            </p14:xfrm>
          </p:contentPart>
        </mc:Choice>
        <mc:Fallback xmlns="">
          <p:pic>
            <p:nvPicPr>
              <p:cNvPr id="4144" name="Ink 55"/>
            </p:nvPicPr>
            <p:blipFill>
              <a:blip r:embed="rId19"/>
            </p:blipFill>
            <p:spPr>
              <a:xfrm>
                <a:off x="3943350" y="5761038"/>
                <a:ext cx="1588" cy="1587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61" p14:bwMode="auto">
            <p14:nvContentPartPr>
              <p14:cNvPr id="4145" name="Ink 56"/>
              <p14:cNvContentPartPr/>
              <p14:nvPr/>
            </p14:nvContentPartPr>
            <p14:xfrm>
              <a:off x="5726113" y="5607050"/>
              <a:ext cx="463550" cy="290513"/>
            </p14:xfrm>
          </p:contentPart>
        </mc:Choice>
        <mc:Fallback xmlns="">
          <p:pic>
            <p:nvPicPr>
              <p:cNvPr id="4145" name="Ink 56"/>
            </p:nvPicPr>
            <p:blipFill>
              <a:blip r:embed="rId62"/>
            </p:blipFill>
            <p:spPr>
              <a:xfrm>
                <a:off x="5726113" y="5607050"/>
                <a:ext cx="463550" cy="290513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63" p14:bwMode="auto">
            <p14:nvContentPartPr>
              <p14:cNvPr id="4146" name="Ink 57"/>
              <p14:cNvContentPartPr/>
              <p14:nvPr/>
            </p14:nvContentPartPr>
            <p14:xfrm>
              <a:off x="6515100" y="5032375"/>
              <a:ext cx="1588" cy="1588"/>
            </p14:xfrm>
          </p:contentPart>
        </mc:Choice>
        <mc:Fallback xmlns="">
          <p:pic>
            <p:nvPicPr>
              <p:cNvPr id="4146" name="Ink 57"/>
            </p:nvPicPr>
            <p:blipFill>
              <a:blip r:embed="rId19"/>
            </p:blipFill>
            <p:spPr>
              <a:xfrm>
                <a:off x="6515100" y="5032375"/>
                <a:ext cx="1588" cy="1588"/>
              </a:xfrm>
              <a:prstGeom prst="rect"/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r:id="rId64" p14:bwMode="auto">
            <p14:nvContentPartPr>
              <p14:cNvPr id="4147" name="Ink 58"/>
              <p14:cNvContentPartPr/>
              <p14:nvPr/>
            </p14:nvContentPartPr>
            <p14:xfrm>
              <a:off x="5846763" y="5864225"/>
              <a:ext cx="1587" cy="1588"/>
            </p14:xfrm>
          </p:contentPart>
        </mc:Choice>
        <mc:Fallback xmlns="">
          <p:pic>
            <p:nvPicPr>
              <p:cNvPr id="4147" name="Ink 58"/>
            </p:nvPicPr>
            <p:blipFill>
              <a:blip r:embed="rId12"/>
            </p:blipFill>
            <p:spPr>
              <a:xfrm>
                <a:off x="5846763" y="5864225"/>
                <a:ext cx="1587" cy="1588"/>
              </a:xfrm>
              <a:prstGeom prst="rect"/>
            </p:spPr>
          </p:pic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1266" name="标题 1"/>
          <p:cNvSpPr>
            <a:spLocks noGrp="1"/>
          </p:cNvSpPr>
          <p:nvPr>
            <p:ph type="title"/>
          </p:nvPr>
        </p:nvSpPr>
        <p:spPr>
          <a:xfrm>
            <a:off x="1143000" y="304800"/>
            <a:ext cx="7793038" cy="838200"/>
          </a:xfrm>
          <a:ln/>
        </p:spPr>
        <p:txBody>
          <a:bodyPr vert="horz" wrap="square" lIns="91440" tIns="45720" rIns="91440" bIns="45720" anchor="b" anchorCtr="0"/>
          <a:p>
            <a:pPr>
              <a:buNone/>
            </a:pPr>
            <a:r>
              <a:rPr lang="en-US" altLang="zh-CN" dirty="0"/>
              <a:t>KNN</a:t>
            </a:r>
            <a:r>
              <a:rPr lang="zh-CN" altLang="en-US" dirty="0"/>
              <a:t>动态演示</a:t>
            </a:r>
            <a:endParaRPr lang="zh-CN" altLang="en-US" dirty="0"/>
          </a:p>
        </p:txBody>
      </p:sp>
      <p:pic>
        <p:nvPicPr>
          <p:cNvPr id="11267" name="图片 5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133600" y="1295400"/>
            <a:ext cx="5111750" cy="465455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2" name="标题 1"/>
          <p:cNvSpPr txBox="1">
            <a:spLocks noChangeArrowheads="1"/>
          </p:cNvSpPr>
          <p:nvPr/>
        </p:nvSpPr>
        <p:spPr bwMode="auto">
          <a:xfrm>
            <a:off x="2408238" y="5867400"/>
            <a:ext cx="4806950" cy="838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b" anchorCtr="0" compatLnSpc="1"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  <a:ea typeface="楷体" panose="02010609060101010101" pitchFamily="49" charset="-122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  <a:ea typeface="楷体" panose="02010609060101010101" pitchFamily="49" charset="-122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  <a:ea typeface="楷体" panose="02010609060101010101" pitchFamily="49" charset="-122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  <a:ea typeface="楷体" panose="02010609060101010101" pitchFamily="49" charset="-122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36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KNN</a:t>
            </a:r>
            <a:r>
              <a:rPr kumimoji="0" lang="zh-CN" altLang="en-US" sz="36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随</a:t>
            </a:r>
            <a:r>
              <a:rPr kumimoji="0" lang="en-US" altLang="zh-CN" sz="36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K</a:t>
            </a:r>
            <a:r>
              <a:rPr kumimoji="0" lang="zh-CN" altLang="en-US" sz="36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值变化的效果</a:t>
            </a:r>
            <a:endParaRPr kumimoji="0" lang="zh-CN" altLang="en-US" sz="3600" b="0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229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5.3 </a:t>
            </a:r>
            <a:r>
              <a:rPr lang="zh-CN" altLang="en-US" dirty="0"/>
              <a:t>近邻法</a:t>
            </a:r>
            <a:r>
              <a:rPr lang="en-US" altLang="zh-CN" dirty="0"/>
              <a:t>—k</a:t>
            </a:r>
            <a:r>
              <a:rPr lang="zh-CN" altLang="en-US" dirty="0"/>
              <a:t>近邻法</a:t>
            </a:r>
            <a:endParaRPr lang="zh-CN" altLang="en-US" dirty="0"/>
          </a:p>
        </p:txBody>
      </p:sp>
      <p:graphicFrame>
        <p:nvGraphicFramePr>
          <p:cNvPr id="12291" name="Object 4"/>
          <p:cNvGraphicFramePr>
            <a:graphicFrameLocks noChangeAspect="1"/>
          </p:cNvGraphicFramePr>
          <p:nvPr>
            <p:ph idx="1"/>
          </p:nvPr>
        </p:nvGraphicFramePr>
        <p:xfrm>
          <a:off x="1295400" y="2133600"/>
          <a:ext cx="3819525" cy="4064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0" name="" r:id="rId1" imgW="1384300" imgH="1473200" progId="Equation.DSMT4">
                  <p:embed/>
                </p:oleObj>
              </mc:Choice>
              <mc:Fallback>
                <p:oleObj name="" r:id="rId1" imgW="1384300" imgH="1473200" progId="Equation.DSMT4">
                  <p:embed/>
                  <p:pic>
                    <p:nvPicPr>
                      <p:cNvPr id="0" name="图片 3089"/>
                      <p:cNvPicPr/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>
                      <a:xfrm>
                        <a:off x="1295400" y="2133600"/>
                        <a:ext cx="3819525" cy="4064000"/>
                      </a:xfrm>
                      <a:prstGeom prst="rect">
                        <a:avLst/>
                      </a:prstGeom>
                      <a:noFill/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331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5.3 </a:t>
            </a:r>
            <a:r>
              <a:rPr lang="zh-CN" altLang="en-US" dirty="0"/>
              <a:t>近邻法</a:t>
            </a:r>
            <a:r>
              <a:rPr lang="en-US" altLang="zh-CN" dirty="0"/>
              <a:t>—k</a:t>
            </a:r>
            <a:r>
              <a:rPr lang="zh-CN" altLang="en-US" dirty="0"/>
              <a:t>近邻法</a:t>
            </a:r>
            <a:endParaRPr lang="zh-CN" altLang="en-US" dirty="0"/>
          </a:p>
        </p:txBody>
      </p:sp>
      <p:graphicFrame>
        <p:nvGraphicFramePr>
          <p:cNvPr id="13315" name="Object 4"/>
          <p:cNvGraphicFramePr>
            <a:graphicFrameLocks noChangeAspect="1"/>
          </p:cNvGraphicFramePr>
          <p:nvPr>
            <p:ph idx="1"/>
          </p:nvPr>
        </p:nvGraphicFramePr>
        <p:xfrm>
          <a:off x="457200" y="2133600"/>
          <a:ext cx="8305800" cy="1520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3" name="" r:id="rId1" imgW="3606800" imgH="660400" progId="Equation.DSMT4">
                  <p:embed/>
                </p:oleObj>
              </mc:Choice>
              <mc:Fallback>
                <p:oleObj name="" r:id="rId1" imgW="3606800" imgH="660400" progId="Equation.DSMT4">
                  <p:embed/>
                  <p:pic>
                    <p:nvPicPr>
                      <p:cNvPr id="0" name="图片 3082"/>
                      <p:cNvPicPr/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>
                      <a:xfrm>
                        <a:off x="457200" y="2133600"/>
                        <a:ext cx="8305800" cy="1520825"/>
                      </a:xfrm>
                      <a:prstGeom prst="rect">
                        <a:avLst/>
                      </a:prstGeom>
                      <a:noFill/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316" name="Text Box 6"/>
          <p:cNvSpPr txBox="1"/>
          <p:nvPr/>
        </p:nvSpPr>
        <p:spPr>
          <a:xfrm>
            <a:off x="1676400" y="3886200"/>
            <a:ext cx="5410200" cy="579438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i="1" dirty="0"/>
              <a:t>k</a:t>
            </a:r>
            <a:r>
              <a:rPr lang="en-US" altLang="zh-CN" dirty="0"/>
              <a:t>=1</a:t>
            </a:r>
            <a:r>
              <a:rPr lang="zh-CN" altLang="en-US" dirty="0"/>
              <a:t>时回到最近邻错误率上界</a:t>
            </a:r>
            <a:endParaRPr lang="zh-CN" altLang="en-US" i="1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338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en-US" altLang="zh-CN" dirty="0"/>
              <a:t>5.3 </a:t>
            </a:r>
            <a:r>
              <a:rPr lang="zh-CN" altLang="en-US" dirty="0"/>
              <a:t>近邻法</a:t>
            </a:r>
            <a:r>
              <a:rPr lang="en-US" altLang="zh-CN" dirty="0"/>
              <a:t>—</a:t>
            </a:r>
            <a:r>
              <a:rPr lang="zh-CN" altLang="en-US" dirty="0"/>
              <a:t>总结</a:t>
            </a:r>
            <a:endParaRPr lang="zh-CN" altLang="en-US" dirty="0"/>
          </a:p>
        </p:txBody>
      </p:sp>
      <p:sp>
        <p:nvSpPr>
          <p:cNvPr id="14339" name="Rectangle 3"/>
          <p:cNvSpPr>
            <a:spLocks noGrp="1"/>
          </p:cNvSpPr>
          <p:nvPr>
            <p:ph type="body" sz="half" idx="1"/>
          </p:nvPr>
        </p:nvSpPr>
        <p:spPr>
          <a:xfrm>
            <a:off x="304800" y="2017713"/>
            <a:ext cx="8534400" cy="4611687"/>
          </a:xfrm>
          <a:ln/>
        </p:spPr>
        <p:txBody>
          <a:bodyPr vert="horz" wrap="square" lIns="91440" tIns="45720" rIns="91440" bIns="45720" anchor="t" anchorCtr="0"/>
          <a:p>
            <a:pPr eaLnBrk="1" hangingPunct="1">
              <a:lnSpc>
                <a:spcPct val="9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</a:pPr>
            <a:r>
              <a:rPr lang="zh-CN" altLang="en-US" sz="2400" dirty="0"/>
              <a:t>简单直观，分类效果比较好</a:t>
            </a:r>
            <a:endParaRPr lang="zh-CN" altLang="en-US" sz="2400" dirty="0"/>
          </a:p>
          <a:p>
            <a:pPr eaLnBrk="1" hangingPunct="1">
              <a:lnSpc>
                <a:spcPct val="9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</a:pPr>
            <a:r>
              <a:rPr lang="zh-CN" altLang="en-US" sz="2400" dirty="0"/>
              <a:t>错误率可表示为</a:t>
            </a:r>
            <a:endParaRPr lang="zh-CN" altLang="en-US" sz="2400" dirty="0"/>
          </a:p>
          <a:p>
            <a:pPr eaLnBrk="1" hangingPunct="1">
              <a:lnSpc>
                <a:spcPct val="9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</a:pPr>
            <a:endParaRPr lang="zh-CN" altLang="en-US" sz="2400" dirty="0"/>
          </a:p>
          <a:p>
            <a:pPr eaLnBrk="1" hangingPunct="1">
              <a:lnSpc>
                <a:spcPct val="9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</a:pPr>
            <a:endParaRPr lang="zh-CN" altLang="en-US" sz="2400" dirty="0"/>
          </a:p>
          <a:p>
            <a:pPr eaLnBrk="1" hangingPunct="1">
              <a:lnSpc>
                <a:spcPct val="9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</a:pPr>
            <a:r>
              <a:rPr lang="zh-CN" altLang="en-US" sz="2400" dirty="0"/>
              <a:t>存在以下问题：</a:t>
            </a:r>
            <a:endParaRPr lang="zh-CN" altLang="en-US" sz="2400" dirty="0"/>
          </a:p>
          <a:p>
            <a:pPr eaLnBrk="1" hangingPunct="1">
              <a:lnSpc>
                <a:spcPct val="9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  <a:buNone/>
            </a:pPr>
            <a:r>
              <a:rPr lang="zh-CN" altLang="en-US" sz="2400" dirty="0"/>
              <a:t>    </a:t>
            </a:r>
            <a:r>
              <a:rPr lang="en-US" altLang="zh-CN" sz="2400" dirty="0"/>
              <a:t>1</a:t>
            </a:r>
            <a:r>
              <a:rPr lang="zh-CN" altLang="en-US" sz="2400" dirty="0"/>
              <a:t>、需要将所有样本存入计算机，每次分类要计算待识样本与全部样本之间距离，然后比较，因此存储和计算量较大，为此开发了一些快速算法。</a:t>
            </a:r>
            <a:endParaRPr lang="zh-CN" altLang="en-US" sz="2400" dirty="0"/>
          </a:p>
          <a:p>
            <a:pPr eaLnBrk="1" hangingPunct="1">
              <a:lnSpc>
                <a:spcPct val="9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  <a:buNone/>
            </a:pPr>
            <a:r>
              <a:rPr lang="zh-CN" altLang="en-US" sz="2400" dirty="0"/>
              <a:t>    </a:t>
            </a:r>
            <a:r>
              <a:rPr lang="en-US" altLang="zh-CN" sz="2400" dirty="0"/>
              <a:t>2</a:t>
            </a:r>
            <a:r>
              <a:rPr lang="zh-CN" altLang="en-US" sz="2400" dirty="0"/>
              <a:t>、所有情况下均可决策，但当错误代价较大时，会产生较大风险。</a:t>
            </a:r>
            <a:endParaRPr lang="zh-CN" altLang="en-US" sz="2400" dirty="0"/>
          </a:p>
          <a:p>
            <a:pPr eaLnBrk="1" hangingPunct="1">
              <a:lnSpc>
                <a:spcPct val="90000"/>
              </a:lnSpc>
              <a:buClr>
                <a:schemeClr val="folHlink"/>
              </a:buClr>
              <a:buSzPct val="60000"/>
              <a:buFont typeface="Wingdings" panose="05000000000000000000" pitchFamily="2" charset="2"/>
              <a:buNone/>
            </a:pPr>
            <a:r>
              <a:rPr lang="zh-CN" altLang="en-US" sz="2400" dirty="0"/>
              <a:t>    </a:t>
            </a:r>
            <a:r>
              <a:rPr lang="en-US" altLang="zh-CN" sz="2400" dirty="0"/>
              <a:t>3</a:t>
            </a:r>
            <a:r>
              <a:rPr lang="zh-CN" altLang="en-US" sz="2400" dirty="0"/>
              <a:t>、上述分析是渐进的，要求             ，此要求无法实现。</a:t>
            </a:r>
            <a:endParaRPr lang="zh-CN" altLang="en-US" sz="2400" dirty="0"/>
          </a:p>
        </p:txBody>
      </p:sp>
      <p:graphicFrame>
        <p:nvGraphicFramePr>
          <p:cNvPr id="14340" name="Object 4"/>
          <p:cNvGraphicFramePr>
            <a:graphicFrameLocks noChangeAspect="1"/>
          </p:cNvGraphicFramePr>
          <p:nvPr>
            <p:ph sz="quarter" idx="2"/>
          </p:nvPr>
        </p:nvGraphicFramePr>
        <p:xfrm>
          <a:off x="762000" y="2819400"/>
          <a:ext cx="3200400" cy="820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" name="" r:id="rId1" imgW="1536065" imgH="393700" progId="Equation.DSMT4">
                  <p:embed/>
                </p:oleObj>
              </mc:Choice>
              <mc:Fallback>
                <p:oleObj name="" r:id="rId1" imgW="1536065" imgH="393700" progId="Equation.DSMT4">
                  <p:embed/>
                  <p:pic>
                    <p:nvPicPr>
                      <p:cNvPr id="0" name="图片 3080"/>
                      <p:cNvPicPr/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>
                      <a:xfrm>
                        <a:off x="762000" y="2819400"/>
                        <a:ext cx="3200400" cy="820738"/>
                      </a:xfrm>
                      <a:prstGeom prst="rect">
                        <a:avLst/>
                      </a:prstGeom>
                      <a:noFill/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41" name="Object 6"/>
          <p:cNvGraphicFramePr>
            <a:graphicFrameLocks noChangeAspect="1"/>
          </p:cNvGraphicFramePr>
          <p:nvPr>
            <p:ph sz="quarter" idx="3"/>
          </p:nvPr>
        </p:nvGraphicFramePr>
        <p:xfrm>
          <a:off x="4419600" y="5837238"/>
          <a:ext cx="1143000" cy="4111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2" name="" r:id="rId3" imgW="494665" imgH="177800" progId="Equation.DSMT4">
                  <p:embed/>
                </p:oleObj>
              </mc:Choice>
              <mc:Fallback>
                <p:oleObj name="" r:id="rId3" imgW="494665" imgH="177800" progId="Equation.DSMT4">
                  <p:embed/>
                  <p:pic>
                    <p:nvPicPr>
                      <p:cNvPr id="0" name="图片 3081"/>
                      <p:cNvPicPr/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>
                      <a:xfrm>
                        <a:off x="4419600" y="5837238"/>
                        <a:ext cx="1143000" cy="411162"/>
                      </a:xfrm>
                      <a:prstGeom prst="rect">
                        <a:avLst/>
                      </a:prstGeom>
                      <a:noFill/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536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小结</a:t>
            </a:r>
            <a:endParaRPr lang="zh-CN" altLang="en-US" dirty="0"/>
          </a:p>
        </p:txBody>
      </p:sp>
      <p:sp>
        <p:nvSpPr>
          <p:cNvPr id="15363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非线性判别</a:t>
            </a:r>
            <a:r>
              <a:rPr lang="en-US" altLang="zh-CN" dirty="0"/>
              <a:t>—</a:t>
            </a:r>
            <a:r>
              <a:rPr lang="zh-CN" altLang="en-US" dirty="0"/>
              <a:t>分段线性判别、二次函数判别、其它非线性函数判别</a:t>
            </a:r>
            <a:endParaRPr lang="zh-CN" altLang="en-US" dirty="0"/>
          </a:p>
          <a:p>
            <a:pPr eaLnBrk="1" hangingPunct="1"/>
            <a:r>
              <a:rPr lang="zh-CN" altLang="en-US" dirty="0"/>
              <a:t>分段线性</a:t>
            </a:r>
            <a:r>
              <a:rPr lang="en-US" altLang="zh-CN" dirty="0"/>
              <a:t>—</a:t>
            </a:r>
            <a:r>
              <a:rPr lang="zh-CN" altLang="en-US" dirty="0"/>
              <a:t>近邻法、前向多层神经网络</a:t>
            </a:r>
            <a:endParaRPr lang="zh-CN" altLang="en-US" dirty="0"/>
          </a:p>
          <a:p>
            <a:pPr eaLnBrk="1" hangingPunct="1"/>
            <a:r>
              <a:rPr lang="zh-CN" altLang="en-US" dirty="0"/>
              <a:t>近邻法</a:t>
            </a:r>
            <a:r>
              <a:rPr lang="en-US" altLang="zh-CN" dirty="0"/>
              <a:t>—</a:t>
            </a:r>
            <a:r>
              <a:rPr lang="zh-CN" altLang="en-US" dirty="0"/>
              <a:t>最近邻法、</a:t>
            </a:r>
            <a:r>
              <a:rPr lang="en-US" altLang="zh-CN" dirty="0"/>
              <a:t>k</a:t>
            </a:r>
            <a:r>
              <a:rPr lang="zh-CN" altLang="en-US" dirty="0"/>
              <a:t>近邻法</a:t>
            </a:r>
            <a:endParaRPr lang="zh-CN" altLang="en-US" dirty="0"/>
          </a:p>
          <a:p>
            <a:pPr eaLnBrk="1" hangingPunct="1"/>
            <a:r>
              <a:rPr lang="zh-CN" altLang="en-US" dirty="0"/>
              <a:t>近邻法简单直观，效果好，但计算和存储量大</a:t>
            </a:r>
            <a:endParaRPr lang="zh-CN" altLang="en-US" dirty="0"/>
          </a:p>
          <a:p>
            <a:pPr eaLnBrk="1" hangingPunct="1"/>
            <a:endParaRPr lang="en-US" altLang="zh-CN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8697" name="Rectangle 25"/>
          <p:cNvSpPr/>
          <p:nvPr/>
        </p:nvSpPr>
        <p:spPr>
          <a:xfrm>
            <a:off x="6257925" y="2003425"/>
            <a:ext cx="2133600" cy="35814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dirty="0">
                <a:solidFill>
                  <a:schemeClr val="hlink"/>
                </a:solidFill>
              </a:rPr>
              <a:t>缺点：</a:t>
            </a:r>
            <a:endParaRPr lang="zh-CN" altLang="en-US" dirty="0">
              <a:solidFill>
                <a:schemeClr val="hlink"/>
              </a:solidFill>
            </a:endParaRPr>
          </a:p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dirty="0">
                <a:solidFill>
                  <a:schemeClr val="hlink"/>
                </a:solidFill>
              </a:rPr>
              <a:t>计算与存储量较大</a:t>
            </a:r>
            <a:r>
              <a:rPr lang="zh-CN" altLang="en-US" sz="1800" dirty="0">
                <a:solidFill>
                  <a:schemeClr val="hlink"/>
                </a:solidFill>
              </a:rPr>
              <a:t>。</a:t>
            </a:r>
            <a:endParaRPr lang="zh-CN" altLang="en-US" sz="1800" dirty="0">
              <a:solidFill>
                <a:schemeClr val="hlink"/>
              </a:solidFill>
            </a:endParaRPr>
          </a:p>
        </p:txBody>
      </p:sp>
      <p:sp>
        <p:nvSpPr>
          <p:cNvPr id="16387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模板匹配模式识别</a:t>
            </a:r>
            <a:r>
              <a:rPr lang="en-US" altLang="zh-CN" dirty="0"/>
              <a:t>—</a:t>
            </a:r>
            <a:r>
              <a:rPr lang="zh-CN" altLang="en-US" dirty="0"/>
              <a:t>应用举例</a:t>
            </a:r>
            <a:endParaRPr lang="zh-CN" altLang="en-US" dirty="0"/>
          </a:p>
        </p:txBody>
      </p:sp>
      <p:grpSp>
        <p:nvGrpSpPr>
          <p:cNvPr id="16388" name="Group 22"/>
          <p:cNvGrpSpPr/>
          <p:nvPr/>
        </p:nvGrpSpPr>
        <p:grpSpPr>
          <a:xfrm>
            <a:off x="47625" y="1600200"/>
            <a:ext cx="6886575" cy="3657600"/>
            <a:chOff x="760" y="1008"/>
            <a:chExt cx="4338" cy="2304"/>
          </a:xfrm>
        </p:grpSpPr>
        <p:grpSp>
          <p:nvGrpSpPr>
            <p:cNvPr id="16391" name="Group 21"/>
            <p:cNvGrpSpPr/>
            <p:nvPr/>
          </p:nvGrpSpPr>
          <p:grpSpPr>
            <a:xfrm>
              <a:off x="760" y="1008"/>
              <a:ext cx="4338" cy="2016"/>
              <a:chOff x="760" y="1008"/>
              <a:chExt cx="4338" cy="2016"/>
            </a:xfrm>
          </p:grpSpPr>
          <p:grpSp>
            <p:nvGrpSpPr>
              <p:cNvPr id="16393" name="Group 18"/>
              <p:cNvGrpSpPr/>
              <p:nvPr/>
            </p:nvGrpSpPr>
            <p:grpSpPr>
              <a:xfrm>
                <a:off x="760" y="1376"/>
                <a:ext cx="4338" cy="1648"/>
                <a:chOff x="760" y="1376"/>
                <a:chExt cx="4338" cy="1648"/>
              </a:xfrm>
            </p:grpSpPr>
            <p:grpSp>
              <p:nvGrpSpPr>
                <p:cNvPr id="16395" name="Group 8"/>
                <p:cNvGrpSpPr/>
                <p:nvPr/>
              </p:nvGrpSpPr>
              <p:grpSpPr>
                <a:xfrm>
                  <a:off x="760" y="1376"/>
                  <a:ext cx="4338" cy="630"/>
                  <a:chOff x="480" y="1536"/>
                  <a:chExt cx="4338" cy="630"/>
                </a:xfrm>
              </p:grpSpPr>
              <p:pic>
                <p:nvPicPr>
                  <p:cNvPr id="16403" name="Picture 6"/>
                  <p:cNvPicPr>
                    <a:picLocks noChangeAspect="1"/>
                  </p:cNvPicPr>
                  <p:nvPr/>
                </p:nvPicPr>
                <p:blipFill>
                  <a:blip r:embed="rId1"/>
                  <a:stretch>
                    <a:fillRect/>
                  </a:stretch>
                </p:blipFill>
                <p:spPr>
                  <a:xfrm>
                    <a:off x="480" y="1584"/>
                    <a:ext cx="2046" cy="582"/>
                  </a:xfrm>
                  <a:prstGeom prst="rect">
                    <a:avLst/>
                  </a:prstGeom>
                  <a:noFill/>
                  <a:ln w="9525">
                    <a:noFill/>
                  </a:ln>
                </p:spPr>
              </p:pic>
              <p:pic>
                <p:nvPicPr>
                  <p:cNvPr id="16404" name="Picture 7"/>
                  <p:cNvPicPr>
                    <a:picLocks noChangeAspect="1"/>
                  </p:cNvPicPr>
                  <p:nvPr/>
                </p:nvPicPr>
                <p:blipFill>
                  <a:blip r:embed="rId2"/>
                  <a:stretch>
                    <a:fillRect/>
                  </a:stretch>
                </p:blipFill>
                <p:spPr>
                  <a:xfrm>
                    <a:off x="2736" y="1536"/>
                    <a:ext cx="2082" cy="570"/>
                  </a:xfrm>
                  <a:prstGeom prst="rect">
                    <a:avLst/>
                  </a:prstGeom>
                  <a:noFill/>
                  <a:ln w="9525">
                    <a:noFill/>
                  </a:ln>
                </p:spPr>
              </p:pic>
            </p:grpSp>
            <p:pic>
              <p:nvPicPr>
                <p:cNvPr id="16396" name="Picture 11"/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544" y="2448"/>
                  <a:ext cx="582" cy="576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</p:pic>
            <p:sp>
              <p:nvSpPr>
                <p:cNvPr id="16397" name="Line 12"/>
                <p:cNvSpPr/>
                <p:nvPr/>
              </p:nvSpPr>
              <p:spPr>
                <a:xfrm flipH="1" flipV="1">
                  <a:off x="1056" y="1872"/>
                  <a:ext cx="1584" cy="672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triangle" w="med" len="med"/>
                </a:ln>
              </p:spPr>
            </p:sp>
            <p:sp>
              <p:nvSpPr>
                <p:cNvPr id="16398" name="Line 13"/>
                <p:cNvSpPr/>
                <p:nvPr/>
              </p:nvSpPr>
              <p:spPr>
                <a:xfrm flipH="1" flipV="1">
                  <a:off x="1824" y="1824"/>
                  <a:ext cx="912" cy="720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triangle" w="med" len="med"/>
                </a:ln>
              </p:spPr>
            </p:sp>
            <p:sp>
              <p:nvSpPr>
                <p:cNvPr id="16399" name="Line 14"/>
                <p:cNvSpPr/>
                <p:nvPr/>
              </p:nvSpPr>
              <p:spPr>
                <a:xfrm flipH="1" flipV="1">
                  <a:off x="2592" y="1824"/>
                  <a:ext cx="192" cy="672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triangle" w="med" len="med"/>
                </a:ln>
              </p:spPr>
            </p:sp>
            <p:sp>
              <p:nvSpPr>
                <p:cNvPr id="16400" name="Line 15"/>
                <p:cNvSpPr/>
                <p:nvPr/>
              </p:nvSpPr>
              <p:spPr>
                <a:xfrm flipV="1">
                  <a:off x="2880" y="1824"/>
                  <a:ext cx="384" cy="720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triangle" w="med" len="med"/>
                </a:ln>
              </p:spPr>
            </p:sp>
            <p:sp>
              <p:nvSpPr>
                <p:cNvPr id="16401" name="Line 16"/>
                <p:cNvSpPr/>
                <p:nvPr/>
              </p:nvSpPr>
              <p:spPr>
                <a:xfrm flipV="1">
                  <a:off x="2898" y="1844"/>
                  <a:ext cx="1104" cy="720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triangle" w="med" len="med"/>
                </a:ln>
              </p:spPr>
            </p:sp>
            <p:sp>
              <p:nvSpPr>
                <p:cNvPr id="16402" name="Line 17"/>
                <p:cNvSpPr/>
                <p:nvPr/>
              </p:nvSpPr>
              <p:spPr>
                <a:xfrm flipV="1">
                  <a:off x="2928" y="1824"/>
                  <a:ext cx="1776" cy="768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triangle" w="med" len="med"/>
                </a:ln>
              </p:spPr>
            </p:sp>
          </p:grpSp>
          <p:sp>
            <p:nvSpPr>
              <p:cNvPr id="16394" name="Rectangle 20"/>
              <p:cNvSpPr/>
              <p:nvPr/>
            </p:nvSpPr>
            <p:spPr>
              <a:xfrm>
                <a:off x="1920" y="1008"/>
                <a:ext cx="1824" cy="576"/>
              </a:xfrm>
              <a:prstGeom prst="rect">
                <a:avLst/>
              </a:prstGeom>
              <a:solidFill>
                <a:schemeClr val="bg1">
                  <a:alpha val="0"/>
                </a:schemeClr>
              </a:solidFill>
              <a:ln w="9525" cap="flat" cmpd="sng">
                <a:solidFill>
                  <a:schemeClr val="bg1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dirty="0"/>
                  <a:t>多模板</a:t>
                </a:r>
                <a:endParaRPr lang="zh-CN" altLang="en-US" dirty="0"/>
              </a:p>
            </p:txBody>
          </p:sp>
        </p:grpSp>
        <p:sp>
          <p:nvSpPr>
            <p:cNvPr id="16392" name="Rectangle 19"/>
            <p:cNvSpPr/>
            <p:nvPr/>
          </p:nvSpPr>
          <p:spPr>
            <a:xfrm>
              <a:off x="1968" y="2736"/>
              <a:ext cx="1824" cy="576"/>
            </a:xfrm>
            <a:prstGeom prst="rect">
              <a:avLst/>
            </a:prstGeom>
            <a:solidFill>
              <a:schemeClr val="bg1">
                <a:alpha val="0"/>
              </a:schemeClr>
            </a:solidFill>
            <a:ln w="9525" cap="flat" cmpd="sng">
              <a:solidFill>
                <a:schemeClr val="bg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dirty="0"/>
                <a:t>待识别样本</a:t>
              </a:r>
              <a:endParaRPr lang="zh-CN" altLang="en-US" dirty="0"/>
            </a:p>
          </p:txBody>
        </p:sp>
      </p:grpSp>
      <p:sp>
        <p:nvSpPr>
          <p:cNvPr id="16389" name="Rectangle 23"/>
          <p:cNvSpPr/>
          <p:nvPr/>
        </p:nvSpPr>
        <p:spPr>
          <a:xfrm>
            <a:off x="990600" y="4962525"/>
            <a:ext cx="7315200" cy="7620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3600" dirty="0"/>
              <a:t>基于模板匹配的手写数字最近邻识别</a:t>
            </a:r>
            <a:endParaRPr lang="zh-CN" altLang="en-US" sz="3600" dirty="0"/>
          </a:p>
        </p:txBody>
      </p:sp>
      <p:sp>
        <p:nvSpPr>
          <p:cNvPr id="28696" name="Rectangle 24"/>
          <p:cNvSpPr/>
          <p:nvPr/>
        </p:nvSpPr>
        <p:spPr>
          <a:xfrm>
            <a:off x="990600" y="5629275"/>
            <a:ext cx="7315200" cy="7620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3600" dirty="0">
                <a:solidFill>
                  <a:schemeClr val="folHlink"/>
                </a:solidFill>
              </a:rPr>
              <a:t>思考：与最小距离分类器的关系</a:t>
            </a:r>
            <a:endParaRPr lang="zh-CN" altLang="en-US" sz="3600" dirty="0">
              <a:solidFill>
                <a:schemeClr val="folHlink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6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6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97" grpId="0" animBg="1"/>
      <p:bldP spid="28696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741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17411" name="Rectangle 3"/>
          <p:cNvSpPr>
            <a:spLocks noGrp="1"/>
          </p:cNvSpPr>
          <p:nvPr>
            <p:ph idx="1"/>
          </p:nvPr>
        </p:nvSpPr>
        <p:spPr>
          <a:xfrm>
            <a:off x="228600" y="2017713"/>
            <a:ext cx="8726488" cy="4114800"/>
          </a:xfrm>
          <a:ln/>
        </p:spPr>
        <p:txBody>
          <a:bodyPr vert="horz" wrap="square" lIns="91440" tIns="45720" rIns="91440" bIns="45720" anchor="t" anchorCtr="0"/>
          <a:p>
            <a:pPr marL="0" indent="0" eaLnBrk="1" hangingPunct="1">
              <a:buNone/>
            </a:pPr>
            <a:r>
              <a:rPr lang="en-US" altLang="zh-CN" dirty="0">
                <a:solidFill>
                  <a:schemeClr val="folHlink"/>
                </a:solidFill>
              </a:rPr>
              <a:t>      </a:t>
            </a:r>
            <a:r>
              <a:rPr lang="zh-CN" altLang="en-US" dirty="0">
                <a:solidFill>
                  <a:schemeClr val="folHlink"/>
                </a:solidFill>
              </a:rPr>
              <a:t>模板匹配</a:t>
            </a:r>
            <a:r>
              <a:rPr lang="zh-CN" altLang="en-US" dirty="0"/>
              <a:t>是机器视觉技术中常用的识别或验证方法，它可从图像中检测某一特定目标是否出现及出现的位置，是目前视觉应用中较为成熟的技术之一，具有速度快、精度高的特点。</a:t>
            </a:r>
            <a:endParaRPr lang="zh-CN" altLang="en-US" dirty="0"/>
          </a:p>
          <a:p>
            <a:pPr marL="0" indent="0" eaLnBrk="1" hangingPunct="1">
              <a:buNone/>
            </a:pPr>
            <a:r>
              <a:rPr lang="zh-CN" altLang="en-US" dirty="0"/>
              <a:t>      对于</a:t>
            </a:r>
            <a:r>
              <a:rPr lang="zh-CN" altLang="en-US" dirty="0">
                <a:solidFill>
                  <a:schemeClr val="folHlink"/>
                </a:solidFill>
              </a:rPr>
              <a:t>各类别仅使用一个典型模板</a:t>
            </a:r>
            <a:r>
              <a:rPr lang="zh-CN" altLang="en-US" dirty="0"/>
              <a:t>的情况，属于</a:t>
            </a:r>
            <a:r>
              <a:rPr lang="zh-CN" altLang="en-US" dirty="0">
                <a:solidFill>
                  <a:schemeClr val="folHlink"/>
                </a:solidFill>
              </a:rPr>
              <a:t>最小距离分类器</a:t>
            </a:r>
            <a:r>
              <a:rPr lang="zh-CN" altLang="en-US" dirty="0"/>
              <a:t>， 此时分类界面由分段线性退化为线性，属于</a:t>
            </a:r>
            <a:r>
              <a:rPr lang="zh-CN" altLang="en-US" dirty="0">
                <a:solidFill>
                  <a:schemeClr val="folHlink"/>
                </a:solidFill>
              </a:rPr>
              <a:t>线性分类器</a:t>
            </a:r>
            <a:r>
              <a:rPr lang="zh-CN" altLang="en-US" dirty="0"/>
              <a:t>。</a:t>
            </a:r>
            <a:endParaRPr lang="zh-CN" altLang="en-US"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843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18435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分段线性分类器退化为多模板匹配</a:t>
            </a:r>
            <a:endParaRPr lang="zh-CN" altLang="en-US" dirty="0"/>
          </a:p>
        </p:txBody>
      </p:sp>
      <p:sp>
        <p:nvSpPr>
          <p:cNvPr id="18436" name="AutoShape 50"/>
          <p:cNvSpPr/>
          <p:nvPr/>
        </p:nvSpPr>
        <p:spPr>
          <a:xfrm>
            <a:off x="3886200" y="4038600"/>
            <a:ext cx="1066800" cy="381000"/>
          </a:xfrm>
          <a:prstGeom prst="rightArrow">
            <a:avLst>
              <a:gd name="adj1" fmla="val 50000"/>
              <a:gd name="adj2" fmla="val 70000"/>
            </a:avLst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pSp>
        <p:nvGrpSpPr>
          <p:cNvPr id="18437" name="Group 74"/>
          <p:cNvGrpSpPr/>
          <p:nvPr/>
        </p:nvGrpSpPr>
        <p:grpSpPr>
          <a:xfrm>
            <a:off x="4648200" y="3124200"/>
            <a:ext cx="3886200" cy="2514600"/>
            <a:chOff x="2928" y="1968"/>
            <a:chExt cx="2448" cy="1584"/>
          </a:xfrm>
        </p:grpSpPr>
        <p:sp>
          <p:nvSpPr>
            <p:cNvPr id="18463" name="Line 60"/>
            <p:cNvSpPr/>
            <p:nvPr/>
          </p:nvSpPr>
          <p:spPr>
            <a:xfrm flipV="1">
              <a:off x="4095" y="2002"/>
              <a:ext cx="0" cy="1511"/>
            </a:xfrm>
            <a:prstGeom prst="line">
              <a:avLst/>
            </a:prstGeom>
            <a:ln w="9525" cap="flat" cmpd="sng">
              <a:solidFill>
                <a:schemeClr val="tx1"/>
              </a:solidFill>
              <a:prstDash val="solid"/>
              <a:headEnd type="none" w="med" len="med"/>
              <a:tailEnd type="triangle" w="med" len="med"/>
            </a:ln>
          </p:spPr>
        </p:sp>
        <p:sp>
          <p:nvSpPr>
            <p:cNvPr id="18464" name="Line 61"/>
            <p:cNvSpPr/>
            <p:nvPr/>
          </p:nvSpPr>
          <p:spPr>
            <a:xfrm>
              <a:off x="2928" y="3348"/>
              <a:ext cx="2427" cy="0"/>
            </a:xfrm>
            <a:prstGeom prst="line">
              <a:avLst/>
            </a:prstGeom>
            <a:ln w="9525" cap="flat" cmpd="sng">
              <a:solidFill>
                <a:schemeClr val="tx1"/>
              </a:solidFill>
              <a:prstDash val="solid"/>
              <a:headEnd type="none" w="med" len="med"/>
              <a:tailEnd type="triangle" w="med" len="med"/>
            </a:ln>
          </p:spPr>
        </p:sp>
        <p:graphicFrame>
          <p:nvGraphicFramePr>
            <p:cNvPr id="18465" name="Object 64"/>
            <p:cNvGraphicFramePr>
              <a:graphicFrameLocks noChangeAspect="1"/>
            </p:cNvGraphicFramePr>
            <p:nvPr/>
          </p:nvGraphicFramePr>
          <p:xfrm>
            <a:off x="5238" y="3320"/>
            <a:ext cx="138" cy="2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79" name="" r:id="rId1" imgW="152400" imgH="228600" progId="Equation.DSMT4">
                    <p:embed/>
                  </p:oleObj>
                </mc:Choice>
                <mc:Fallback>
                  <p:oleObj name="" r:id="rId1" imgW="152400" imgH="228600" progId="Equation.DSMT4">
                    <p:embed/>
                    <p:pic>
                      <p:nvPicPr>
                        <p:cNvPr id="0" name="图片 3078"/>
                        <p:cNvPicPr/>
                        <p:nvPr/>
                      </p:nvPicPr>
                      <p:blipFill>
                        <a:blip r:embed="rId2"/>
                        <a:stretch>
                          <a:fillRect/>
                        </a:stretch>
                      </p:blipFill>
                      <p:spPr>
                        <a:xfrm>
                          <a:off x="5238" y="3320"/>
                          <a:ext cx="138" cy="232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8466" name="Object 65"/>
            <p:cNvGraphicFramePr>
              <a:graphicFrameLocks noChangeAspect="1"/>
            </p:cNvGraphicFramePr>
            <p:nvPr/>
          </p:nvGraphicFramePr>
          <p:xfrm>
            <a:off x="3942" y="1968"/>
            <a:ext cx="133" cy="20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76" name="" r:id="rId3" imgW="165100" imgH="228600" progId="Equation.DSMT4">
                    <p:embed/>
                  </p:oleObj>
                </mc:Choice>
                <mc:Fallback>
                  <p:oleObj name="" r:id="rId3" imgW="165100" imgH="228600" progId="Equation.DSMT4">
                    <p:embed/>
                    <p:pic>
                      <p:nvPicPr>
                        <p:cNvPr id="0" name="图片 3075"/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3942" y="1968"/>
                          <a:ext cx="133" cy="206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8467" name="Object 66"/>
            <p:cNvGraphicFramePr>
              <a:graphicFrameLocks noChangeAspect="1"/>
            </p:cNvGraphicFramePr>
            <p:nvPr/>
          </p:nvGraphicFramePr>
          <p:xfrm>
            <a:off x="4034" y="2277"/>
            <a:ext cx="134" cy="1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77" name="" r:id="rId5" imgW="114300" imgH="127000" progId="Equation.DSMT4">
                    <p:embed/>
                  </p:oleObj>
                </mc:Choice>
                <mc:Fallback>
                  <p:oleObj name="" r:id="rId5" imgW="114300" imgH="127000" progId="Equation.DSMT4">
                    <p:embed/>
                    <p:pic>
                      <p:nvPicPr>
                        <p:cNvPr id="0" name="图片 3076"/>
                        <p:cNvPicPr/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4034" y="2277"/>
                          <a:ext cx="134" cy="166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8468" name="Line 69"/>
            <p:cNvSpPr/>
            <p:nvPr/>
          </p:nvSpPr>
          <p:spPr>
            <a:xfrm flipV="1">
              <a:off x="4249" y="2140"/>
              <a:ext cx="184" cy="480"/>
            </a:xfrm>
            <a:prstGeom prst="line">
              <a:avLst/>
            </a:prstGeom>
            <a:ln w="9525" cap="flat" cmpd="sng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</p:sp>
      </p:grpSp>
      <p:grpSp>
        <p:nvGrpSpPr>
          <p:cNvPr id="18438" name="Group 72"/>
          <p:cNvGrpSpPr/>
          <p:nvPr/>
        </p:nvGrpSpPr>
        <p:grpSpPr>
          <a:xfrm>
            <a:off x="228600" y="3073400"/>
            <a:ext cx="4267200" cy="2590800"/>
            <a:chOff x="144" y="1936"/>
            <a:chExt cx="2688" cy="1632"/>
          </a:xfrm>
        </p:grpSpPr>
        <p:grpSp>
          <p:nvGrpSpPr>
            <p:cNvPr id="18444" name="Group 52"/>
            <p:cNvGrpSpPr/>
            <p:nvPr/>
          </p:nvGrpSpPr>
          <p:grpSpPr>
            <a:xfrm>
              <a:off x="144" y="1936"/>
              <a:ext cx="2688" cy="1632"/>
              <a:chOff x="144" y="2016"/>
              <a:chExt cx="3024" cy="1968"/>
            </a:xfrm>
          </p:grpSpPr>
          <p:sp>
            <p:nvSpPr>
              <p:cNvPr id="18446" name="Oval 33"/>
              <p:cNvSpPr/>
              <p:nvPr/>
            </p:nvSpPr>
            <p:spPr>
              <a:xfrm>
                <a:off x="2041" y="2699"/>
                <a:ext cx="114" cy="128"/>
              </a:xfrm>
              <a:prstGeom prst="ellipse">
                <a:avLst/>
              </a:prstGeom>
              <a:solidFill>
                <a:schemeClr val="bg1"/>
              </a:solidFill>
              <a:ln w="9525" cap="flat" cmpd="sng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txBody>
              <a:bodyPr wrap="none" anchor="ctr" anchorCtr="0"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grpSp>
            <p:nvGrpSpPr>
              <p:cNvPr id="18447" name="Group 51"/>
              <p:cNvGrpSpPr/>
              <p:nvPr/>
            </p:nvGrpSpPr>
            <p:grpSpPr>
              <a:xfrm>
                <a:off x="144" y="2016"/>
                <a:ext cx="3024" cy="1968"/>
                <a:chOff x="144" y="2016"/>
                <a:chExt cx="3024" cy="1968"/>
              </a:xfrm>
            </p:grpSpPr>
            <p:sp>
              <p:nvSpPr>
                <p:cNvPr id="18448" name="Line 35"/>
                <p:cNvSpPr/>
                <p:nvPr/>
              </p:nvSpPr>
              <p:spPr>
                <a:xfrm>
                  <a:off x="886" y="2827"/>
                  <a:ext cx="897" cy="0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  <p:sp>
              <p:nvSpPr>
                <p:cNvPr id="18449" name="Line 36"/>
                <p:cNvSpPr/>
                <p:nvPr/>
              </p:nvSpPr>
              <p:spPr>
                <a:xfrm>
                  <a:off x="1320" y="3467"/>
                  <a:ext cx="873" cy="0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  <p:sp>
              <p:nvSpPr>
                <p:cNvPr id="18450" name="Line 37"/>
                <p:cNvSpPr/>
                <p:nvPr/>
              </p:nvSpPr>
              <p:spPr>
                <a:xfrm flipH="1" flipV="1">
                  <a:off x="865" y="2827"/>
                  <a:ext cx="455" cy="640"/>
                </a:xfrm>
                <a:prstGeom prst="line">
                  <a:avLst/>
                </a:prstGeom>
                <a:ln w="9525" cap="flat" cmpd="sng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</p:sp>
            <p:grpSp>
              <p:nvGrpSpPr>
                <p:cNvPr id="18451" name="Group 38"/>
                <p:cNvGrpSpPr/>
                <p:nvPr/>
              </p:nvGrpSpPr>
              <p:grpSpPr>
                <a:xfrm>
                  <a:off x="144" y="2016"/>
                  <a:ext cx="3024" cy="1968"/>
                  <a:chOff x="912" y="2016"/>
                  <a:chExt cx="3825" cy="2214"/>
                </a:xfrm>
              </p:grpSpPr>
              <p:sp>
                <p:nvSpPr>
                  <p:cNvPr id="18452" name="Line 39"/>
                  <p:cNvSpPr/>
                  <p:nvPr/>
                </p:nvSpPr>
                <p:spPr>
                  <a:xfrm flipV="1">
                    <a:off x="2736" y="2064"/>
                    <a:ext cx="0" cy="2112"/>
                  </a:xfrm>
                  <a:prstGeom prst="line">
                    <a:avLst/>
                  </a:prstGeom>
                  <a:ln w="9525" cap="flat" cmpd="sng">
                    <a:solidFill>
                      <a:schemeClr val="tx1"/>
                    </a:solidFill>
                    <a:prstDash val="solid"/>
                    <a:headEnd type="none" w="med" len="med"/>
                    <a:tailEnd type="triangle" w="med" len="med"/>
                  </a:ln>
                </p:spPr>
              </p:sp>
              <p:sp>
                <p:nvSpPr>
                  <p:cNvPr id="18453" name="Line 40"/>
                  <p:cNvSpPr/>
                  <p:nvPr/>
                </p:nvSpPr>
                <p:spPr>
                  <a:xfrm>
                    <a:off x="912" y="3945"/>
                    <a:ext cx="3792" cy="0"/>
                  </a:xfrm>
                  <a:prstGeom prst="line">
                    <a:avLst/>
                  </a:prstGeom>
                  <a:ln w="9525" cap="flat" cmpd="sng">
                    <a:solidFill>
                      <a:schemeClr val="tx1"/>
                    </a:solidFill>
                    <a:prstDash val="solid"/>
                    <a:headEnd type="none" w="med" len="med"/>
                    <a:tailEnd type="triangle" w="med" len="med"/>
                  </a:ln>
                </p:spPr>
              </p:sp>
              <p:graphicFrame>
                <p:nvGraphicFramePr>
                  <p:cNvPr id="18454" name="Object 41"/>
                  <p:cNvGraphicFramePr>
                    <a:graphicFrameLocks noChangeAspect="1"/>
                  </p:cNvGraphicFramePr>
                  <p:nvPr/>
                </p:nvGraphicFramePr>
                <p:xfrm>
                  <a:off x="2640" y="3840"/>
                  <a:ext cx="209" cy="232"/>
                </p:xfrm>
                <a:graphic>
                  <a:graphicData uri="http://schemas.openxmlformats.org/presentationml/2006/ole">
                    <mc:AlternateContent xmlns:mc="http://schemas.openxmlformats.org/markup-compatibility/2006">
                      <mc:Choice xmlns:v="urn:schemas-microsoft-com:vml" Requires="v">
                        <p:oleObj spid="_x0000_s3078" name="" r:id="rId7" imgW="114300" imgH="127000" progId="Equation.DSMT4">
                          <p:embed/>
                        </p:oleObj>
                      </mc:Choice>
                      <mc:Fallback>
                        <p:oleObj name="" r:id="rId7" imgW="114300" imgH="127000" progId="Equation.DSMT4">
                          <p:embed/>
                          <p:pic>
                            <p:nvPicPr>
                              <p:cNvPr id="0" name="图片 3077"/>
                              <p:cNvPicPr/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640" y="3840"/>
                                <a:ext cx="209" cy="232"/>
                              </a:xfrm>
                              <a:prstGeom prst="rect">
                                <a:avLst/>
                              </a:prstGeom>
                              <a:noFill/>
                              <a:ln w="38100">
                                <a:noFill/>
                                <a:miter/>
                              </a:ln>
                            </p:spPr>
                          </p:pic>
                        </p:oleObj>
                      </mc:Fallback>
                    </mc:AlternateContent>
                  </a:graphicData>
                </a:graphic>
              </p:graphicFrame>
              <p:graphicFrame>
                <p:nvGraphicFramePr>
                  <p:cNvPr id="18455" name="Object 42"/>
                  <p:cNvGraphicFramePr>
                    <a:graphicFrameLocks noChangeAspect="1"/>
                  </p:cNvGraphicFramePr>
                  <p:nvPr/>
                </p:nvGraphicFramePr>
                <p:xfrm>
                  <a:off x="1711" y="3656"/>
                  <a:ext cx="209" cy="232"/>
                </p:xfrm>
                <a:graphic>
                  <a:graphicData uri="http://schemas.openxmlformats.org/presentationml/2006/ole">
                    <mc:AlternateContent xmlns:mc="http://schemas.openxmlformats.org/markup-compatibility/2006">
                      <mc:Choice xmlns:v="urn:schemas-microsoft-com:vml" Requires="v">
                        <p:oleObj spid="_x0000_s3080" name="" r:id="rId9" imgW="114300" imgH="127000" progId="Equation.DSMT4">
                          <p:embed/>
                        </p:oleObj>
                      </mc:Choice>
                      <mc:Fallback>
                        <p:oleObj name="" r:id="rId9" imgW="114300" imgH="127000" progId="Equation.DSMT4">
                          <p:embed/>
                          <p:pic>
                            <p:nvPicPr>
                              <p:cNvPr id="0" name="图片 3079"/>
                              <p:cNvPicPr/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1711" y="3656"/>
                                <a:ext cx="209" cy="232"/>
                              </a:xfrm>
                              <a:prstGeom prst="rect">
                                <a:avLst/>
                              </a:prstGeom>
                              <a:noFill/>
                              <a:ln w="38100">
                                <a:noFill/>
                                <a:miter/>
                              </a:ln>
                            </p:spPr>
                          </p:pic>
                        </p:oleObj>
                      </mc:Fallback>
                    </mc:AlternateContent>
                  </a:graphicData>
                </a:graphic>
              </p:graphicFrame>
              <p:graphicFrame>
                <p:nvGraphicFramePr>
                  <p:cNvPr id="18456" name="Object 43"/>
                  <p:cNvGraphicFramePr>
                    <a:graphicFrameLocks noChangeAspect="1"/>
                  </p:cNvGraphicFramePr>
                  <p:nvPr/>
                </p:nvGraphicFramePr>
                <p:xfrm>
                  <a:off x="4521" y="3906"/>
                  <a:ext cx="216" cy="324"/>
                </p:xfrm>
                <a:graphic>
                  <a:graphicData uri="http://schemas.openxmlformats.org/presentationml/2006/ole">
                    <mc:AlternateContent xmlns:mc="http://schemas.openxmlformats.org/markup-compatibility/2006">
                      <mc:Choice xmlns:v="urn:schemas-microsoft-com:vml" Requires="v">
                        <p:oleObj spid="_x0000_s3085" name="" r:id="rId10" imgW="152400" imgH="228600" progId="Equation.DSMT4">
                          <p:embed/>
                        </p:oleObj>
                      </mc:Choice>
                      <mc:Fallback>
                        <p:oleObj name="" r:id="rId10" imgW="152400" imgH="228600" progId="Equation.DSMT4">
                          <p:embed/>
                          <p:pic>
                            <p:nvPicPr>
                              <p:cNvPr id="0" name="图片 3084"/>
                              <p:cNvPicPr/>
                              <p:nvPr/>
                            </p:nvPicPr>
                            <p:blipFill>
                              <a:blip r:embed="rId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4521" y="3906"/>
                                <a:ext cx="216" cy="324"/>
                              </a:xfrm>
                              <a:prstGeom prst="rect">
                                <a:avLst/>
                              </a:prstGeom>
                              <a:noFill/>
                              <a:ln w="38100">
                                <a:noFill/>
                                <a:miter/>
                              </a:ln>
                            </p:spPr>
                          </p:pic>
                        </p:oleObj>
                      </mc:Fallback>
                    </mc:AlternateContent>
                  </a:graphicData>
                </a:graphic>
              </p:graphicFrame>
              <p:graphicFrame>
                <p:nvGraphicFramePr>
                  <p:cNvPr id="18457" name="Object 44"/>
                  <p:cNvGraphicFramePr>
                    <a:graphicFrameLocks noChangeAspect="1"/>
                  </p:cNvGraphicFramePr>
                  <p:nvPr/>
                </p:nvGraphicFramePr>
                <p:xfrm>
                  <a:off x="2496" y="2016"/>
                  <a:ext cx="208" cy="288"/>
                </p:xfrm>
                <a:graphic>
                  <a:graphicData uri="http://schemas.openxmlformats.org/presentationml/2006/ole">
                    <mc:AlternateContent xmlns:mc="http://schemas.openxmlformats.org/markup-compatibility/2006">
                      <mc:Choice xmlns:v="urn:schemas-microsoft-com:vml" Requires="v">
                        <p:oleObj spid="_x0000_s3084" name="" r:id="rId11" imgW="165100" imgH="228600" progId="Equation.DSMT4">
                          <p:embed/>
                        </p:oleObj>
                      </mc:Choice>
                      <mc:Fallback>
                        <p:oleObj name="" r:id="rId11" imgW="165100" imgH="228600" progId="Equation.DSMT4">
                          <p:embed/>
                          <p:pic>
                            <p:nvPicPr>
                              <p:cNvPr id="0" name="图片 3083"/>
                              <p:cNvPicPr/>
                              <p:nvPr/>
                            </p:nvPicPr>
                            <p:blipFill>
                              <a:blip r:embed="rId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496" y="2016"/>
                                <a:ext cx="208" cy="288"/>
                              </a:xfrm>
                              <a:prstGeom prst="rect">
                                <a:avLst/>
                              </a:prstGeom>
                              <a:noFill/>
                              <a:ln w="38100">
                                <a:noFill/>
                                <a:miter/>
                              </a:ln>
                            </p:spPr>
                          </p:pic>
                        </p:oleObj>
                      </mc:Fallback>
                    </mc:AlternateContent>
                  </a:graphicData>
                </a:graphic>
              </p:graphicFrame>
              <p:graphicFrame>
                <p:nvGraphicFramePr>
                  <p:cNvPr id="18458" name="Object 45"/>
                  <p:cNvGraphicFramePr>
                    <a:graphicFrameLocks noChangeAspect="1"/>
                  </p:cNvGraphicFramePr>
                  <p:nvPr/>
                </p:nvGraphicFramePr>
                <p:xfrm>
                  <a:off x="2640" y="2448"/>
                  <a:ext cx="209" cy="232"/>
                </p:xfrm>
                <a:graphic>
                  <a:graphicData uri="http://schemas.openxmlformats.org/presentationml/2006/ole">
                    <mc:AlternateContent xmlns:mc="http://schemas.openxmlformats.org/markup-compatibility/2006">
                      <mc:Choice xmlns:v="urn:schemas-microsoft-com:vml" Requires="v">
                        <p:oleObj spid="_x0000_s3086" name="" r:id="rId12" imgW="114300" imgH="127000" progId="Equation.DSMT4">
                          <p:embed/>
                        </p:oleObj>
                      </mc:Choice>
                      <mc:Fallback>
                        <p:oleObj name="" r:id="rId12" imgW="114300" imgH="127000" progId="Equation.DSMT4">
                          <p:embed/>
                          <p:pic>
                            <p:nvPicPr>
                              <p:cNvPr id="0" name="图片 3085"/>
                              <p:cNvPicPr/>
                              <p:nvPr/>
                            </p:nvPicPr>
                            <p:blipFill>
                              <a:blip r:embed="rId8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640" y="2448"/>
                                <a:ext cx="209" cy="232"/>
                              </a:xfrm>
                              <a:prstGeom prst="rect">
                                <a:avLst/>
                              </a:prstGeom>
                              <a:noFill/>
                              <a:ln w="38100">
                                <a:noFill/>
                                <a:miter/>
                              </a:ln>
                            </p:spPr>
                          </p:pic>
                        </p:oleObj>
                      </mc:Fallback>
                    </mc:AlternateContent>
                  </a:graphicData>
                </a:graphic>
              </p:graphicFrame>
              <p:sp>
                <p:nvSpPr>
                  <p:cNvPr id="18459" name="Oval 46"/>
                  <p:cNvSpPr/>
                  <p:nvPr/>
                </p:nvSpPr>
                <p:spPr>
                  <a:xfrm>
                    <a:off x="2667" y="3207"/>
                    <a:ext cx="144" cy="144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 cap="flat" cmpd="sng">
                    <a:solidFill>
                      <a:schemeClr val="tx1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txBody>
                  <a:bodyPr wrap="none" anchor="ctr" anchorCtr="0"/>
                  <a:lstStyle>
                    <a:lvl1pPr marL="342900" indent="-3429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folHlink"/>
                      </a:buClr>
                      <a:buSzPct val="60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742950" indent="-28575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hlink"/>
                      </a:buClr>
                      <a:buSzPct val="55000"/>
                      <a:buFont typeface="Wingdings" panose="05000000000000000000" pitchFamily="2" charset="2"/>
                      <a:buChar char="n"/>
                      <a:defRPr sz="28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2pPr>
                    <a:lvl3pPr marL="11430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folHlink"/>
                      </a:buClr>
                      <a:buSzPct val="50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3pPr>
                    <a:lvl4pPr marL="16002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55000"/>
                      <a:buFont typeface="Wingdings" panose="05000000000000000000" pitchFamily="2" charset="2"/>
                      <a:buChar char="n"/>
                      <a:defRPr sz="20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4pPr>
                    <a:lvl5pPr marL="20574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anose="05000000000000000000" pitchFamily="2" charset="2"/>
                      <a:buChar char="n"/>
                      <a:defRPr sz="20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5pPr>
                  </a:lstStyle>
                  <a:p>
                    <a:pPr marL="0" lvl="0" indent="0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 dirty="0">
                      <a:latin typeface="Tahoma" panose="020B0604030504040204" pitchFamily="34" charset="0"/>
                      <a:ea typeface="华文新魏" panose="02010800040101010101" pitchFamily="2" charset="-122"/>
                    </a:endParaRPr>
                  </a:p>
                </p:txBody>
              </p:sp>
              <p:sp>
                <p:nvSpPr>
                  <p:cNvPr id="18460" name="Oval 47"/>
                  <p:cNvSpPr/>
                  <p:nvPr/>
                </p:nvSpPr>
                <p:spPr>
                  <a:xfrm>
                    <a:off x="4176" y="3879"/>
                    <a:ext cx="144" cy="144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 cap="flat" cmpd="sng">
                    <a:solidFill>
                      <a:schemeClr val="tx1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txBody>
                  <a:bodyPr wrap="none" anchor="ctr" anchorCtr="0"/>
                  <a:lstStyle>
                    <a:lvl1pPr marL="342900" indent="-3429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folHlink"/>
                      </a:buClr>
                      <a:buSzPct val="60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742950" indent="-28575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hlink"/>
                      </a:buClr>
                      <a:buSzPct val="55000"/>
                      <a:buFont typeface="Wingdings" panose="05000000000000000000" pitchFamily="2" charset="2"/>
                      <a:buChar char="n"/>
                      <a:defRPr sz="28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2pPr>
                    <a:lvl3pPr marL="11430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folHlink"/>
                      </a:buClr>
                      <a:buSzPct val="50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3pPr>
                    <a:lvl4pPr marL="16002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55000"/>
                      <a:buFont typeface="Wingdings" panose="05000000000000000000" pitchFamily="2" charset="2"/>
                      <a:buChar char="n"/>
                      <a:defRPr sz="20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4pPr>
                    <a:lvl5pPr marL="20574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anose="05000000000000000000" pitchFamily="2" charset="2"/>
                      <a:buChar char="n"/>
                      <a:defRPr sz="20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5pPr>
                  </a:lstStyle>
                  <a:p>
                    <a:pPr marL="0" lvl="0" indent="0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1800" dirty="0">
                      <a:latin typeface="Tahoma" panose="020B0604030504040204" pitchFamily="34" charset="0"/>
                      <a:ea typeface="华文新魏" panose="02010800040101010101" pitchFamily="2" charset="-122"/>
                    </a:endParaRPr>
                  </a:p>
                </p:txBody>
              </p:sp>
              <p:sp>
                <p:nvSpPr>
                  <p:cNvPr id="18461" name="Line 48"/>
                  <p:cNvSpPr/>
                  <p:nvPr/>
                </p:nvSpPr>
                <p:spPr>
                  <a:xfrm flipV="1">
                    <a:off x="2976" y="2256"/>
                    <a:ext cx="288" cy="672"/>
                  </a:xfrm>
                  <a:prstGeom prst="line">
                    <a:avLst/>
                  </a:prstGeom>
                  <a:ln w="9525" cap="flat" cmpd="sng">
                    <a:solidFill>
                      <a:schemeClr val="tx1"/>
                    </a:solidFill>
                    <a:prstDash val="solid"/>
                    <a:headEnd type="none" w="med" len="med"/>
                    <a:tailEnd type="none" w="med" len="med"/>
                  </a:ln>
                </p:spPr>
              </p:sp>
              <p:sp>
                <p:nvSpPr>
                  <p:cNvPr id="18462" name="Freeform 49"/>
                  <p:cNvSpPr/>
                  <p:nvPr/>
                </p:nvSpPr>
                <p:spPr>
                  <a:xfrm>
                    <a:off x="1719" y="2260"/>
                    <a:ext cx="1742" cy="1920"/>
                  </a:xfrm>
                  <a:custGeom>
                    <a:avLst/>
                    <a:gdLst>
                      <a:gd name="txL" fmla="*/ 0 w 1742"/>
                      <a:gd name="txT" fmla="*/ 0 h 1920"/>
                      <a:gd name="txR" fmla="*/ 1742 w 1742"/>
                      <a:gd name="txB" fmla="*/ 1920 h 1920"/>
                    </a:gdLst>
                    <a:ahLst/>
                    <a:cxnLst>
                      <a:cxn ang="0">
                        <a:pos x="1484" y="0"/>
                      </a:cxn>
                      <a:cxn ang="0">
                        <a:pos x="1414" y="123"/>
                      </a:cxn>
                      <a:cxn ang="0">
                        <a:pos x="1388" y="175"/>
                      </a:cxn>
                      <a:cxn ang="0">
                        <a:pos x="1344" y="280"/>
                      </a:cxn>
                      <a:cxn ang="0">
                        <a:pos x="1283" y="367"/>
                      </a:cxn>
                      <a:cxn ang="0">
                        <a:pos x="1257" y="411"/>
                      </a:cxn>
                      <a:cxn ang="0">
                        <a:pos x="1248" y="437"/>
                      </a:cxn>
                      <a:cxn ang="0">
                        <a:pos x="1231" y="463"/>
                      </a:cxn>
                      <a:cxn ang="0">
                        <a:pos x="1222" y="498"/>
                      </a:cxn>
                      <a:cxn ang="0">
                        <a:pos x="1161" y="603"/>
                      </a:cxn>
                      <a:cxn ang="0">
                        <a:pos x="1135" y="620"/>
                      </a:cxn>
                      <a:cxn ang="0">
                        <a:pos x="0" y="637"/>
                      </a:cxn>
                      <a:cxn ang="0">
                        <a:pos x="53" y="838"/>
                      </a:cxn>
                      <a:cxn ang="0">
                        <a:pos x="79" y="891"/>
                      </a:cxn>
                      <a:cxn ang="0">
                        <a:pos x="88" y="917"/>
                      </a:cxn>
                      <a:cxn ang="0">
                        <a:pos x="96" y="943"/>
                      </a:cxn>
                      <a:cxn ang="0">
                        <a:pos x="149" y="1004"/>
                      </a:cxn>
                      <a:cxn ang="0">
                        <a:pos x="253" y="1109"/>
                      </a:cxn>
                      <a:cxn ang="0">
                        <a:pos x="306" y="1170"/>
                      </a:cxn>
                      <a:cxn ang="0">
                        <a:pos x="393" y="1240"/>
                      </a:cxn>
                      <a:cxn ang="0">
                        <a:pos x="437" y="1283"/>
                      </a:cxn>
                      <a:cxn ang="0">
                        <a:pos x="454" y="1309"/>
                      </a:cxn>
                      <a:cxn ang="0">
                        <a:pos x="524" y="1371"/>
                      </a:cxn>
                      <a:cxn ang="0">
                        <a:pos x="541" y="1397"/>
                      </a:cxn>
                      <a:cxn ang="0">
                        <a:pos x="568" y="1414"/>
                      </a:cxn>
                      <a:cxn ang="0">
                        <a:pos x="585" y="1449"/>
                      </a:cxn>
                      <a:cxn ang="0">
                        <a:pos x="655" y="1493"/>
                      </a:cxn>
                      <a:cxn ang="0">
                        <a:pos x="1711" y="1536"/>
                      </a:cxn>
                      <a:cxn ang="0">
                        <a:pos x="1728" y="1920"/>
                      </a:cxn>
                    </a:cxnLst>
                    <a:rect l="txL" t="txT" r="txR" b="txB"/>
                    <a:pathLst>
                      <a:path w="1742" h="1920">
                        <a:moveTo>
                          <a:pt x="1484" y="0"/>
                        </a:moveTo>
                        <a:cubicBezTo>
                          <a:pt x="1467" y="49"/>
                          <a:pt x="1451" y="86"/>
                          <a:pt x="1414" y="123"/>
                        </a:cubicBezTo>
                        <a:cubicBezTo>
                          <a:pt x="1381" y="218"/>
                          <a:pt x="1433" y="74"/>
                          <a:pt x="1388" y="175"/>
                        </a:cubicBezTo>
                        <a:cubicBezTo>
                          <a:pt x="1370" y="214"/>
                          <a:pt x="1368" y="244"/>
                          <a:pt x="1344" y="280"/>
                        </a:cubicBezTo>
                        <a:cubicBezTo>
                          <a:pt x="1334" y="313"/>
                          <a:pt x="1308" y="342"/>
                          <a:pt x="1283" y="367"/>
                        </a:cubicBezTo>
                        <a:cubicBezTo>
                          <a:pt x="1258" y="440"/>
                          <a:pt x="1293" y="351"/>
                          <a:pt x="1257" y="411"/>
                        </a:cubicBezTo>
                        <a:cubicBezTo>
                          <a:pt x="1252" y="419"/>
                          <a:pt x="1252" y="429"/>
                          <a:pt x="1248" y="437"/>
                        </a:cubicBezTo>
                        <a:cubicBezTo>
                          <a:pt x="1243" y="446"/>
                          <a:pt x="1237" y="454"/>
                          <a:pt x="1231" y="463"/>
                        </a:cubicBezTo>
                        <a:cubicBezTo>
                          <a:pt x="1228" y="475"/>
                          <a:pt x="1225" y="486"/>
                          <a:pt x="1222" y="498"/>
                        </a:cubicBezTo>
                        <a:cubicBezTo>
                          <a:pt x="1202" y="586"/>
                          <a:pt x="1225" y="571"/>
                          <a:pt x="1161" y="603"/>
                        </a:cubicBezTo>
                        <a:cubicBezTo>
                          <a:pt x="1152" y="608"/>
                          <a:pt x="1144" y="614"/>
                          <a:pt x="1135" y="620"/>
                        </a:cubicBezTo>
                        <a:cubicBezTo>
                          <a:pt x="788" y="603"/>
                          <a:pt x="207" y="442"/>
                          <a:pt x="0" y="637"/>
                        </a:cubicBezTo>
                        <a:cubicBezTo>
                          <a:pt x="5" y="696"/>
                          <a:pt x="4" y="791"/>
                          <a:pt x="53" y="838"/>
                        </a:cubicBezTo>
                        <a:cubicBezTo>
                          <a:pt x="71" y="897"/>
                          <a:pt x="48" y="830"/>
                          <a:pt x="79" y="891"/>
                        </a:cubicBezTo>
                        <a:cubicBezTo>
                          <a:pt x="83" y="899"/>
                          <a:pt x="85" y="908"/>
                          <a:pt x="88" y="917"/>
                        </a:cubicBezTo>
                        <a:cubicBezTo>
                          <a:pt x="91" y="926"/>
                          <a:pt x="92" y="935"/>
                          <a:pt x="96" y="943"/>
                        </a:cubicBezTo>
                        <a:cubicBezTo>
                          <a:pt x="108" y="967"/>
                          <a:pt x="130" y="986"/>
                          <a:pt x="149" y="1004"/>
                        </a:cubicBezTo>
                        <a:cubicBezTo>
                          <a:pt x="165" y="1057"/>
                          <a:pt x="210" y="1080"/>
                          <a:pt x="253" y="1109"/>
                        </a:cubicBezTo>
                        <a:cubicBezTo>
                          <a:pt x="277" y="1125"/>
                          <a:pt x="287" y="1151"/>
                          <a:pt x="306" y="1170"/>
                        </a:cubicBezTo>
                        <a:cubicBezTo>
                          <a:pt x="331" y="1194"/>
                          <a:pt x="364" y="1220"/>
                          <a:pt x="393" y="1240"/>
                        </a:cubicBezTo>
                        <a:cubicBezTo>
                          <a:pt x="438" y="1308"/>
                          <a:pt x="379" y="1226"/>
                          <a:pt x="437" y="1283"/>
                        </a:cubicBezTo>
                        <a:cubicBezTo>
                          <a:pt x="444" y="1290"/>
                          <a:pt x="447" y="1301"/>
                          <a:pt x="454" y="1309"/>
                        </a:cubicBezTo>
                        <a:cubicBezTo>
                          <a:pt x="489" y="1349"/>
                          <a:pt x="489" y="1347"/>
                          <a:pt x="524" y="1371"/>
                        </a:cubicBezTo>
                        <a:cubicBezTo>
                          <a:pt x="530" y="1380"/>
                          <a:pt x="534" y="1390"/>
                          <a:pt x="541" y="1397"/>
                        </a:cubicBezTo>
                        <a:cubicBezTo>
                          <a:pt x="549" y="1404"/>
                          <a:pt x="561" y="1406"/>
                          <a:pt x="568" y="1414"/>
                        </a:cubicBezTo>
                        <a:cubicBezTo>
                          <a:pt x="576" y="1424"/>
                          <a:pt x="577" y="1439"/>
                          <a:pt x="585" y="1449"/>
                        </a:cubicBezTo>
                        <a:cubicBezTo>
                          <a:pt x="600" y="1468"/>
                          <a:pt x="633" y="1485"/>
                          <a:pt x="655" y="1493"/>
                        </a:cubicBezTo>
                        <a:cubicBezTo>
                          <a:pt x="913" y="1751"/>
                          <a:pt x="1370" y="1431"/>
                          <a:pt x="1711" y="1536"/>
                        </a:cubicBezTo>
                        <a:cubicBezTo>
                          <a:pt x="1742" y="1655"/>
                          <a:pt x="1728" y="1800"/>
                          <a:pt x="1728" y="1920"/>
                        </a:cubicBezTo>
                      </a:path>
                    </a:pathLst>
                  </a:custGeom>
                  <a:noFill/>
                  <a:ln w="9525" cap="flat" cmpd="sng">
                    <a:solidFill>
                      <a:schemeClr val="tx1">
                        <a:alpha val="100000"/>
                      </a:schemeClr>
                    </a:solidFill>
                    <a:prstDash val="lgDash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8445" name="Line 71"/>
            <p:cNvSpPr/>
            <p:nvPr/>
          </p:nvSpPr>
          <p:spPr>
            <a:xfrm>
              <a:off x="1968" y="3140"/>
              <a:ext cx="0" cy="384"/>
            </a:xfrm>
            <a:prstGeom prst="line">
              <a:avLst/>
            </a:prstGeom>
            <a:ln w="9525" cap="flat" cmpd="sng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</p:sp>
      </p:grpSp>
      <p:sp>
        <p:nvSpPr>
          <p:cNvPr id="18439" name="Rectangle 75"/>
          <p:cNvSpPr/>
          <p:nvPr/>
        </p:nvSpPr>
        <p:spPr>
          <a:xfrm>
            <a:off x="3657600" y="2667000"/>
            <a:ext cx="1524000" cy="6858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dirty="0"/>
              <a:t>模板</a:t>
            </a:r>
            <a:endParaRPr lang="zh-CN" altLang="en-US" dirty="0"/>
          </a:p>
        </p:txBody>
      </p:sp>
      <p:sp>
        <p:nvSpPr>
          <p:cNvPr id="18440" name="Line 76"/>
          <p:cNvSpPr/>
          <p:nvPr/>
        </p:nvSpPr>
        <p:spPr>
          <a:xfrm flipH="1">
            <a:off x="3200400" y="3048000"/>
            <a:ext cx="838200" cy="83820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headEnd type="none" w="med" len="med"/>
            <a:tailEnd type="triangle" w="med" len="med"/>
          </a:ln>
        </p:spPr>
      </p:sp>
      <p:sp>
        <p:nvSpPr>
          <p:cNvPr id="18441" name="Line 78"/>
          <p:cNvSpPr/>
          <p:nvPr/>
        </p:nvSpPr>
        <p:spPr>
          <a:xfrm>
            <a:off x="4800600" y="3048000"/>
            <a:ext cx="1600200" cy="68580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headEnd type="none" w="med" len="med"/>
            <a:tailEnd type="triangle" w="med" len="med"/>
          </a:ln>
        </p:spPr>
      </p:sp>
      <p:sp>
        <p:nvSpPr>
          <p:cNvPr id="18442" name="Line 79"/>
          <p:cNvSpPr/>
          <p:nvPr/>
        </p:nvSpPr>
        <p:spPr>
          <a:xfrm flipH="1">
            <a:off x="2362200" y="2971800"/>
            <a:ext cx="1676400" cy="76200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headEnd type="none" w="med" len="med"/>
            <a:tailEnd type="triangle" w="med" len="med"/>
          </a:ln>
        </p:spPr>
      </p:sp>
      <p:sp>
        <p:nvSpPr>
          <p:cNvPr id="18443" name="Oval 80"/>
          <p:cNvSpPr/>
          <p:nvPr/>
        </p:nvSpPr>
        <p:spPr>
          <a:xfrm>
            <a:off x="7162800" y="3911600"/>
            <a:ext cx="152400" cy="152400"/>
          </a:xfrm>
          <a:prstGeom prst="ellipse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hlink"/>
            </a:solidFill>
            <a:prstDash val="solid"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9458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19459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图像模板匹配的目的</a:t>
            </a:r>
            <a:endParaRPr lang="zh-CN" altLang="en-US" dirty="0"/>
          </a:p>
        </p:txBody>
      </p:sp>
      <p:pic>
        <p:nvPicPr>
          <p:cNvPr id="19460" name="Picture 4" descr="f5-1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85800" y="2667000"/>
            <a:ext cx="5410200" cy="3606800"/>
          </a:xfrm>
          <a:prstGeom prst="rect">
            <a:avLst/>
          </a:prstGeom>
          <a:noFill/>
          <a:ln w="9525">
            <a:noFill/>
          </a:ln>
        </p:spPr>
      </p:pic>
      <p:grpSp>
        <p:nvGrpSpPr>
          <p:cNvPr id="19461" name="Group 8"/>
          <p:cNvGrpSpPr/>
          <p:nvPr/>
        </p:nvGrpSpPr>
        <p:grpSpPr>
          <a:xfrm>
            <a:off x="6019800" y="1828800"/>
            <a:ext cx="2895600" cy="1676400"/>
            <a:chOff x="3792" y="1728"/>
            <a:chExt cx="1824" cy="1056"/>
          </a:xfrm>
        </p:grpSpPr>
        <p:sp>
          <p:nvSpPr>
            <p:cNvPr id="19466" name="Rectangle 5"/>
            <p:cNvSpPr/>
            <p:nvPr/>
          </p:nvSpPr>
          <p:spPr>
            <a:xfrm>
              <a:off x="3792" y="1728"/>
              <a:ext cx="1824" cy="528"/>
            </a:xfrm>
            <a:prstGeom prst="rect">
              <a:avLst/>
            </a:prstGeom>
            <a:solidFill>
              <a:schemeClr val="bg1">
                <a:alpha val="0"/>
              </a:schemeClr>
            </a:solidFill>
            <a:ln w="9525" cap="flat" cmpd="sng">
              <a:solidFill>
                <a:schemeClr val="bg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3600" dirty="0">
                  <a:solidFill>
                    <a:schemeClr val="folHlink"/>
                  </a:solidFill>
                </a:rPr>
                <a:t>目标存在？</a:t>
              </a:r>
              <a:endParaRPr lang="zh-CN" altLang="en-US" sz="3600" dirty="0">
                <a:solidFill>
                  <a:schemeClr val="folHlink"/>
                </a:solidFill>
              </a:endParaRPr>
            </a:p>
          </p:txBody>
        </p:sp>
        <p:sp>
          <p:nvSpPr>
            <p:cNvPr id="19467" name="Rectangle 7"/>
            <p:cNvSpPr/>
            <p:nvPr/>
          </p:nvSpPr>
          <p:spPr>
            <a:xfrm>
              <a:off x="3792" y="2256"/>
              <a:ext cx="1824" cy="528"/>
            </a:xfrm>
            <a:prstGeom prst="rect">
              <a:avLst/>
            </a:prstGeom>
            <a:solidFill>
              <a:schemeClr val="bg1">
                <a:alpha val="0"/>
              </a:schemeClr>
            </a:solidFill>
            <a:ln w="9525" cap="flat" cmpd="sng">
              <a:solidFill>
                <a:schemeClr val="bg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3600" dirty="0">
                  <a:solidFill>
                    <a:schemeClr val="folHlink"/>
                  </a:solidFill>
                </a:rPr>
                <a:t>目标位置？</a:t>
              </a:r>
              <a:endParaRPr lang="zh-CN" altLang="en-US" sz="3600" dirty="0">
                <a:solidFill>
                  <a:schemeClr val="folHlink"/>
                </a:solidFill>
              </a:endParaRPr>
            </a:p>
          </p:txBody>
        </p:sp>
      </p:grpSp>
      <p:sp>
        <p:nvSpPr>
          <p:cNvPr id="19462" name="Rectangle 9"/>
          <p:cNvSpPr/>
          <p:nvPr/>
        </p:nvSpPr>
        <p:spPr>
          <a:xfrm>
            <a:off x="6172200" y="4473575"/>
            <a:ext cx="2362200" cy="9906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3600" dirty="0"/>
              <a:t>模板</a:t>
            </a:r>
            <a:endParaRPr lang="zh-CN" altLang="en-US" sz="3600" dirty="0"/>
          </a:p>
        </p:txBody>
      </p:sp>
      <p:sp>
        <p:nvSpPr>
          <p:cNvPr id="19463" name="Rectangle 10"/>
          <p:cNvSpPr/>
          <p:nvPr/>
        </p:nvSpPr>
        <p:spPr>
          <a:xfrm>
            <a:off x="6172200" y="3616325"/>
            <a:ext cx="2362200" cy="9906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3600" dirty="0"/>
              <a:t>待匹配图</a:t>
            </a:r>
            <a:endParaRPr lang="zh-CN" altLang="en-US" sz="3600" dirty="0"/>
          </a:p>
        </p:txBody>
      </p:sp>
      <p:sp>
        <p:nvSpPr>
          <p:cNvPr id="19464" name="Line 11"/>
          <p:cNvSpPr/>
          <p:nvPr/>
        </p:nvSpPr>
        <p:spPr>
          <a:xfrm flipH="1">
            <a:off x="4419600" y="4162425"/>
            <a:ext cx="1981200" cy="0"/>
          </a:xfrm>
          <a:prstGeom prst="line">
            <a:avLst/>
          </a:prstGeom>
          <a:ln w="76200" cap="flat" cmpd="sng">
            <a:solidFill>
              <a:schemeClr val="tx1"/>
            </a:solidFill>
            <a:prstDash val="solid"/>
            <a:headEnd type="none" w="med" len="med"/>
            <a:tailEnd type="triangle" w="med" len="med"/>
          </a:ln>
        </p:spPr>
      </p:sp>
      <p:sp>
        <p:nvSpPr>
          <p:cNvPr id="19465" name="Line 12"/>
          <p:cNvSpPr/>
          <p:nvPr/>
        </p:nvSpPr>
        <p:spPr>
          <a:xfrm flipH="1">
            <a:off x="5943600" y="5181600"/>
            <a:ext cx="838200" cy="609600"/>
          </a:xfrm>
          <a:prstGeom prst="line">
            <a:avLst/>
          </a:prstGeom>
          <a:ln w="76200" cap="flat" cmpd="sng">
            <a:solidFill>
              <a:schemeClr val="tx1"/>
            </a:solidFill>
            <a:prstDash val="solid"/>
            <a:headEnd type="none" w="med" len="med"/>
            <a:tailEnd type="triangle" w="med" len="med"/>
          </a:ln>
        </p:spPr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048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20483" name="Rectangle 3"/>
          <p:cNvSpPr>
            <a:spLocks noGrp="1"/>
          </p:cNvSpPr>
          <p:nvPr>
            <p:ph type="body" sz="half" idx="1"/>
          </p:nvPr>
        </p:nvSpPr>
        <p:spPr>
          <a:xfrm>
            <a:off x="1182688" y="2017713"/>
            <a:ext cx="7275512" cy="4114800"/>
          </a:xfrm>
          <a:ln/>
        </p:spPr>
        <p:txBody>
          <a:bodyPr vert="horz" wrap="square" lIns="91440" tIns="45720" rIns="91440" bIns="45720" anchor="t" anchorCtr="0"/>
          <a:p>
            <a:pPr eaLnBrk="1" hangingPunct="1">
              <a:buClr>
                <a:schemeClr val="folHlink"/>
              </a:buClr>
              <a:buSzPct val="60000"/>
              <a:buFont typeface="Wingdings" panose="05000000000000000000" pitchFamily="2" charset="2"/>
            </a:pPr>
            <a:r>
              <a:rPr lang="zh-CN" altLang="en-US" sz="3600" dirty="0"/>
              <a:t>特征向量的构成</a:t>
            </a:r>
            <a:endParaRPr lang="zh-CN" altLang="en-US" sz="3600" dirty="0"/>
          </a:p>
        </p:txBody>
      </p:sp>
      <p:graphicFrame>
        <p:nvGraphicFramePr>
          <p:cNvPr id="130052" name="Group 4"/>
          <p:cNvGraphicFramePr>
            <a:graphicFrameLocks noGrp="1"/>
          </p:cNvGraphicFramePr>
          <p:nvPr>
            <p:ph sz="half" idx="1"/>
          </p:nvPr>
        </p:nvGraphicFramePr>
        <p:xfrm>
          <a:off x="1676400" y="3200400"/>
          <a:ext cx="1331913" cy="1258888"/>
        </p:xfrm>
        <a:graphic>
          <a:graphicData uri="http://schemas.openxmlformats.org/drawingml/2006/table">
            <a:tbl>
              <a:tblPr/>
              <a:tblGrid>
                <a:gridCol w="666750"/>
                <a:gridCol w="665163"/>
              </a:tblGrid>
              <a:tr h="6302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3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2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0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0495" name="AutoShape 16"/>
          <p:cNvSpPr/>
          <p:nvPr/>
        </p:nvSpPr>
        <p:spPr>
          <a:xfrm>
            <a:off x="4025900" y="3581400"/>
            <a:ext cx="1905000" cy="457200"/>
          </a:xfrm>
          <a:prstGeom prst="rightArrow">
            <a:avLst>
              <a:gd name="adj1" fmla="val 50000"/>
              <a:gd name="adj2" fmla="val 104166"/>
            </a:avLst>
          </a:prstGeom>
          <a:solidFill>
            <a:schemeClr val="accent1"/>
          </a:soli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20496" name="Object 17"/>
          <p:cNvGraphicFramePr>
            <a:graphicFrameLocks noChangeAspect="1"/>
          </p:cNvGraphicFramePr>
          <p:nvPr/>
        </p:nvGraphicFramePr>
        <p:xfrm>
          <a:off x="6731000" y="2616200"/>
          <a:ext cx="688975" cy="2362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0" name="" r:id="rId1" imgW="266700" imgH="913765" progId="Equation.DSMT4">
                  <p:embed/>
                </p:oleObj>
              </mc:Choice>
              <mc:Fallback>
                <p:oleObj name="" r:id="rId1" imgW="266700" imgH="913765" progId="Equation.DSMT4">
                  <p:embed/>
                  <p:pic>
                    <p:nvPicPr>
                      <p:cNvPr id="0" name="图片 3089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6731000" y="2616200"/>
                        <a:ext cx="688975" cy="236220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497" name="Text Box 18"/>
          <p:cNvSpPr txBox="1"/>
          <p:nvPr/>
        </p:nvSpPr>
        <p:spPr>
          <a:xfrm>
            <a:off x="1498600" y="5308600"/>
            <a:ext cx="2133600" cy="579438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dirty="0"/>
              <a:t>图像样本</a:t>
            </a:r>
            <a:endParaRPr lang="zh-CN" altLang="en-US" dirty="0"/>
          </a:p>
        </p:txBody>
      </p:sp>
      <p:sp>
        <p:nvSpPr>
          <p:cNvPr id="20498" name="Text Box 19"/>
          <p:cNvSpPr txBox="1"/>
          <p:nvPr/>
        </p:nvSpPr>
        <p:spPr>
          <a:xfrm>
            <a:off x="4089400" y="5321300"/>
            <a:ext cx="2133600" cy="579438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dirty="0"/>
              <a:t>4</a:t>
            </a:r>
            <a:r>
              <a:rPr lang="zh-CN" altLang="en-US" dirty="0"/>
              <a:t>个特征</a:t>
            </a:r>
            <a:endParaRPr lang="zh-CN" altLang="en-US" dirty="0"/>
          </a:p>
        </p:txBody>
      </p:sp>
      <p:sp>
        <p:nvSpPr>
          <p:cNvPr id="20499" name="Text Box 20"/>
          <p:cNvSpPr txBox="1"/>
          <p:nvPr/>
        </p:nvSpPr>
        <p:spPr>
          <a:xfrm>
            <a:off x="6261100" y="5308600"/>
            <a:ext cx="2133600" cy="579438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dirty="0"/>
              <a:t>特征向量</a:t>
            </a:r>
            <a:endParaRPr lang="zh-CN" altLang="en-US" dirty="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1506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21507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距离函数的定义（相似性测度）</a:t>
            </a:r>
            <a:endParaRPr lang="zh-CN" altLang="en-US" dirty="0"/>
          </a:p>
        </p:txBody>
      </p:sp>
      <p:sp>
        <p:nvSpPr>
          <p:cNvPr id="21508" name="Rectangle 4"/>
          <p:cNvSpPr/>
          <p:nvPr/>
        </p:nvSpPr>
        <p:spPr>
          <a:xfrm>
            <a:off x="0" y="3281363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sp>
        <p:nvSpPr>
          <p:cNvPr id="21509" name="Rectangle 5"/>
          <p:cNvSpPr/>
          <p:nvPr/>
        </p:nvSpPr>
        <p:spPr>
          <a:xfrm>
            <a:off x="0" y="3252788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sp>
        <p:nvSpPr>
          <p:cNvPr id="21510" name="Rectangle 6"/>
          <p:cNvSpPr/>
          <p:nvPr/>
        </p:nvSpPr>
        <p:spPr>
          <a:xfrm>
            <a:off x="0" y="3252788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pSp>
        <p:nvGrpSpPr>
          <p:cNvPr id="21511" name="Group 7"/>
          <p:cNvGrpSpPr/>
          <p:nvPr/>
        </p:nvGrpSpPr>
        <p:grpSpPr>
          <a:xfrm>
            <a:off x="762000" y="2743200"/>
            <a:ext cx="2574925" cy="3132138"/>
            <a:chOff x="1008" y="1776"/>
            <a:chExt cx="1622" cy="1973"/>
          </a:xfrm>
        </p:grpSpPr>
        <p:graphicFrame>
          <p:nvGraphicFramePr>
            <p:cNvPr id="21515" name="Object 8"/>
            <p:cNvGraphicFramePr>
              <a:graphicFrameLocks noChangeAspect="1"/>
            </p:cNvGraphicFramePr>
            <p:nvPr/>
          </p:nvGraphicFramePr>
          <p:xfrm>
            <a:off x="1008" y="1776"/>
            <a:ext cx="1584" cy="54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87" name="" r:id="rId1" imgW="862965" imgH="292100" progId="Equation.DSMT4">
                    <p:embed/>
                  </p:oleObj>
                </mc:Choice>
                <mc:Fallback>
                  <p:oleObj name="" r:id="rId1" imgW="862965" imgH="292100" progId="Equation.DSMT4">
                    <p:embed/>
                    <p:pic>
                      <p:nvPicPr>
                        <p:cNvPr id="0" name="图片 3086"/>
                        <p:cNvPicPr/>
                        <p:nvPr/>
                      </p:nvPicPr>
                      <p:blipFill>
                        <a:blip r:embed="rId2"/>
                        <a:stretch>
                          <a:fillRect/>
                        </a:stretch>
                      </p:blipFill>
                      <p:spPr>
                        <a:xfrm>
                          <a:off x="1008" y="1776"/>
                          <a:ext cx="1584" cy="540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1516" name="Object 9"/>
            <p:cNvGraphicFramePr>
              <a:graphicFrameLocks noChangeAspect="1"/>
            </p:cNvGraphicFramePr>
            <p:nvPr/>
          </p:nvGraphicFramePr>
          <p:xfrm>
            <a:off x="1072" y="2378"/>
            <a:ext cx="1488" cy="61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89" name="" r:id="rId3" imgW="850265" imgH="355600" progId="Equation.DSMT4">
                    <p:embed/>
                  </p:oleObj>
                </mc:Choice>
                <mc:Fallback>
                  <p:oleObj name="" r:id="rId3" imgW="850265" imgH="355600" progId="Equation.DSMT4">
                    <p:embed/>
                    <p:pic>
                      <p:nvPicPr>
                        <p:cNvPr id="0" name="图片 3088"/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1072" y="2378"/>
                          <a:ext cx="1488" cy="619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1517" name="Object 10"/>
            <p:cNvGraphicFramePr>
              <a:graphicFrameLocks noChangeAspect="1"/>
            </p:cNvGraphicFramePr>
            <p:nvPr/>
          </p:nvGraphicFramePr>
          <p:xfrm>
            <a:off x="1094" y="3156"/>
            <a:ext cx="1536" cy="59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88" name="" r:id="rId5" imgW="913765" imgH="355600" progId="Equation.DSMT4">
                    <p:embed/>
                  </p:oleObj>
                </mc:Choice>
                <mc:Fallback>
                  <p:oleObj name="" r:id="rId5" imgW="913765" imgH="355600" progId="Equation.DSMT4">
                    <p:embed/>
                    <p:pic>
                      <p:nvPicPr>
                        <p:cNvPr id="0" name="图片 3087"/>
                        <p:cNvPicPr/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094" y="3156"/>
                          <a:ext cx="1536" cy="593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1512" name="Rectangle 11"/>
          <p:cNvSpPr/>
          <p:nvPr/>
        </p:nvSpPr>
        <p:spPr>
          <a:xfrm>
            <a:off x="4953000" y="2609850"/>
            <a:ext cx="2514600" cy="9906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dirty="0"/>
              <a:t>Re</a:t>
            </a:r>
            <a:r>
              <a:rPr lang="zh-CN" altLang="en-US" dirty="0"/>
              <a:t>代表模板区域</a:t>
            </a:r>
            <a:r>
              <a:rPr lang="zh-CN" altLang="en-US" sz="1800" dirty="0"/>
              <a:t> </a:t>
            </a:r>
            <a:r>
              <a:rPr lang="zh-CN" altLang="en-US" dirty="0"/>
              <a:t>，切比雪夫距离</a:t>
            </a:r>
            <a:endParaRPr lang="zh-CN" altLang="en-US" dirty="0"/>
          </a:p>
        </p:txBody>
      </p:sp>
      <p:sp>
        <p:nvSpPr>
          <p:cNvPr id="21513" name="Rectangle 12"/>
          <p:cNvSpPr/>
          <p:nvPr/>
        </p:nvSpPr>
        <p:spPr>
          <a:xfrm>
            <a:off x="4191000" y="4800600"/>
            <a:ext cx="3733800" cy="9906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dirty="0"/>
              <a:t>误差平方和测度，较为常用</a:t>
            </a:r>
            <a:r>
              <a:rPr lang="zh-CN" altLang="en-US" sz="1800" dirty="0"/>
              <a:t> </a:t>
            </a:r>
            <a:endParaRPr lang="zh-CN" altLang="en-US" sz="1800" dirty="0"/>
          </a:p>
        </p:txBody>
      </p:sp>
      <p:sp>
        <p:nvSpPr>
          <p:cNvPr id="21514" name="Rectangle 13"/>
          <p:cNvSpPr/>
          <p:nvPr/>
        </p:nvSpPr>
        <p:spPr>
          <a:xfrm>
            <a:off x="4381500" y="3657600"/>
            <a:ext cx="3733800" cy="9906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dirty="0"/>
              <a:t>误差和测度，减少计算量常用</a:t>
            </a:r>
            <a:r>
              <a:rPr lang="zh-CN" altLang="en-US" sz="1800" dirty="0"/>
              <a:t> </a:t>
            </a:r>
            <a:endParaRPr lang="zh-CN" altLang="en-US" sz="1800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253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22531" name="Rectangle 3"/>
          <p:cNvSpPr>
            <a:spLocks noGrp="1"/>
          </p:cNvSpPr>
          <p:nvPr>
            <p:ph type="body" sz="half" idx="1"/>
          </p:nvPr>
        </p:nvSpPr>
        <p:spPr>
          <a:xfrm>
            <a:off x="1182688" y="2017713"/>
            <a:ext cx="7504112" cy="4114800"/>
          </a:xfrm>
          <a:ln/>
        </p:spPr>
        <p:txBody>
          <a:bodyPr vert="horz" wrap="square" lIns="91440" tIns="45720" rIns="91440" bIns="45720" anchor="t" anchorCtr="0"/>
          <a:p>
            <a:pPr eaLnBrk="1" hangingPunct="1">
              <a:buClr>
                <a:schemeClr val="folHlink"/>
              </a:buClr>
              <a:buSzPct val="60000"/>
              <a:buFont typeface="Wingdings" panose="05000000000000000000" pitchFamily="2" charset="2"/>
            </a:pPr>
            <a:r>
              <a:rPr lang="zh-CN" altLang="en-US" dirty="0"/>
              <a:t>误差平方和测度的计算</a:t>
            </a:r>
            <a:endParaRPr lang="zh-CN" altLang="en-US" dirty="0"/>
          </a:p>
        </p:txBody>
      </p:sp>
      <p:graphicFrame>
        <p:nvGraphicFramePr>
          <p:cNvPr id="22532" name="Object 4"/>
          <p:cNvGraphicFramePr>
            <a:graphicFrameLocks noChangeAspect="1"/>
          </p:cNvGraphicFramePr>
          <p:nvPr>
            <p:ph sz="half" idx="2"/>
          </p:nvPr>
        </p:nvGraphicFramePr>
        <p:xfrm>
          <a:off x="838200" y="2819400"/>
          <a:ext cx="7786688" cy="8175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1" name="" r:id="rId1" imgW="4114800" imgH="431800" progId="Equation.DSMT4">
                  <p:embed/>
                </p:oleObj>
              </mc:Choice>
              <mc:Fallback>
                <p:oleObj name="" r:id="rId1" imgW="4114800" imgH="431800" progId="Equation.DSMT4">
                  <p:embed/>
                  <p:pic>
                    <p:nvPicPr>
                      <p:cNvPr id="0" name="图片 3090"/>
                      <p:cNvPicPr/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>
                      <a:xfrm>
                        <a:off x="838200" y="2819400"/>
                        <a:ext cx="7786688" cy="817563"/>
                      </a:xfrm>
                      <a:prstGeom prst="rect">
                        <a:avLst/>
                      </a:prstGeom>
                      <a:solidFill>
                        <a:schemeClr val="bg1">
                          <a:alpha val="0"/>
                        </a:schemeClr>
                      </a:solidFill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9397" name="Group 5"/>
          <p:cNvGraphicFramePr>
            <a:graphicFrameLocks noGrp="1"/>
          </p:cNvGraphicFramePr>
          <p:nvPr/>
        </p:nvGraphicFramePr>
        <p:xfrm>
          <a:off x="1905000" y="3860800"/>
          <a:ext cx="1905000" cy="1574800"/>
        </p:xfrm>
        <a:graphic>
          <a:graphicData uri="http://schemas.openxmlformats.org/drawingml/2006/table">
            <a:tbl>
              <a:tblPr/>
              <a:tblGrid>
                <a:gridCol w="952500"/>
                <a:gridCol w="952500"/>
              </a:tblGrid>
              <a:tr h="7874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S</a:t>
                      </a:r>
                      <a:r>
                        <a:rPr kumimoji="0" lang="en-US" altLang="zh-CN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S</a:t>
                      </a:r>
                      <a:r>
                        <a:rPr kumimoji="0" lang="en-US" altLang="zh-CN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2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874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S</a:t>
                      </a:r>
                      <a:r>
                        <a:rPr kumimoji="0" lang="en-US" altLang="zh-CN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3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S</a:t>
                      </a:r>
                      <a:r>
                        <a:rPr kumimoji="0" lang="en-US" altLang="zh-CN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4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59408" name="Group 16"/>
          <p:cNvGraphicFramePr>
            <a:graphicFrameLocks noGrp="1"/>
          </p:cNvGraphicFramePr>
          <p:nvPr/>
        </p:nvGraphicFramePr>
        <p:xfrm>
          <a:off x="5029200" y="3886200"/>
          <a:ext cx="1905000" cy="1574800"/>
        </p:xfrm>
        <a:graphic>
          <a:graphicData uri="http://schemas.openxmlformats.org/drawingml/2006/table">
            <a:tbl>
              <a:tblPr/>
              <a:tblGrid>
                <a:gridCol w="952500"/>
                <a:gridCol w="952500"/>
              </a:tblGrid>
              <a:tr h="7874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T</a:t>
                      </a:r>
                      <a:r>
                        <a:rPr kumimoji="0" lang="en-US" altLang="zh-CN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T</a:t>
                      </a:r>
                      <a:r>
                        <a:rPr kumimoji="0" lang="en-US" altLang="zh-CN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2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874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T</a:t>
                      </a:r>
                      <a:r>
                        <a:rPr kumimoji="0" lang="en-US" altLang="zh-CN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3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T</a:t>
                      </a:r>
                      <a:r>
                        <a:rPr kumimoji="0" lang="en-US" altLang="zh-CN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4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2555" name="Freeform 27"/>
          <p:cNvSpPr/>
          <p:nvPr/>
        </p:nvSpPr>
        <p:spPr>
          <a:xfrm>
            <a:off x="3429000" y="3581400"/>
            <a:ext cx="2819400" cy="736600"/>
          </a:xfrm>
          <a:custGeom>
            <a:avLst/>
            <a:gdLst>
              <a:gd name="txL" fmla="*/ 0 w 1776"/>
              <a:gd name="txT" fmla="*/ 0 h 464"/>
              <a:gd name="txR" fmla="*/ 1776 w 1776"/>
              <a:gd name="txB" fmla="*/ 464 h 464"/>
            </a:gdLst>
            <a:ahLst/>
            <a:cxnLst>
              <a:cxn ang="0">
                <a:pos x="0" y="2147483646"/>
              </a:cxn>
              <a:cxn ang="0">
                <a:pos x="2147483646" y="2147483646"/>
              </a:cxn>
              <a:cxn ang="0">
                <a:pos x="2147483646" y="2147483646"/>
              </a:cxn>
              <a:cxn ang="0">
                <a:pos x="2147483646" y="2147483646"/>
              </a:cxn>
            </a:cxnLst>
            <a:rect l="txL" t="txT" r="txR" b="txB"/>
            <a:pathLst>
              <a:path w="1776" h="464">
                <a:moveTo>
                  <a:pt x="0" y="464"/>
                </a:moveTo>
                <a:cubicBezTo>
                  <a:pt x="248" y="308"/>
                  <a:pt x="496" y="152"/>
                  <a:pt x="720" y="80"/>
                </a:cubicBezTo>
                <a:cubicBezTo>
                  <a:pt x="944" y="8"/>
                  <a:pt x="1168" y="0"/>
                  <a:pt x="1344" y="32"/>
                </a:cubicBezTo>
                <a:cubicBezTo>
                  <a:pt x="1520" y="64"/>
                  <a:pt x="1704" y="224"/>
                  <a:pt x="1776" y="272"/>
                </a:cubicBezTo>
              </a:path>
            </a:pathLst>
          </a:custGeom>
          <a:noFill/>
          <a:ln w="38100" cap="sq" cmpd="sng">
            <a:solidFill>
              <a:srgbClr val="FFFF99">
                <a:alpha val="100000"/>
              </a:srgbClr>
            </a:solidFill>
            <a:prstDash val="solid"/>
            <a:round/>
            <a:headEnd type="none" w="sm" len="sm"/>
            <a:tailEnd type="stealth" w="sm" len="sm"/>
          </a:ln>
        </p:spPr>
        <p:txBody>
          <a:bodyPr/>
          <a:p>
            <a:endParaRPr lang="zh-CN" altLang="en-US"/>
          </a:p>
        </p:txBody>
      </p:sp>
      <p:sp>
        <p:nvSpPr>
          <p:cNvPr id="22556" name="Freeform 28"/>
          <p:cNvSpPr/>
          <p:nvPr/>
        </p:nvSpPr>
        <p:spPr>
          <a:xfrm>
            <a:off x="2362200" y="3708400"/>
            <a:ext cx="3048000" cy="381000"/>
          </a:xfrm>
          <a:custGeom>
            <a:avLst/>
            <a:gdLst>
              <a:gd name="txL" fmla="*/ 0 w 1920"/>
              <a:gd name="txT" fmla="*/ 0 h 344"/>
              <a:gd name="txR" fmla="*/ 1920 w 1920"/>
              <a:gd name="txB" fmla="*/ 344 h 344"/>
            </a:gdLst>
            <a:ahLst/>
            <a:cxnLst>
              <a:cxn ang="0">
                <a:pos x="0" y="2147483646"/>
              </a:cxn>
              <a:cxn ang="0">
                <a:pos x="2147483646" y="2147483646"/>
              </a:cxn>
              <a:cxn ang="0">
                <a:pos x="2147483646" y="2147483646"/>
              </a:cxn>
            </a:cxnLst>
            <a:rect l="txL" t="txT" r="txR" b="txB"/>
            <a:pathLst>
              <a:path w="1920" h="344">
                <a:moveTo>
                  <a:pt x="0" y="296"/>
                </a:moveTo>
                <a:cubicBezTo>
                  <a:pt x="296" y="148"/>
                  <a:pt x="592" y="0"/>
                  <a:pt x="912" y="8"/>
                </a:cubicBezTo>
                <a:cubicBezTo>
                  <a:pt x="1232" y="16"/>
                  <a:pt x="1736" y="280"/>
                  <a:pt x="1920" y="344"/>
                </a:cubicBezTo>
              </a:path>
            </a:pathLst>
          </a:custGeom>
          <a:noFill/>
          <a:ln w="38100" cap="sq" cmpd="sng">
            <a:solidFill>
              <a:srgbClr val="FF00FF">
                <a:alpha val="100000"/>
              </a:srgbClr>
            </a:solidFill>
            <a:prstDash val="solid"/>
            <a:round/>
            <a:headEnd type="none" w="sm" len="sm"/>
            <a:tailEnd type="stealth" w="sm" len="sm"/>
          </a:ln>
        </p:spPr>
        <p:txBody>
          <a:bodyPr/>
          <a:p>
            <a:endParaRPr lang="zh-CN" altLang="en-US"/>
          </a:p>
        </p:txBody>
      </p:sp>
      <p:sp>
        <p:nvSpPr>
          <p:cNvPr id="22557" name="Freeform 29"/>
          <p:cNvSpPr/>
          <p:nvPr/>
        </p:nvSpPr>
        <p:spPr>
          <a:xfrm>
            <a:off x="2209800" y="5270500"/>
            <a:ext cx="3352800" cy="520700"/>
          </a:xfrm>
          <a:custGeom>
            <a:avLst/>
            <a:gdLst>
              <a:gd name="txL" fmla="*/ 0 w 2112"/>
              <a:gd name="txT" fmla="*/ 0 h 328"/>
              <a:gd name="txR" fmla="*/ 2112 w 2112"/>
              <a:gd name="txB" fmla="*/ 328 h 328"/>
            </a:gdLst>
            <a:ahLst/>
            <a:cxnLst>
              <a:cxn ang="0">
                <a:pos x="0" y="0"/>
              </a:cxn>
              <a:cxn ang="0">
                <a:pos x="2147483646" y="2147483646"/>
              </a:cxn>
              <a:cxn ang="0">
                <a:pos x="2147483646" y="2147483646"/>
              </a:cxn>
              <a:cxn ang="0">
                <a:pos x="2147483646" y="0"/>
              </a:cxn>
            </a:cxnLst>
            <a:rect l="txL" t="txT" r="txR" b="txB"/>
            <a:pathLst>
              <a:path w="2112" h="328">
                <a:moveTo>
                  <a:pt x="0" y="0"/>
                </a:moveTo>
                <a:cubicBezTo>
                  <a:pt x="112" y="124"/>
                  <a:pt x="224" y="248"/>
                  <a:pt x="528" y="288"/>
                </a:cubicBezTo>
                <a:cubicBezTo>
                  <a:pt x="832" y="328"/>
                  <a:pt x="1560" y="288"/>
                  <a:pt x="1824" y="240"/>
                </a:cubicBezTo>
                <a:cubicBezTo>
                  <a:pt x="2088" y="192"/>
                  <a:pt x="2104" y="40"/>
                  <a:pt x="2112" y="0"/>
                </a:cubicBezTo>
              </a:path>
            </a:pathLst>
          </a:custGeom>
          <a:noFill/>
          <a:ln w="38100" cap="sq" cmpd="sng">
            <a:solidFill>
              <a:srgbClr val="00FF00">
                <a:alpha val="100000"/>
              </a:srgbClr>
            </a:solidFill>
            <a:prstDash val="solid"/>
            <a:round/>
            <a:headEnd type="none" w="sm" len="sm"/>
            <a:tailEnd type="stealth" w="sm" len="sm"/>
          </a:ln>
        </p:spPr>
        <p:txBody>
          <a:bodyPr/>
          <a:p>
            <a:endParaRPr lang="zh-CN" altLang="en-US"/>
          </a:p>
        </p:txBody>
      </p:sp>
      <p:sp>
        <p:nvSpPr>
          <p:cNvPr id="22558" name="Freeform 30"/>
          <p:cNvSpPr/>
          <p:nvPr/>
        </p:nvSpPr>
        <p:spPr>
          <a:xfrm>
            <a:off x="3352800" y="5118100"/>
            <a:ext cx="3124200" cy="622300"/>
          </a:xfrm>
          <a:custGeom>
            <a:avLst/>
            <a:gdLst>
              <a:gd name="txL" fmla="*/ 0 w 1968"/>
              <a:gd name="txT" fmla="*/ 0 h 392"/>
              <a:gd name="txR" fmla="*/ 1968 w 1968"/>
              <a:gd name="txB" fmla="*/ 392 h 392"/>
            </a:gdLst>
            <a:ahLst/>
            <a:cxnLst>
              <a:cxn ang="0">
                <a:pos x="0" y="0"/>
              </a:cxn>
              <a:cxn ang="0">
                <a:pos x="2147483646" y="2147483646"/>
              </a:cxn>
              <a:cxn ang="0">
                <a:pos x="2147483646" y="2147483646"/>
              </a:cxn>
              <a:cxn ang="0">
                <a:pos x="2147483646" y="2147483646"/>
              </a:cxn>
            </a:cxnLst>
            <a:rect l="txL" t="txT" r="txR" b="txB"/>
            <a:pathLst>
              <a:path w="1968" h="392">
                <a:moveTo>
                  <a:pt x="0" y="0"/>
                </a:moveTo>
                <a:cubicBezTo>
                  <a:pt x="192" y="140"/>
                  <a:pt x="384" y="280"/>
                  <a:pt x="672" y="336"/>
                </a:cubicBezTo>
                <a:cubicBezTo>
                  <a:pt x="960" y="392"/>
                  <a:pt x="1512" y="368"/>
                  <a:pt x="1728" y="336"/>
                </a:cubicBezTo>
                <a:cubicBezTo>
                  <a:pt x="1944" y="304"/>
                  <a:pt x="1936" y="176"/>
                  <a:pt x="1968" y="144"/>
                </a:cubicBezTo>
              </a:path>
            </a:pathLst>
          </a:custGeom>
          <a:noFill/>
          <a:ln w="38100" cap="sq" cmpd="sng">
            <a:solidFill>
              <a:srgbClr val="FF99CC">
                <a:alpha val="100000"/>
              </a:srgbClr>
            </a:solidFill>
            <a:prstDash val="solid"/>
            <a:round/>
            <a:headEnd type="none" w="sm" len="sm"/>
            <a:tailEnd type="stealth" w="sm" len="sm"/>
          </a:ln>
        </p:spPr>
        <p:txBody>
          <a:bodyPr/>
          <a:p>
            <a:endParaRPr lang="zh-CN" altLang="en-US"/>
          </a:p>
        </p:txBody>
      </p:sp>
      <p:sp>
        <p:nvSpPr>
          <p:cNvPr id="22559" name="Rectangle 31"/>
          <p:cNvSpPr/>
          <p:nvPr/>
        </p:nvSpPr>
        <p:spPr>
          <a:xfrm>
            <a:off x="3403600" y="5930900"/>
            <a:ext cx="2362200" cy="579438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b="1" dirty="0">
                <a:solidFill>
                  <a:schemeClr val="folHlink"/>
                </a:solidFill>
              </a:rPr>
              <a:t>越小越相似</a:t>
            </a:r>
            <a:endParaRPr lang="zh-CN" altLang="en-US" b="1" dirty="0">
              <a:solidFill>
                <a:schemeClr val="folHlink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355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23555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误差平方和计算举例</a:t>
            </a:r>
            <a:endParaRPr lang="zh-CN" altLang="en-US" dirty="0"/>
          </a:p>
        </p:txBody>
      </p:sp>
      <p:graphicFrame>
        <p:nvGraphicFramePr>
          <p:cNvPr id="60420" name="Group 4"/>
          <p:cNvGraphicFramePr>
            <a:graphicFrameLocks noGrp="1"/>
          </p:cNvGraphicFramePr>
          <p:nvPr/>
        </p:nvGraphicFramePr>
        <p:xfrm>
          <a:off x="1408113" y="2743200"/>
          <a:ext cx="1563688" cy="1219200"/>
        </p:xfrm>
        <a:graphic>
          <a:graphicData uri="http://schemas.openxmlformats.org/drawingml/2006/table">
            <a:tbl>
              <a:tblPr/>
              <a:tblGrid>
                <a:gridCol w="782637"/>
                <a:gridCol w="781050"/>
              </a:tblGrid>
              <a:tr h="609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3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09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2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0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60431" name="Group 15"/>
          <p:cNvGraphicFramePr>
            <a:graphicFrameLocks noGrp="1"/>
          </p:cNvGraphicFramePr>
          <p:nvPr/>
        </p:nvGraphicFramePr>
        <p:xfrm>
          <a:off x="3833813" y="2743200"/>
          <a:ext cx="1639888" cy="1219200"/>
        </p:xfrm>
        <a:graphic>
          <a:graphicData uri="http://schemas.openxmlformats.org/drawingml/2006/table">
            <a:tbl>
              <a:tblPr/>
              <a:tblGrid>
                <a:gridCol w="820737"/>
                <a:gridCol w="819150"/>
              </a:tblGrid>
              <a:tr h="609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2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4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09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3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3578" name="Text Box 26"/>
          <p:cNvSpPr txBox="1"/>
          <p:nvPr/>
        </p:nvSpPr>
        <p:spPr>
          <a:xfrm>
            <a:off x="1268413" y="4152900"/>
            <a:ext cx="1828800" cy="457200"/>
          </a:xfrm>
          <a:prstGeom prst="rect">
            <a:avLst/>
          </a:prstGeom>
          <a:noFill/>
          <a:ln w="12700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模板图像</a:t>
            </a:r>
            <a:endParaRPr lang="zh-CN" altLang="en-US" sz="2400" dirty="0"/>
          </a:p>
        </p:txBody>
      </p:sp>
      <p:sp>
        <p:nvSpPr>
          <p:cNvPr id="23579" name="Text Box 27"/>
          <p:cNvSpPr txBox="1"/>
          <p:nvPr/>
        </p:nvSpPr>
        <p:spPr>
          <a:xfrm>
            <a:off x="6411913" y="4140200"/>
            <a:ext cx="1371600" cy="457200"/>
          </a:xfrm>
          <a:prstGeom prst="rect">
            <a:avLst/>
          </a:prstGeom>
          <a:noFill/>
          <a:ln w="12700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图像</a:t>
            </a:r>
            <a:r>
              <a:rPr lang="en-US" altLang="zh-CN" sz="2400" dirty="0"/>
              <a:t>B</a:t>
            </a:r>
            <a:endParaRPr lang="en-US" altLang="zh-CN" sz="2400" dirty="0"/>
          </a:p>
        </p:txBody>
      </p:sp>
      <p:sp>
        <p:nvSpPr>
          <p:cNvPr id="23580" name="Text Box 28"/>
          <p:cNvSpPr txBox="1"/>
          <p:nvPr/>
        </p:nvSpPr>
        <p:spPr>
          <a:xfrm>
            <a:off x="3960813" y="4140200"/>
            <a:ext cx="1371600" cy="457200"/>
          </a:xfrm>
          <a:prstGeom prst="rect">
            <a:avLst/>
          </a:prstGeom>
          <a:noFill/>
          <a:ln w="12700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图像</a:t>
            </a:r>
            <a:r>
              <a:rPr lang="en-US" altLang="zh-CN" sz="2400" dirty="0"/>
              <a:t>A</a:t>
            </a:r>
            <a:endParaRPr lang="en-US" altLang="zh-CN" sz="2400" dirty="0"/>
          </a:p>
        </p:txBody>
      </p:sp>
      <p:graphicFrame>
        <p:nvGraphicFramePr>
          <p:cNvPr id="60445" name="Group 29"/>
          <p:cNvGraphicFramePr>
            <a:graphicFrameLocks noGrp="1"/>
          </p:cNvGraphicFramePr>
          <p:nvPr/>
        </p:nvGraphicFramePr>
        <p:xfrm>
          <a:off x="6284913" y="2754313"/>
          <a:ext cx="1639888" cy="1208088"/>
        </p:xfrm>
        <a:graphic>
          <a:graphicData uri="http://schemas.openxmlformats.org/drawingml/2006/table">
            <a:tbl>
              <a:tblPr/>
              <a:tblGrid>
                <a:gridCol w="820737"/>
                <a:gridCol w="819150"/>
              </a:tblGrid>
              <a:tr h="6095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0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984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0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3592" name="Rectangle 40"/>
          <p:cNvSpPr/>
          <p:nvPr/>
        </p:nvSpPr>
        <p:spPr>
          <a:xfrm>
            <a:off x="1320800" y="4813300"/>
            <a:ext cx="7872413" cy="2227263"/>
          </a:xfrm>
          <a:prstGeom prst="rect">
            <a:avLst/>
          </a:prstGeom>
          <a:noFill/>
          <a:ln w="12700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800" b="1" dirty="0"/>
              <a:t>相关函数值</a:t>
            </a:r>
            <a:r>
              <a:rPr lang="en-US" altLang="zh-CN" sz="2800" b="1" dirty="0"/>
              <a:t>:</a:t>
            </a:r>
            <a:endParaRPr lang="en-US" altLang="zh-CN" sz="2800" b="1" dirty="0"/>
          </a:p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b="1" dirty="0"/>
              <a:t>E</a:t>
            </a:r>
            <a:r>
              <a:rPr lang="en-US" altLang="zh-CN" sz="2800" b="1" baseline="-25000" dirty="0"/>
              <a:t>A</a:t>
            </a:r>
            <a:r>
              <a:rPr lang="en-US" altLang="zh-CN" sz="2800" b="1" dirty="0"/>
              <a:t>=(1-2)</a:t>
            </a:r>
            <a:r>
              <a:rPr lang="en-US" altLang="zh-CN" sz="2800" b="1" baseline="30000" dirty="0"/>
              <a:t>2</a:t>
            </a:r>
            <a:r>
              <a:rPr lang="en-US" altLang="zh-CN" sz="2800" b="1" dirty="0"/>
              <a:t>+(3-4)</a:t>
            </a:r>
            <a:r>
              <a:rPr lang="en-US" altLang="zh-CN" sz="2800" b="1" baseline="30000" dirty="0"/>
              <a:t>2</a:t>
            </a:r>
            <a:r>
              <a:rPr lang="en-US" altLang="zh-CN" sz="2800" b="1" dirty="0"/>
              <a:t> +(2-3)</a:t>
            </a:r>
            <a:r>
              <a:rPr lang="en-US" altLang="zh-CN" sz="2800" b="1" baseline="30000" dirty="0"/>
              <a:t>2</a:t>
            </a:r>
            <a:r>
              <a:rPr lang="en-US" altLang="zh-CN" sz="2800" b="1" dirty="0"/>
              <a:t> +(0-1)</a:t>
            </a:r>
            <a:r>
              <a:rPr lang="en-US" altLang="zh-CN" sz="2800" b="1" baseline="30000" dirty="0"/>
              <a:t>2</a:t>
            </a:r>
            <a:r>
              <a:rPr lang="en-US" altLang="zh-CN" sz="2800" b="1" dirty="0"/>
              <a:t>=4</a:t>
            </a:r>
            <a:endParaRPr lang="en-US" altLang="zh-CN" sz="2800" b="1" dirty="0"/>
          </a:p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b="1" dirty="0"/>
              <a:t>E</a:t>
            </a:r>
            <a:r>
              <a:rPr lang="en-US" altLang="zh-CN" sz="2800" b="1" baseline="-25000" dirty="0"/>
              <a:t>B</a:t>
            </a:r>
            <a:r>
              <a:rPr lang="en-US" altLang="zh-CN" sz="2800" b="1" dirty="0"/>
              <a:t>=(1-0)</a:t>
            </a:r>
            <a:r>
              <a:rPr lang="en-US" altLang="zh-CN" sz="2800" b="1" baseline="30000" dirty="0"/>
              <a:t>2</a:t>
            </a:r>
            <a:r>
              <a:rPr lang="en-US" altLang="zh-CN" sz="2800" b="1" dirty="0"/>
              <a:t>+(3-1)</a:t>
            </a:r>
            <a:r>
              <a:rPr lang="en-US" altLang="zh-CN" sz="2800" b="1" baseline="30000" dirty="0"/>
              <a:t>2</a:t>
            </a:r>
            <a:r>
              <a:rPr lang="en-US" altLang="zh-CN" sz="2800" b="1" dirty="0"/>
              <a:t> +(2-0)</a:t>
            </a:r>
            <a:r>
              <a:rPr lang="en-US" altLang="zh-CN" sz="2800" b="1" baseline="30000" dirty="0"/>
              <a:t>2</a:t>
            </a:r>
            <a:r>
              <a:rPr lang="en-US" altLang="zh-CN" sz="2800" b="1" dirty="0"/>
              <a:t> +(0-1)</a:t>
            </a:r>
            <a:r>
              <a:rPr lang="en-US" altLang="zh-CN" sz="2800" b="1" baseline="30000" dirty="0"/>
              <a:t>2</a:t>
            </a:r>
            <a:r>
              <a:rPr lang="en-US" altLang="zh-CN" sz="2800" b="1" dirty="0"/>
              <a:t>=10</a:t>
            </a:r>
            <a:endParaRPr lang="en-US" altLang="zh-CN" sz="2800" b="1" dirty="0"/>
          </a:p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800" b="1" dirty="0">
                <a:solidFill>
                  <a:schemeClr val="folHlink"/>
                </a:solidFill>
              </a:rPr>
              <a:t>图像</a:t>
            </a:r>
            <a:r>
              <a:rPr lang="en-US" altLang="zh-CN" sz="2800" b="1" dirty="0">
                <a:solidFill>
                  <a:schemeClr val="folHlink"/>
                </a:solidFill>
              </a:rPr>
              <a:t>A,B</a:t>
            </a:r>
            <a:r>
              <a:rPr lang="zh-CN" altLang="en-US" sz="2800" b="1" dirty="0">
                <a:solidFill>
                  <a:schemeClr val="folHlink"/>
                </a:solidFill>
              </a:rPr>
              <a:t>哪个与模板图像最相似</a:t>
            </a:r>
            <a:r>
              <a:rPr lang="en-US" altLang="zh-CN" sz="2800" b="1" dirty="0">
                <a:solidFill>
                  <a:schemeClr val="folHlink"/>
                </a:solidFill>
              </a:rPr>
              <a:t>?</a:t>
            </a:r>
            <a:endParaRPr lang="en-US" altLang="zh-CN" sz="2800" b="1" dirty="0">
              <a:solidFill>
                <a:schemeClr val="folHlink"/>
              </a:solidFill>
            </a:endParaRPr>
          </a:p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CN" sz="2800" b="1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4578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24579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互相关函数</a:t>
            </a:r>
            <a:endParaRPr lang="zh-CN" altLang="en-US" dirty="0"/>
          </a:p>
        </p:txBody>
      </p:sp>
      <p:sp>
        <p:nvSpPr>
          <p:cNvPr id="24580" name="Rectangle 4"/>
          <p:cNvSpPr/>
          <p:nvPr/>
        </p:nvSpPr>
        <p:spPr>
          <a:xfrm>
            <a:off x="0" y="3252788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24581" name="Object 5"/>
          <p:cNvGraphicFramePr>
            <a:graphicFrameLocks noChangeAspect="1"/>
          </p:cNvGraphicFramePr>
          <p:nvPr/>
        </p:nvGraphicFramePr>
        <p:xfrm>
          <a:off x="730250" y="2743200"/>
          <a:ext cx="7543800" cy="871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4" name="" r:id="rId1" imgW="3048000" imgH="355600" progId="Equation.DSMT4">
                  <p:embed/>
                </p:oleObj>
              </mc:Choice>
              <mc:Fallback>
                <p:oleObj name="" r:id="rId1" imgW="3048000" imgH="355600" progId="Equation.DSMT4">
                  <p:embed/>
                  <p:pic>
                    <p:nvPicPr>
                      <p:cNvPr id="0" name="图片 3093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730250" y="2743200"/>
                        <a:ext cx="7543800" cy="871538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4582" name="Group 6"/>
          <p:cNvGrpSpPr/>
          <p:nvPr/>
        </p:nvGrpSpPr>
        <p:grpSpPr>
          <a:xfrm>
            <a:off x="923925" y="3790950"/>
            <a:ext cx="7813675" cy="608013"/>
            <a:chOff x="672" y="2388"/>
            <a:chExt cx="4922" cy="383"/>
          </a:xfrm>
        </p:grpSpPr>
        <p:grpSp>
          <p:nvGrpSpPr>
            <p:cNvPr id="24589" name="Group 7"/>
            <p:cNvGrpSpPr/>
            <p:nvPr/>
          </p:nvGrpSpPr>
          <p:grpSpPr>
            <a:xfrm>
              <a:off x="672" y="2400"/>
              <a:ext cx="2840" cy="371"/>
              <a:chOff x="672" y="2442"/>
              <a:chExt cx="2840" cy="371"/>
            </a:xfrm>
          </p:grpSpPr>
          <p:graphicFrame>
            <p:nvGraphicFramePr>
              <p:cNvPr id="24591" name="Object 8"/>
              <p:cNvGraphicFramePr>
                <a:graphicFrameLocks noChangeAspect="1"/>
              </p:cNvGraphicFramePr>
              <p:nvPr/>
            </p:nvGraphicFramePr>
            <p:xfrm>
              <a:off x="3258" y="2484"/>
              <a:ext cx="254" cy="28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097" name="" r:id="rId3" imgW="139700" imgH="165100" progId="Equation.DSMT4">
                      <p:embed/>
                    </p:oleObj>
                  </mc:Choice>
                  <mc:Fallback>
                    <p:oleObj name="" r:id="rId3" imgW="139700" imgH="165100" progId="Equation.DSMT4">
                      <p:embed/>
                      <p:pic>
                        <p:nvPicPr>
                          <p:cNvPr id="0" name="图片 3096"/>
                          <p:cNvPicPr/>
                          <p:nvPr/>
                        </p:nvPicPr>
                        <p:blipFill>
                          <a:blip r:embed="rId4"/>
                          <a:stretch>
                            <a:fillRect/>
                          </a:stretch>
                        </p:blipFill>
                        <p:spPr>
                          <a:xfrm>
                            <a:off x="3258" y="2484"/>
                            <a:ext cx="254" cy="288"/>
                          </a:xfrm>
                          <a:prstGeom prst="rect">
                            <a:avLst/>
                          </a:prstGeom>
                          <a:noFill/>
                          <a:ln w="38100">
                            <a:noFill/>
                            <a:miter/>
                          </a:ln>
                        </p:spPr>
                      </p:pic>
                    </p:oleObj>
                  </mc:Fallback>
                </mc:AlternateContent>
              </a:graphicData>
            </a:graphic>
          </p:graphicFrame>
          <p:grpSp>
            <p:nvGrpSpPr>
              <p:cNvPr id="24592" name="Group 9"/>
              <p:cNvGrpSpPr/>
              <p:nvPr/>
            </p:nvGrpSpPr>
            <p:grpSpPr>
              <a:xfrm>
                <a:off x="672" y="2442"/>
                <a:ext cx="2598" cy="371"/>
                <a:chOff x="672" y="2442"/>
                <a:chExt cx="2598" cy="371"/>
              </a:xfrm>
            </p:grpSpPr>
            <p:graphicFrame>
              <p:nvGraphicFramePr>
                <p:cNvPr id="24593" name="Object 10"/>
                <p:cNvGraphicFramePr>
                  <a:graphicFrameLocks noChangeAspect="1"/>
                </p:cNvGraphicFramePr>
                <p:nvPr/>
              </p:nvGraphicFramePr>
              <p:xfrm>
                <a:off x="2784" y="2502"/>
                <a:ext cx="227" cy="288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096" name="" r:id="rId5" imgW="139700" imgH="177800" progId="Equation.DSMT4">
                        <p:embed/>
                      </p:oleObj>
                    </mc:Choice>
                    <mc:Fallback>
                      <p:oleObj name="" r:id="rId5" imgW="139700" imgH="177800" progId="Equation.DSMT4">
                        <p:embed/>
                        <p:pic>
                          <p:nvPicPr>
                            <p:cNvPr id="0" name="图片 3095"/>
                            <p:cNvPicPr/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84" y="2502"/>
                              <a:ext cx="227" cy="288"/>
                            </a:xfrm>
                            <a:prstGeom prst="rect">
                              <a:avLst/>
                            </a:prstGeom>
                            <a:noFill/>
                            <a:ln w="38100">
                              <a:noFill/>
                              <a:miter/>
                            </a:ln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pSp>
              <p:nvGrpSpPr>
                <p:cNvPr id="24594" name="Group 11"/>
                <p:cNvGrpSpPr/>
                <p:nvPr/>
              </p:nvGrpSpPr>
              <p:grpSpPr>
                <a:xfrm>
                  <a:off x="672" y="2442"/>
                  <a:ext cx="2598" cy="371"/>
                  <a:chOff x="672" y="2442"/>
                  <a:chExt cx="2598" cy="371"/>
                </a:xfrm>
              </p:grpSpPr>
              <p:sp>
                <p:nvSpPr>
                  <p:cNvPr id="24595" name="Rectangle 12"/>
                  <p:cNvSpPr/>
                  <p:nvPr/>
                </p:nvSpPr>
                <p:spPr>
                  <a:xfrm>
                    <a:off x="672" y="2448"/>
                    <a:ext cx="2208" cy="365"/>
                  </a:xfrm>
                  <a:prstGeom prst="rect">
                    <a:avLst/>
                  </a:prstGeom>
                  <a:noFill/>
                  <a:ln w="9525">
                    <a:noFill/>
                  </a:ln>
                </p:spPr>
                <p:txBody>
                  <a:bodyPr anchor="ctr" anchorCtr="0">
                    <a:spAutoFit/>
                  </a:bodyPr>
                  <a:lstStyle>
                    <a:lvl1pPr marL="342900" indent="-3429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folHlink"/>
                      </a:buClr>
                      <a:buSzPct val="60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742950" indent="-28575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hlink"/>
                      </a:buClr>
                      <a:buSzPct val="55000"/>
                      <a:buFont typeface="Wingdings" panose="05000000000000000000" pitchFamily="2" charset="2"/>
                      <a:buChar char="n"/>
                      <a:defRPr sz="28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2pPr>
                    <a:lvl3pPr marL="11430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folHlink"/>
                      </a:buClr>
                      <a:buSzPct val="50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3pPr>
                    <a:lvl4pPr marL="16002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55000"/>
                      <a:buFont typeface="Wingdings" panose="05000000000000000000" pitchFamily="2" charset="2"/>
                      <a:buChar char="n"/>
                      <a:defRPr sz="20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4pPr>
                    <a:lvl5pPr marL="20574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anose="05000000000000000000" pitchFamily="2" charset="2"/>
                      <a:buChar char="n"/>
                      <a:defRPr sz="20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5pPr>
                  </a:lstStyle>
                  <a:p>
                    <a:pPr marL="0" lvl="0" indent="0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zh-CN" altLang="en-US" dirty="0">
                        <a:cs typeface="Times New Roman" panose="02020603050405020304" pitchFamily="18" charset="0"/>
                      </a:rPr>
                      <a:t>一般情况下，可将</a:t>
                    </a:r>
                    <a:endParaRPr lang="zh-CN" altLang="en-US" dirty="0">
                      <a:ea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4596" name="Rectangle 13"/>
                  <p:cNvSpPr/>
                  <p:nvPr/>
                </p:nvSpPr>
                <p:spPr>
                  <a:xfrm>
                    <a:off x="2934" y="2442"/>
                    <a:ext cx="336" cy="365"/>
                  </a:xfrm>
                  <a:prstGeom prst="rect">
                    <a:avLst/>
                  </a:prstGeom>
                  <a:noFill/>
                  <a:ln w="9525">
                    <a:noFill/>
                  </a:ln>
                </p:spPr>
                <p:txBody>
                  <a:bodyPr anchor="ctr" anchorCtr="0">
                    <a:spAutoFit/>
                  </a:bodyPr>
                  <a:lstStyle>
                    <a:lvl1pPr marL="342900" indent="-3429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folHlink"/>
                      </a:buClr>
                      <a:buSzPct val="60000"/>
                      <a:buFont typeface="Wingdings" panose="05000000000000000000" pitchFamily="2" charset="2"/>
                      <a:buChar char="n"/>
                      <a:defRPr sz="3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742950" indent="-28575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hlink"/>
                      </a:buClr>
                      <a:buSzPct val="55000"/>
                      <a:buFont typeface="Wingdings" panose="05000000000000000000" pitchFamily="2" charset="2"/>
                      <a:buChar char="n"/>
                      <a:defRPr sz="28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2pPr>
                    <a:lvl3pPr marL="11430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folHlink"/>
                      </a:buClr>
                      <a:buSzPct val="50000"/>
                      <a:buFont typeface="Wingdings" panose="05000000000000000000" pitchFamily="2" charset="2"/>
                      <a:buChar char="n"/>
                      <a:defRPr sz="24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3pPr>
                    <a:lvl4pPr marL="16002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55000"/>
                      <a:buFont typeface="Wingdings" panose="05000000000000000000" pitchFamily="2" charset="2"/>
                      <a:buChar char="n"/>
                      <a:defRPr sz="20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4pPr>
                    <a:lvl5pPr marL="2057400" indent="-228600" algn="l" rtl="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anose="05000000000000000000" pitchFamily="2" charset="2"/>
                      <a:buChar char="n"/>
                      <a:defRPr sz="2000">
                        <a:solidFill>
                          <a:schemeClr val="tx1"/>
                        </a:solidFill>
                        <a:latin typeface="+mn-lt"/>
                        <a:ea typeface="+mn-ea"/>
                      </a:defRPr>
                    </a:lvl5pPr>
                  </a:lstStyle>
                  <a:p>
                    <a:pPr marL="0" lvl="0" indent="0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zh-CN" altLang="en-US" dirty="0">
                        <a:cs typeface="Times New Roman" panose="02020603050405020304" pitchFamily="18" charset="0"/>
                      </a:rPr>
                      <a:t>和</a:t>
                    </a:r>
                    <a:endParaRPr lang="zh-CN" altLang="en-US" dirty="0">
                      <a:ea typeface="Times New Roman" panose="02020603050405020304" pitchFamily="18" charset="0"/>
                    </a:endParaRPr>
                  </a:p>
                </p:txBody>
              </p:sp>
            </p:grpSp>
          </p:grpSp>
        </p:grpSp>
        <p:sp>
          <p:nvSpPr>
            <p:cNvPr id="24590" name="Rectangle 14"/>
            <p:cNvSpPr/>
            <p:nvPr/>
          </p:nvSpPr>
          <p:spPr>
            <a:xfrm>
              <a:off x="3430" y="2388"/>
              <a:ext cx="2164" cy="365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dirty="0">
                  <a:cs typeface="Times New Roman" panose="02020603050405020304" pitchFamily="18" charset="0"/>
                </a:rPr>
                <a:t>看成是固定不变的</a:t>
              </a:r>
              <a:endParaRPr lang="zh-CN" altLang="en-US" sz="1800" dirty="0">
                <a:ea typeface="Times New Roman" panose="02020603050405020304" pitchFamily="18" charset="0"/>
              </a:endParaRPr>
            </a:p>
          </p:txBody>
        </p:sp>
      </p:grpSp>
      <p:sp>
        <p:nvSpPr>
          <p:cNvPr id="24583" name="Rectangle 15"/>
          <p:cNvSpPr/>
          <p:nvPr/>
        </p:nvSpPr>
        <p:spPr>
          <a:xfrm>
            <a:off x="0" y="3252788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sp>
        <p:nvSpPr>
          <p:cNvPr id="24584" name="Rectangle 16"/>
          <p:cNvSpPr/>
          <p:nvPr/>
        </p:nvSpPr>
        <p:spPr>
          <a:xfrm>
            <a:off x="0" y="3214688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pSp>
        <p:nvGrpSpPr>
          <p:cNvPr id="24585" name="Group 17"/>
          <p:cNvGrpSpPr/>
          <p:nvPr/>
        </p:nvGrpSpPr>
        <p:grpSpPr>
          <a:xfrm>
            <a:off x="1066800" y="4800600"/>
            <a:ext cx="6553200" cy="814388"/>
            <a:chOff x="672" y="3024"/>
            <a:chExt cx="3954" cy="513"/>
          </a:xfrm>
        </p:grpSpPr>
        <p:graphicFrame>
          <p:nvGraphicFramePr>
            <p:cNvPr id="24587" name="Object 18"/>
            <p:cNvGraphicFramePr>
              <a:graphicFrameLocks noChangeAspect="1"/>
            </p:cNvGraphicFramePr>
            <p:nvPr/>
          </p:nvGraphicFramePr>
          <p:xfrm>
            <a:off x="672" y="3024"/>
            <a:ext cx="2496" cy="5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95" name="" r:id="rId7" imgW="2082800" imgH="431800" progId="Equation.DSMT4">
                    <p:embed/>
                  </p:oleObj>
                </mc:Choice>
                <mc:Fallback>
                  <p:oleObj name="" r:id="rId7" imgW="2082800" imgH="431800" progId="Equation.DSMT4">
                    <p:embed/>
                    <p:pic>
                      <p:nvPicPr>
                        <p:cNvPr id="0" name="图片 3094"/>
                        <p:cNvPicPr/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672" y="3024"/>
                          <a:ext cx="2496" cy="513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4588" name="Rectangle 19"/>
            <p:cNvSpPr/>
            <p:nvPr/>
          </p:nvSpPr>
          <p:spPr>
            <a:xfrm>
              <a:off x="3138" y="3066"/>
              <a:ext cx="1488" cy="365"/>
            </a:xfrm>
            <a:prstGeom prst="rect">
              <a:avLst/>
            </a:prstGeom>
            <a:noFill/>
            <a:ln w="9525">
              <a:noFill/>
            </a:ln>
          </p:spPr>
          <p:txBody>
            <a:bodyPr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buNone/>
              </a:pPr>
              <a:r>
                <a:rPr lang="zh-CN" altLang="en-US" dirty="0"/>
                <a:t>称为</a:t>
              </a:r>
              <a:r>
                <a:rPr lang="zh-CN" altLang="en-US" dirty="0">
                  <a:solidFill>
                    <a:schemeClr val="folHlink"/>
                  </a:solidFill>
                </a:rPr>
                <a:t>互相关。</a:t>
              </a:r>
              <a:endParaRPr lang="zh-CN" altLang="en-US" dirty="0">
                <a:solidFill>
                  <a:schemeClr val="folHlink"/>
                </a:solidFill>
              </a:endParaRPr>
            </a:p>
          </p:txBody>
        </p:sp>
      </p:grpSp>
      <p:sp>
        <p:nvSpPr>
          <p:cNvPr id="24586" name="Rectangle 20"/>
          <p:cNvSpPr/>
          <p:nvPr/>
        </p:nvSpPr>
        <p:spPr>
          <a:xfrm>
            <a:off x="1143000" y="5791200"/>
            <a:ext cx="6934200" cy="7620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dirty="0">
                <a:solidFill>
                  <a:schemeClr val="folHlink"/>
                </a:solidFill>
              </a:rPr>
              <a:t>其值越大，在</a:t>
            </a:r>
            <a:r>
              <a:rPr lang="en-US" altLang="zh-CN" i="1" dirty="0">
                <a:solidFill>
                  <a:schemeClr val="folHlink"/>
                </a:solidFill>
              </a:rPr>
              <a:t>i,j</a:t>
            </a:r>
            <a:r>
              <a:rPr lang="zh-CN" altLang="en-US" dirty="0">
                <a:solidFill>
                  <a:schemeClr val="folHlink"/>
                </a:solidFill>
              </a:rPr>
              <a:t>位置的相关性越强！</a:t>
            </a:r>
            <a:endParaRPr lang="zh-CN" altLang="en-US" dirty="0">
              <a:solidFill>
                <a:schemeClr val="folHlink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560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25603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marL="0" indent="0" eaLnBrk="1" hangingPunct="1"/>
            <a:r>
              <a:rPr lang="zh-CN" altLang="en-US" dirty="0"/>
              <a:t>归一化互相关</a:t>
            </a:r>
            <a:endParaRPr lang="zh-CN" altLang="en-US" dirty="0"/>
          </a:p>
          <a:p>
            <a:pPr marL="0" indent="0" eaLnBrk="1" hangingPunct="1">
              <a:buNone/>
            </a:pPr>
            <a:r>
              <a:rPr lang="zh-CN" altLang="en-US" dirty="0"/>
              <a:t>      互相关值除取决于相关性还取决于与模板对应的子图的值，子图值</a:t>
            </a:r>
            <a:r>
              <a:rPr lang="zh-CN" altLang="en-US" dirty="0">
                <a:solidFill>
                  <a:schemeClr val="folHlink"/>
                </a:solidFill>
              </a:rPr>
              <a:t>越大</a:t>
            </a:r>
            <a:r>
              <a:rPr lang="zh-CN" altLang="en-US" dirty="0"/>
              <a:t>，互相关值也</a:t>
            </a:r>
            <a:r>
              <a:rPr lang="zh-CN" altLang="en-US" dirty="0">
                <a:solidFill>
                  <a:schemeClr val="folHlink"/>
                </a:solidFill>
              </a:rPr>
              <a:t>越大</a:t>
            </a:r>
            <a:r>
              <a:rPr lang="zh-CN" altLang="en-US" dirty="0"/>
              <a:t>，影响匹配，因此对互相关进行</a:t>
            </a:r>
            <a:r>
              <a:rPr lang="zh-CN" altLang="en-US" dirty="0">
                <a:solidFill>
                  <a:schemeClr val="folHlink"/>
                </a:solidFill>
              </a:rPr>
              <a:t>归一化</a:t>
            </a:r>
            <a:r>
              <a:rPr lang="zh-CN" altLang="en-US" dirty="0"/>
              <a:t>。</a:t>
            </a:r>
            <a:endParaRPr lang="zh-CN" altLang="en-US" dirty="0"/>
          </a:p>
        </p:txBody>
      </p:sp>
      <p:sp>
        <p:nvSpPr>
          <p:cNvPr id="25604" name="Rectangle 4"/>
          <p:cNvSpPr/>
          <p:nvPr/>
        </p:nvSpPr>
        <p:spPr>
          <a:xfrm>
            <a:off x="0" y="2971800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sp>
        <p:nvSpPr>
          <p:cNvPr id="25605" name="Rectangle 5"/>
          <p:cNvSpPr/>
          <p:nvPr/>
        </p:nvSpPr>
        <p:spPr>
          <a:xfrm>
            <a:off x="0" y="3328988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pSp>
        <p:nvGrpSpPr>
          <p:cNvPr id="25606" name="Group 6"/>
          <p:cNvGrpSpPr/>
          <p:nvPr/>
        </p:nvGrpSpPr>
        <p:grpSpPr>
          <a:xfrm>
            <a:off x="406400" y="4648200"/>
            <a:ext cx="8382000" cy="1822450"/>
            <a:chOff x="192" y="2928"/>
            <a:chExt cx="5280" cy="1148"/>
          </a:xfrm>
        </p:grpSpPr>
        <p:graphicFrame>
          <p:nvGraphicFramePr>
            <p:cNvPr id="25607" name="Object 7"/>
            <p:cNvGraphicFramePr>
              <a:graphicFrameLocks noChangeAspect="1"/>
            </p:cNvGraphicFramePr>
            <p:nvPr/>
          </p:nvGraphicFramePr>
          <p:xfrm>
            <a:off x="192" y="2928"/>
            <a:ext cx="3696" cy="114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92" name="" r:id="rId1" imgW="2946400" imgH="914400" progId="Equation.DSMT4">
                    <p:embed/>
                  </p:oleObj>
                </mc:Choice>
                <mc:Fallback>
                  <p:oleObj name="" r:id="rId1" imgW="2946400" imgH="914400" progId="Equation.DSMT4">
                    <p:embed/>
                    <p:pic>
                      <p:nvPicPr>
                        <p:cNvPr id="0" name="图片 3091"/>
                        <p:cNvPicPr/>
                        <p:nvPr/>
                      </p:nvPicPr>
                      <p:blipFill>
                        <a:blip r:embed="rId2"/>
                        <a:stretch>
                          <a:fillRect/>
                        </a:stretch>
                      </p:blipFill>
                      <p:spPr>
                        <a:xfrm>
                          <a:off x="192" y="2928"/>
                          <a:ext cx="3696" cy="1148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5608" name="Object 8"/>
            <p:cNvGraphicFramePr>
              <a:graphicFrameLocks noChangeAspect="1"/>
            </p:cNvGraphicFramePr>
            <p:nvPr/>
          </p:nvGraphicFramePr>
          <p:xfrm>
            <a:off x="4080" y="3312"/>
            <a:ext cx="1392" cy="32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93" name="" r:id="rId3" imgW="850265" imgH="203200" progId="Equation.DSMT4">
                    <p:embed/>
                  </p:oleObj>
                </mc:Choice>
                <mc:Fallback>
                  <p:oleObj name="" r:id="rId3" imgW="850265" imgH="203200" progId="Equation.DSMT4">
                    <p:embed/>
                    <p:pic>
                      <p:nvPicPr>
                        <p:cNvPr id="0" name="图片 3092"/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4080" y="3312"/>
                          <a:ext cx="1392" cy="328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6626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26627" name="Rectangle 3"/>
          <p:cNvSpPr>
            <a:spLocks noGrp="1"/>
          </p:cNvSpPr>
          <p:nvPr>
            <p:ph type="body" sz="half"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>
              <a:buClr>
                <a:schemeClr val="folHlink"/>
              </a:buClr>
              <a:buSzPct val="60000"/>
              <a:buFont typeface="Wingdings" panose="05000000000000000000" pitchFamily="2" charset="2"/>
            </a:pPr>
            <a:r>
              <a:rPr lang="zh-CN" altLang="en-US" sz="2800" dirty="0"/>
              <a:t>归一化互相关的计算</a:t>
            </a:r>
            <a:endParaRPr lang="zh-CN" altLang="en-US" sz="2800" dirty="0"/>
          </a:p>
        </p:txBody>
      </p:sp>
      <p:graphicFrame>
        <p:nvGraphicFramePr>
          <p:cNvPr id="63492" name="Group 4"/>
          <p:cNvGraphicFramePr>
            <a:graphicFrameLocks noGrp="1"/>
          </p:cNvGraphicFramePr>
          <p:nvPr/>
        </p:nvGraphicFramePr>
        <p:xfrm>
          <a:off x="1549400" y="2667000"/>
          <a:ext cx="1397000" cy="1231900"/>
        </p:xfrm>
        <a:graphic>
          <a:graphicData uri="http://schemas.openxmlformats.org/drawingml/2006/table">
            <a:tbl>
              <a:tblPr/>
              <a:tblGrid>
                <a:gridCol w="698500"/>
                <a:gridCol w="698500"/>
              </a:tblGrid>
              <a:tr h="6159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3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159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2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0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63503" name="Group 15"/>
          <p:cNvGraphicFramePr>
            <a:graphicFrameLocks noGrp="1"/>
          </p:cNvGraphicFramePr>
          <p:nvPr/>
        </p:nvGraphicFramePr>
        <p:xfrm>
          <a:off x="3886200" y="2667000"/>
          <a:ext cx="1447800" cy="1308100"/>
        </p:xfrm>
        <a:graphic>
          <a:graphicData uri="http://schemas.openxmlformats.org/drawingml/2006/table">
            <a:tbl>
              <a:tblPr/>
              <a:tblGrid>
                <a:gridCol w="723900"/>
                <a:gridCol w="723900"/>
              </a:tblGrid>
              <a:tr h="6540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2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4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540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3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6650" name="Text Box 26"/>
          <p:cNvSpPr txBox="1"/>
          <p:nvPr/>
        </p:nvSpPr>
        <p:spPr>
          <a:xfrm>
            <a:off x="1295400" y="3949700"/>
            <a:ext cx="1828800" cy="457200"/>
          </a:xfrm>
          <a:prstGeom prst="rect">
            <a:avLst/>
          </a:prstGeom>
          <a:noFill/>
          <a:ln w="12700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模板图像</a:t>
            </a:r>
            <a:endParaRPr lang="zh-CN" altLang="en-US" sz="2400" dirty="0"/>
          </a:p>
        </p:txBody>
      </p:sp>
      <p:sp>
        <p:nvSpPr>
          <p:cNvPr id="26651" name="Text Box 27"/>
          <p:cNvSpPr txBox="1"/>
          <p:nvPr/>
        </p:nvSpPr>
        <p:spPr>
          <a:xfrm>
            <a:off x="6350000" y="4025900"/>
            <a:ext cx="1371600" cy="457200"/>
          </a:xfrm>
          <a:prstGeom prst="rect">
            <a:avLst/>
          </a:prstGeom>
          <a:noFill/>
          <a:ln w="12700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图像</a:t>
            </a:r>
            <a:r>
              <a:rPr lang="en-US" altLang="zh-CN" sz="2400" dirty="0"/>
              <a:t>B</a:t>
            </a:r>
            <a:endParaRPr lang="en-US" altLang="zh-CN" sz="2400" dirty="0"/>
          </a:p>
        </p:txBody>
      </p:sp>
      <p:sp>
        <p:nvSpPr>
          <p:cNvPr id="26652" name="Text Box 28"/>
          <p:cNvSpPr txBox="1"/>
          <p:nvPr/>
        </p:nvSpPr>
        <p:spPr>
          <a:xfrm>
            <a:off x="3924300" y="4025900"/>
            <a:ext cx="1371600" cy="457200"/>
          </a:xfrm>
          <a:prstGeom prst="rect">
            <a:avLst/>
          </a:prstGeom>
          <a:noFill/>
          <a:ln w="12700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400" dirty="0"/>
              <a:t>图像</a:t>
            </a:r>
            <a:r>
              <a:rPr lang="en-US" altLang="zh-CN" sz="2400" dirty="0"/>
              <a:t>A</a:t>
            </a:r>
            <a:endParaRPr lang="en-US" altLang="zh-CN" sz="2400" dirty="0"/>
          </a:p>
        </p:txBody>
      </p:sp>
      <p:graphicFrame>
        <p:nvGraphicFramePr>
          <p:cNvPr id="63517" name="Group 29"/>
          <p:cNvGraphicFramePr>
            <a:graphicFrameLocks noGrp="1"/>
          </p:cNvGraphicFramePr>
          <p:nvPr/>
        </p:nvGraphicFramePr>
        <p:xfrm>
          <a:off x="6273800" y="2667000"/>
          <a:ext cx="1524000" cy="1282700"/>
        </p:xfrm>
        <a:graphic>
          <a:graphicData uri="http://schemas.openxmlformats.org/drawingml/2006/table">
            <a:tbl>
              <a:tblPr/>
              <a:tblGrid>
                <a:gridCol w="762000"/>
                <a:gridCol w="762000"/>
              </a:tblGrid>
              <a:tr h="6413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0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413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0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anose="05000000000000000000" pitchFamily="2" charset="2"/>
                        <a:buNone/>
                      </a:pPr>
                      <a:r>
                        <a:rPr kumimoji="0" lang="en-US" altLang="zh-CN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楷体" panose="02010609060101010101" pitchFamily="49" charset="-122"/>
                        </a:rPr>
                        <a:t>1</a:t>
                      </a:r>
                      <a:endParaRPr kumimoji="0" lang="en-US" altLang="zh-CN" sz="2800" b="0" i="0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楷体" panose="02010609060101010101" pitchFamily="49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6664" name="Rectangle 40"/>
          <p:cNvSpPr/>
          <p:nvPr/>
        </p:nvSpPr>
        <p:spPr>
          <a:xfrm>
            <a:off x="152400" y="4356100"/>
            <a:ext cx="2057400" cy="457200"/>
          </a:xfrm>
          <a:prstGeom prst="rect">
            <a:avLst/>
          </a:prstGeom>
          <a:noFill/>
          <a:ln w="12700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b="1" dirty="0"/>
              <a:t>相关系数值</a:t>
            </a:r>
            <a:r>
              <a:rPr lang="en-US" altLang="zh-CN" sz="2400" b="1" dirty="0"/>
              <a:t>:</a:t>
            </a:r>
            <a:endParaRPr lang="en-US" altLang="zh-CN" sz="2400" b="1" dirty="0"/>
          </a:p>
        </p:txBody>
      </p:sp>
      <p:graphicFrame>
        <p:nvGraphicFramePr>
          <p:cNvPr id="26665" name="Object 41"/>
          <p:cNvGraphicFramePr>
            <a:graphicFrameLocks noChangeAspect="1"/>
          </p:cNvGraphicFramePr>
          <p:nvPr>
            <p:ph sz="half" idx="2"/>
          </p:nvPr>
        </p:nvGraphicFramePr>
        <p:xfrm>
          <a:off x="228600" y="4800600"/>
          <a:ext cx="6781800" cy="1898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98" name="" r:id="rId1" imgW="3175000" imgH="889000" progId="Equation.DSMT4">
                  <p:embed/>
                </p:oleObj>
              </mc:Choice>
              <mc:Fallback>
                <p:oleObj name="" r:id="rId1" imgW="3175000" imgH="889000" progId="Equation.DSMT4">
                  <p:embed/>
                  <p:pic>
                    <p:nvPicPr>
                      <p:cNvPr id="0" name="图片 3097"/>
                      <p:cNvPicPr/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>
                      <a:xfrm>
                        <a:off x="228600" y="4800600"/>
                        <a:ext cx="6781800" cy="1898650"/>
                      </a:xfrm>
                      <a:prstGeom prst="rect">
                        <a:avLst/>
                      </a:prstGeom>
                      <a:solidFill>
                        <a:schemeClr val="bg1">
                          <a:alpha val="0"/>
                        </a:schemeClr>
                      </a:solidFill>
                      <a:ln w="38100"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666" name="Rectangle 42"/>
          <p:cNvSpPr/>
          <p:nvPr/>
        </p:nvSpPr>
        <p:spPr>
          <a:xfrm>
            <a:off x="6959600" y="5410200"/>
            <a:ext cx="2070100" cy="519113"/>
          </a:xfrm>
          <a:prstGeom prst="rect">
            <a:avLst/>
          </a:prstGeom>
          <a:noFill/>
          <a:ln w="12700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800" b="1" dirty="0">
                <a:solidFill>
                  <a:schemeClr val="folHlink"/>
                </a:solidFill>
              </a:rPr>
              <a:t>谁更相似？</a:t>
            </a:r>
            <a:endParaRPr lang="zh-CN" altLang="en-US" sz="2800" b="1" dirty="0">
              <a:solidFill>
                <a:schemeClr val="folHlink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765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27651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模板匹配过程</a:t>
            </a:r>
            <a:endParaRPr lang="zh-CN" altLang="en-US" dirty="0"/>
          </a:p>
        </p:txBody>
      </p:sp>
      <p:pic>
        <p:nvPicPr>
          <p:cNvPr id="27652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08025" y="2514600"/>
            <a:ext cx="7696200" cy="3898900"/>
          </a:xfrm>
          <a:prstGeom prst="rect">
            <a:avLst/>
          </a:prstGeom>
          <a:noFill/>
          <a:ln w="9525"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867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28675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模板匹配过程</a:t>
            </a:r>
            <a:endParaRPr lang="zh-CN" altLang="en-US" dirty="0"/>
          </a:p>
        </p:txBody>
      </p:sp>
      <p:grpSp>
        <p:nvGrpSpPr>
          <p:cNvPr id="28676" name="Group 4"/>
          <p:cNvGrpSpPr/>
          <p:nvPr/>
        </p:nvGrpSpPr>
        <p:grpSpPr>
          <a:xfrm>
            <a:off x="914400" y="1763713"/>
            <a:ext cx="7935913" cy="4887912"/>
            <a:chOff x="761" y="894"/>
            <a:chExt cx="4999" cy="3079"/>
          </a:xfrm>
        </p:grpSpPr>
        <p:sp>
          <p:nvSpPr>
            <p:cNvPr id="28677" name="Rectangle 5"/>
            <p:cNvSpPr/>
            <p:nvPr/>
          </p:nvSpPr>
          <p:spPr>
            <a:xfrm>
              <a:off x="761" y="894"/>
              <a:ext cx="4667" cy="3079"/>
            </a:xfrm>
            <a:prstGeom prst="rect">
              <a:avLst/>
            </a:prstGeom>
            <a:gradFill rotWithShape="0">
              <a:gsLst>
                <a:gs pos="0">
                  <a:srgbClr val="2F5E76"/>
                </a:gs>
                <a:gs pos="100000">
                  <a:srgbClr val="66CCFF"/>
                </a:gs>
              </a:gsLst>
              <a:lin ang="2700000" scaled="1"/>
              <a:tileRect/>
            </a:gradFill>
            <a:ln w="9525" cap="flat" cmpd="sng">
              <a:solidFill>
                <a:schemeClr val="tx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grpSp>
          <p:nvGrpSpPr>
            <p:cNvPr id="28678" name="Group 6"/>
            <p:cNvGrpSpPr/>
            <p:nvPr/>
          </p:nvGrpSpPr>
          <p:grpSpPr>
            <a:xfrm>
              <a:off x="873" y="2140"/>
              <a:ext cx="2629" cy="1741"/>
              <a:chOff x="873" y="2140"/>
              <a:chExt cx="2629" cy="1741"/>
            </a:xfrm>
          </p:grpSpPr>
          <p:sp>
            <p:nvSpPr>
              <p:cNvPr id="33590" name="Freeform 7"/>
              <p:cNvSpPr/>
              <p:nvPr/>
            </p:nvSpPr>
            <p:spPr>
              <a:xfrm>
                <a:off x="873" y="2140"/>
                <a:ext cx="2629" cy="1741"/>
              </a:xfrm>
              <a:custGeom>
                <a:avLst/>
                <a:gdLst>
                  <a:gd name="txL" fmla="*/ 0 w 2629"/>
                  <a:gd name="txT" fmla="*/ 0 h 1741"/>
                  <a:gd name="txR" fmla="*/ 2629 w 2629"/>
                  <a:gd name="txB" fmla="*/ 1741 h 1741"/>
                </a:gdLst>
                <a:ahLst/>
                <a:cxnLst>
                  <a:cxn ang="0">
                    <a:pos x="1299" y="0"/>
                  </a:cxn>
                  <a:cxn ang="0">
                    <a:pos x="2629" y="705"/>
                  </a:cxn>
                  <a:cxn ang="0">
                    <a:pos x="1325" y="1741"/>
                  </a:cxn>
                  <a:cxn ang="0">
                    <a:pos x="0" y="1030"/>
                  </a:cxn>
                  <a:cxn ang="0">
                    <a:pos x="1299" y="0"/>
                  </a:cxn>
                </a:cxnLst>
                <a:rect l="txL" t="txT" r="txR" b="txB"/>
                <a:pathLst>
                  <a:path w="2629" h="1741">
                    <a:moveTo>
                      <a:pt x="1299" y="0"/>
                    </a:moveTo>
                    <a:lnTo>
                      <a:pt x="2629" y="705"/>
                    </a:lnTo>
                    <a:lnTo>
                      <a:pt x="1325" y="1741"/>
                    </a:lnTo>
                    <a:lnTo>
                      <a:pt x="0" y="1030"/>
                    </a:lnTo>
                    <a:lnTo>
                      <a:pt x="1299" y="0"/>
                    </a:lnTo>
                    <a:close/>
                  </a:path>
                </a:pathLst>
              </a:cu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591" name="Rectangle 8"/>
              <p:cNvSpPr/>
              <p:nvPr/>
            </p:nvSpPr>
            <p:spPr>
              <a:xfrm>
                <a:off x="2270" y="21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92" name="Rectangle 9"/>
              <p:cNvSpPr/>
              <p:nvPr/>
            </p:nvSpPr>
            <p:spPr>
              <a:xfrm>
                <a:off x="2275" y="21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93" name="Rectangle 10"/>
              <p:cNvSpPr/>
              <p:nvPr/>
            </p:nvSpPr>
            <p:spPr>
              <a:xfrm>
                <a:off x="2285" y="219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94" name="Rectangle 11"/>
              <p:cNvSpPr/>
              <p:nvPr/>
            </p:nvSpPr>
            <p:spPr>
              <a:xfrm>
                <a:off x="2296" y="2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95" name="Rectangle 12"/>
              <p:cNvSpPr/>
              <p:nvPr/>
            </p:nvSpPr>
            <p:spPr>
              <a:xfrm>
                <a:off x="2306" y="220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96" name="Rectangle 13"/>
              <p:cNvSpPr/>
              <p:nvPr/>
            </p:nvSpPr>
            <p:spPr>
              <a:xfrm>
                <a:off x="2316" y="22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97" name="Rectangle 14"/>
              <p:cNvSpPr/>
              <p:nvPr/>
            </p:nvSpPr>
            <p:spPr>
              <a:xfrm>
                <a:off x="2321" y="221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98" name="Rectangle 15"/>
              <p:cNvSpPr/>
              <p:nvPr/>
            </p:nvSpPr>
            <p:spPr>
              <a:xfrm>
                <a:off x="2332" y="22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99" name="Rectangle 16"/>
              <p:cNvSpPr/>
              <p:nvPr/>
            </p:nvSpPr>
            <p:spPr>
              <a:xfrm>
                <a:off x="2342" y="222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0" name="Rectangle 17"/>
              <p:cNvSpPr/>
              <p:nvPr/>
            </p:nvSpPr>
            <p:spPr>
              <a:xfrm>
                <a:off x="2352" y="22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1" name="Rectangle 18"/>
              <p:cNvSpPr/>
              <p:nvPr/>
            </p:nvSpPr>
            <p:spPr>
              <a:xfrm>
                <a:off x="2363" y="223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2" name="Rectangle 19"/>
              <p:cNvSpPr/>
              <p:nvPr/>
            </p:nvSpPr>
            <p:spPr>
              <a:xfrm>
                <a:off x="1058" y="32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3" name="Rectangle 20"/>
              <p:cNvSpPr/>
              <p:nvPr/>
            </p:nvSpPr>
            <p:spPr>
              <a:xfrm>
                <a:off x="1063" y="326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4" name="Rectangle 21"/>
              <p:cNvSpPr/>
              <p:nvPr/>
            </p:nvSpPr>
            <p:spPr>
              <a:xfrm>
                <a:off x="1069" y="3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5" name="Rectangle 22"/>
              <p:cNvSpPr/>
              <p:nvPr/>
            </p:nvSpPr>
            <p:spPr>
              <a:xfrm>
                <a:off x="1079" y="325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6" name="Rectangle 23"/>
              <p:cNvSpPr/>
              <p:nvPr/>
            </p:nvSpPr>
            <p:spPr>
              <a:xfrm>
                <a:off x="1084" y="32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7" name="Rectangle 24"/>
              <p:cNvSpPr/>
              <p:nvPr/>
            </p:nvSpPr>
            <p:spPr>
              <a:xfrm>
                <a:off x="1089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8" name="Rectangle 25"/>
              <p:cNvSpPr/>
              <p:nvPr/>
            </p:nvSpPr>
            <p:spPr>
              <a:xfrm>
                <a:off x="1094" y="324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09" name="Rectangle 26"/>
              <p:cNvSpPr/>
              <p:nvPr/>
            </p:nvSpPr>
            <p:spPr>
              <a:xfrm>
                <a:off x="1105" y="32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0" name="Rectangle 27"/>
              <p:cNvSpPr/>
              <p:nvPr/>
            </p:nvSpPr>
            <p:spPr>
              <a:xfrm>
                <a:off x="1110" y="32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1" name="Rectangle 28"/>
              <p:cNvSpPr/>
              <p:nvPr/>
            </p:nvSpPr>
            <p:spPr>
              <a:xfrm>
                <a:off x="1115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2" name="Rectangle 29"/>
              <p:cNvSpPr/>
              <p:nvPr/>
            </p:nvSpPr>
            <p:spPr>
              <a:xfrm>
                <a:off x="1120" y="32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3" name="Rectangle 30"/>
              <p:cNvSpPr/>
              <p:nvPr/>
            </p:nvSpPr>
            <p:spPr>
              <a:xfrm>
                <a:off x="1130" y="321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4" name="Rectangle 31"/>
              <p:cNvSpPr/>
              <p:nvPr/>
            </p:nvSpPr>
            <p:spPr>
              <a:xfrm>
                <a:off x="1136" y="32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5" name="Rectangle 32"/>
              <p:cNvSpPr/>
              <p:nvPr/>
            </p:nvSpPr>
            <p:spPr>
              <a:xfrm>
                <a:off x="1141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6" name="Rectangle 33"/>
              <p:cNvSpPr/>
              <p:nvPr/>
            </p:nvSpPr>
            <p:spPr>
              <a:xfrm>
                <a:off x="1146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7" name="Rectangle 34"/>
              <p:cNvSpPr/>
              <p:nvPr/>
            </p:nvSpPr>
            <p:spPr>
              <a:xfrm>
                <a:off x="1156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8" name="Rectangle 35"/>
              <p:cNvSpPr/>
              <p:nvPr/>
            </p:nvSpPr>
            <p:spPr>
              <a:xfrm>
                <a:off x="1161" y="3190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19" name="Rectangle 36"/>
              <p:cNvSpPr/>
              <p:nvPr/>
            </p:nvSpPr>
            <p:spPr>
              <a:xfrm>
                <a:off x="1167" y="31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0" name="Rectangle 37"/>
              <p:cNvSpPr/>
              <p:nvPr/>
            </p:nvSpPr>
            <p:spPr>
              <a:xfrm>
                <a:off x="1177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1" name="Rectangle 38"/>
              <p:cNvSpPr/>
              <p:nvPr/>
            </p:nvSpPr>
            <p:spPr>
              <a:xfrm>
                <a:off x="1182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2" name="Rectangle 39"/>
              <p:cNvSpPr/>
              <p:nvPr/>
            </p:nvSpPr>
            <p:spPr>
              <a:xfrm>
                <a:off x="1187" y="31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3" name="Rectangle 40"/>
              <p:cNvSpPr/>
              <p:nvPr/>
            </p:nvSpPr>
            <p:spPr>
              <a:xfrm>
                <a:off x="1192" y="316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4" name="Rectangle 41"/>
              <p:cNvSpPr/>
              <p:nvPr/>
            </p:nvSpPr>
            <p:spPr>
              <a:xfrm>
                <a:off x="1203" y="31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5" name="Rectangle 42"/>
              <p:cNvSpPr/>
              <p:nvPr/>
            </p:nvSpPr>
            <p:spPr>
              <a:xfrm>
                <a:off x="1208" y="315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6" name="Rectangle 43"/>
              <p:cNvSpPr/>
              <p:nvPr/>
            </p:nvSpPr>
            <p:spPr>
              <a:xfrm>
                <a:off x="1213" y="31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7" name="Rectangle 44"/>
              <p:cNvSpPr/>
              <p:nvPr/>
            </p:nvSpPr>
            <p:spPr>
              <a:xfrm>
                <a:off x="1218" y="314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8" name="Rectangle 45"/>
              <p:cNvSpPr/>
              <p:nvPr/>
            </p:nvSpPr>
            <p:spPr>
              <a:xfrm>
                <a:off x="1228" y="313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29" name="Rectangle 46"/>
              <p:cNvSpPr/>
              <p:nvPr/>
            </p:nvSpPr>
            <p:spPr>
              <a:xfrm>
                <a:off x="1234" y="31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0" name="Rectangle 47"/>
              <p:cNvSpPr/>
              <p:nvPr/>
            </p:nvSpPr>
            <p:spPr>
              <a:xfrm>
                <a:off x="1239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1" name="Rectangle 48"/>
              <p:cNvSpPr/>
              <p:nvPr/>
            </p:nvSpPr>
            <p:spPr>
              <a:xfrm>
                <a:off x="1244" y="312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2" name="Rectangle 49"/>
              <p:cNvSpPr/>
              <p:nvPr/>
            </p:nvSpPr>
            <p:spPr>
              <a:xfrm>
                <a:off x="1254" y="31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3" name="Rectangle 50"/>
              <p:cNvSpPr/>
              <p:nvPr/>
            </p:nvSpPr>
            <p:spPr>
              <a:xfrm>
                <a:off x="1259" y="311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4" name="Rectangle 51"/>
              <p:cNvSpPr/>
              <p:nvPr/>
            </p:nvSpPr>
            <p:spPr>
              <a:xfrm>
                <a:off x="1265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5" name="Rectangle 52"/>
              <p:cNvSpPr/>
              <p:nvPr/>
            </p:nvSpPr>
            <p:spPr>
              <a:xfrm>
                <a:off x="1270" y="31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6" name="Rectangle 53"/>
              <p:cNvSpPr/>
              <p:nvPr/>
            </p:nvSpPr>
            <p:spPr>
              <a:xfrm>
                <a:off x="1280" y="30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7" name="Rectangle 54"/>
              <p:cNvSpPr/>
              <p:nvPr/>
            </p:nvSpPr>
            <p:spPr>
              <a:xfrm>
                <a:off x="1285" y="30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8" name="Rectangle 55"/>
              <p:cNvSpPr/>
              <p:nvPr/>
            </p:nvSpPr>
            <p:spPr>
              <a:xfrm>
                <a:off x="1290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39" name="Rectangle 56"/>
              <p:cNvSpPr/>
              <p:nvPr/>
            </p:nvSpPr>
            <p:spPr>
              <a:xfrm>
                <a:off x="1295" y="308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0" name="Rectangle 57"/>
              <p:cNvSpPr/>
              <p:nvPr/>
            </p:nvSpPr>
            <p:spPr>
              <a:xfrm>
                <a:off x="1306" y="30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1" name="Rectangle 58"/>
              <p:cNvSpPr/>
              <p:nvPr/>
            </p:nvSpPr>
            <p:spPr>
              <a:xfrm>
                <a:off x="1311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2" name="Rectangle 59"/>
              <p:cNvSpPr/>
              <p:nvPr/>
            </p:nvSpPr>
            <p:spPr>
              <a:xfrm>
                <a:off x="1316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3" name="Rectangle 60"/>
              <p:cNvSpPr/>
              <p:nvPr/>
            </p:nvSpPr>
            <p:spPr>
              <a:xfrm>
                <a:off x="1321" y="306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4" name="Rectangle 61"/>
              <p:cNvSpPr/>
              <p:nvPr/>
            </p:nvSpPr>
            <p:spPr>
              <a:xfrm>
                <a:off x="1332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5" name="Rectangle 62"/>
              <p:cNvSpPr/>
              <p:nvPr/>
            </p:nvSpPr>
            <p:spPr>
              <a:xfrm>
                <a:off x="1337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6" name="Rectangle 63"/>
              <p:cNvSpPr/>
              <p:nvPr/>
            </p:nvSpPr>
            <p:spPr>
              <a:xfrm>
                <a:off x="1342" y="30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7" name="Rectangle 64"/>
              <p:cNvSpPr/>
              <p:nvPr/>
            </p:nvSpPr>
            <p:spPr>
              <a:xfrm>
                <a:off x="1352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8" name="Rectangle 65"/>
              <p:cNvSpPr/>
              <p:nvPr/>
            </p:nvSpPr>
            <p:spPr>
              <a:xfrm>
                <a:off x="1357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49" name="Rectangle 66"/>
              <p:cNvSpPr/>
              <p:nvPr/>
            </p:nvSpPr>
            <p:spPr>
              <a:xfrm>
                <a:off x="1362" y="303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0" name="Rectangle 67"/>
              <p:cNvSpPr/>
              <p:nvPr/>
            </p:nvSpPr>
            <p:spPr>
              <a:xfrm>
                <a:off x="1368" y="30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1" name="Rectangle 68"/>
              <p:cNvSpPr/>
              <p:nvPr/>
            </p:nvSpPr>
            <p:spPr>
              <a:xfrm>
                <a:off x="1378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2" name="Rectangle 69"/>
              <p:cNvSpPr/>
              <p:nvPr/>
            </p:nvSpPr>
            <p:spPr>
              <a:xfrm>
                <a:off x="1383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3" name="Rectangle 70"/>
              <p:cNvSpPr/>
              <p:nvPr/>
            </p:nvSpPr>
            <p:spPr>
              <a:xfrm>
                <a:off x="1388" y="30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4" name="Rectangle 71"/>
              <p:cNvSpPr/>
              <p:nvPr/>
            </p:nvSpPr>
            <p:spPr>
              <a:xfrm>
                <a:off x="1393" y="300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5" name="Rectangle 72"/>
              <p:cNvSpPr/>
              <p:nvPr/>
            </p:nvSpPr>
            <p:spPr>
              <a:xfrm>
                <a:off x="1404" y="30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6" name="Rectangle 73"/>
              <p:cNvSpPr/>
              <p:nvPr/>
            </p:nvSpPr>
            <p:spPr>
              <a:xfrm>
                <a:off x="1409" y="29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7" name="Rectangle 74"/>
              <p:cNvSpPr/>
              <p:nvPr/>
            </p:nvSpPr>
            <p:spPr>
              <a:xfrm>
                <a:off x="1414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8" name="Rectangle 75"/>
              <p:cNvSpPr/>
              <p:nvPr/>
            </p:nvSpPr>
            <p:spPr>
              <a:xfrm>
                <a:off x="1419" y="298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59" name="Rectangle 76"/>
              <p:cNvSpPr/>
              <p:nvPr/>
            </p:nvSpPr>
            <p:spPr>
              <a:xfrm>
                <a:off x="1430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0" name="Rectangle 77"/>
              <p:cNvSpPr/>
              <p:nvPr/>
            </p:nvSpPr>
            <p:spPr>
              <a:xfrm>
                <a:off x="1435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1" name="Rectangle 78"/>
              <p:cNvSpPr/>
              <p:nvPr/>
            </p:nvSpPr>
            <p:spPr>
              <a:xfrm>
                <a:off x="1440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2" name="Rectangle 79"/>
              <p:cNvSpPr/>
              <p:nvPr/>
            </p:nvSpPr>
            <p:spPr>
              <a:xfrm>
                <a:off x="1445" y="29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3" name="Rectangle 80"/>
              <p:cNvSpPr/>
              <p:nvPr/>
            </p:nvSpPr>
            <p:spPr>
              <a:xfrm>
                <a:off x="1455" y="29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4" name="Rectangle 81"/>
              <p:cNvSpPr/>
              <p:nvPr/>
            </p:nvSpPr>
            <p:spPr>
              <a:xfrm>
                <a:off x="1460" y="2953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5" name="Rectangle 82"/>
              <p:cNvSpPr/>
              <p:nvPr/>
            </p:nvSpPr>
            <p:spPr>
              <a:xfrm>
                <a:off x="1466" y="29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6" name="Rectangle 83"/>
              <p:cNvSpPr/>
              <p:nvPr/>
            </p:nvSpPr>
            <p:spPr>
              <a:xfrm>
                <a:off x="1471" y="29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7" name="Rectangle 84"/>
              <p:cNvSpPr/>
              <p:nvPr/>
            </p:nvSpPr>
            <p:spPr>
              <a:xfrm>
                <a:off x="1481" y="29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8" name="Rectangle 85"/>
              <p:cNvSpPr/>
              <p:nvPr/>
            </p:nvSpPr>
            <p:spPr>
              <a:xfrm>
                <a:off x="1486" y="29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69" name="Rectangle 86"/>
              <p:cNvSpPr/>
              <p:nvPr/>
            </p:nvSpPr>
            <p:spPr>
              <a:xfrm>
                <a:off x="1491" y="292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0" name="Rectangle 87"/>
              <p:cNvSpPr/>
              <p:nvPr/>
            </p:nvSpPr>
            <p:spPr>
              <a:xfrm>
                <a:off x="1497" y="29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1" name="Rectangle 88"/>
              <p:cNvSpPr/>
              <p:nvPr/>
            </p:nvSpPr>
            <p:spPr>
              <a:xfrm>
                <a:off x="1507" y="291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2" name="Rectangle 89"/>
              <p:cNvSpPr/>
              <p:nvPr/>
            </p:nvSpPr>
            <p:spPr>
              <a:xfrm>
                <a:off x="1512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3" name="Rectangle 90"/>
              <p:cNvSpPr/>
              <p:nvPr/>
            </p:nvSpPr>
            <p:spPr>
              <a:xfrm>
                <a:off x="1517" y="29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4" name="Rectangle 91"/>
              <p:cNvSpPr/>
              <p:nvPr/>
            </p:nvSpPr>
            <p:spPr>
              <a:xfrm>
                <a:off x="1522" y="290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5" name="Rectangle 92"/>
              <p:cNvSpPr/>
              <p:nvPr/>
            </p:nvSpPr>
            <p:spPr>
              <a:xfrm>
                <a:off x="1533" y="28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6" name="Rectangle 93"/>
              <p:cNvSpPr/>
              <p:nvPr/>
            </p:nvSpPr>
            <p:spPr>
              <a:xfrm>
                <a:off x="1538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7" name="Rectangle 94"/>
              <p:cNvSpPr/>
              <p:nvPr/>
            </p:nvSpPr>
            <p:spPr>
              <a:xfrm>
                <a:off x="1543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8" name="Rectangle 95"/>
              <p:cNvSpPr/>
              <p:nvPr/>
            </p:nvSpPr>
            <p:spPr>
              <a:xfrm>
                <a:off x="1553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79" name="Rectangle 96"/>
              <p:cNvSpPr/>
              <p:nvPr/>
            </p:nvSpPr>
            <p:spPr>
              <a:xfrm>
                <a:off x="1558" y="287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0" name="Rectangle 97"/>
              <p:cNvSpPr/>
              <p:nvPr/>
            </p:nvSpPr>
            <p:spPr>
              <a:xfrm>
                <a:off x="1564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1" name="Rectangle 98"/>
              <p:cNvSpPr/>
              <p:nvPr/>
            </p:nvSpPr>
            <p:spPr>
              <a:xfrm>
                <a:off x="1569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2" name="Rectangle 99"/>
              <p:cNvSpPr/>
              <p:nvPr/>
            </p:nvSpPr>
            <p:spPr>
              <a:xfrm>
                <a:off x="1579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3" name="Rectangle 100"/>
              <p:cNvSpPr/>
              <p:nvPr/>
            </p:nvSpPr>
            <p:spPr>
              <a:xfrm>
                <a:off x="1584" y="28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4" name="Rectangle 101"/>
              <p:cNvSpPr/>
              <p:nvPr/>
            </p:nvSpPr>
            <p:spPr>
              <a:xfrm>
                <a:off x="1589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5" name="Rectangle 102"/>
              <p:cNvSpPr/>
              <p:nvPr/>
            </p:nvSpPr>
            <p:spPr>
              <a:xfrm>
                <a:off x="1594" y="28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6" name="Rectangle 103"/>
              <p:cNvSpPr/>
              <p:nvPr/>
            </p:nvSpPr>
            <p:spPr>
              <a:xfrm>
                <a:off x="1605" y="28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7" name="Rectangle 104"/>
              <p:cNvSpPr/>
              <p:nvPr/>
            </p:nvSpPr>
            <p:spPr>
              <a:xfrm>
                <a:off x="1610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8" name="Rectangle 105"/>
              <p:cNvSpPr/>
              <p:nvPr/>
            </p:nvSpPr>
            <p:spPr>
              <a:xfrm>
                <a:off x="1615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89" name="Rectangle 106"/>
              <p:cNvSpPr/>
              <p:nvPr/>
            </p:nvSpPr>
            <p:spPr>
              <a:xfrm>
                <a:off x="1620" y="282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0" name="Rectangle 107"/>
              <p:cNvSpPr/>
              <p:nvPr/>
            </p:nvSpPr>
            <p:spPr>
              <a:xfrm>
                <a:off x="1631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1" name="Rectangle 108"/>
              <p:cNvSpPr/>
              <p:nvPr/>
            </p:nvSpPr>
            <p:spPr>
              <a:xfrm>
                <a:off x="1636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2" name="Rectangle 109"/>
              <p:cNvSpPr/>
              <p:nvPr/>
            </p:nvSpPr>
            <p:spPr>
              <a:xfrm>
                <a:off x="1641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3" name="Rectangle 110"/>
              <p:cNvSpPr/>
              <p:nvPr/>
            </p:nvSpPr>
            <p:spPr>
              <a:xfrm>
                <a:off x="1646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4" name="Rectangle 111"/>
              <p:cNvSpPr/>
              <p:nvPr/>
            </p:nvSpPr>
            <p:spPr>
              <a:xfrm>
                <a:off x="1656" y="279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5" name="Rectangle 112"/>
              <p:cNvSpPr/>
              <p:nvPr/>
            </p:nvSpPr>
            <p:spPr>
              <a:xfrm>
                <a:off x="1662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6" name="Rectangle 113"/>
              <p:cNvSpPr/>
              <p:nvPr/>
            </p:nvSpPr>
            <p:spPr>
              <a:xfrm>
                <a:off x="1667" y="27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7" name="Rectangle 114"/>
              <p:cNvSpPr/>
              <p:nvPr/>
            </p:nvSpPr>
            <p:spPr>
              <a:xfrm>
                <a:off x="1672" y="278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8" name="Rectangle 115"/>
              <p:cNvSpPr/>
              <p:nvPr/>
            </p:nvSpPr>
            <p:spPr>
              <a:xfrm>
                <a:off x="1682" y="2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699" name="Rectangle 116"/>
              <p:cNvSpPr/>
              <p:nvPr/>
            </p:nvSpPr>
            <p:spPr>
              <a:xfrm>
                <a:off x="1687" y="2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0" name="Rectangle 117"/>
              <p:cNvSpPr/>
              <p:nvPr/>
            </p:nvSpPr>
            <p:spPr>
              <a:xfrm>
                <a:off x="1692" y="276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1" name="Rectangle 118"/>
              <p:cNvSpPr/>
              <p:nvPr/>
            </p:nvSpPr>
            <p:spPr>
              <a:xfrm>
                <a:off x="1698" y="27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2" name="Rectangle 119"/>
              <p:cNvSpPr/>
              <p:nvPr/>
            </p:nvSpPr>
            <p:spPr>
              <a:xfrm>
                <a:off x="1708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3" name="Rectangle 120"/>
              <p:cNvSpPr/>
              <p:nvPr/>
            </p:nvSpPr>
            <p:spPr>
              <a:xfrm>
                <a:off x="1713" y="27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4" name="Rectangle 121"/>
              <p:cNvSpPr/>
              <p:nvPr/>
            </p:nvSpPr>
            <p:spPr>
              <a:xfrm>
                <a:off x="1718" y="274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5" name="Rectangle 122"/>
              <p:cNvSpPr/>
              <p:nvPr/>
            </p:nvSpPr>
            <p:spPr>
              <a:xfrm>
                <a:off x="1729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6" name="Rectangle 123"/>
              <p:cNvSpPr/>
              <p:nvPr/>
            </p:nvSpPr>
            <p:spPr>
              <a:xfrm>
                <a:off x="1734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7" name="Rectangle 124"/>
              <p:cNvSpPr/>
              <p:nvPr/>
            </p:nvSpPr>
            <p:spPr>
              <a:xfrm>
                <a:off x="1739" y="27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8" name="Rectangle 125"/>
              <p:cNvSpPr/>
              <p:nvPr/>
            </p:nvSpPr>
            <p:spPr>
              <a:xfrm>
                <a:off x="1744" y="272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09" name="Rectangle 126"/>
              <p:cNvSpPr/>
              <p:nvPr/>
            </p:nvSpPr>
            <p:spPr>
              <a:xfrm>
                <a:off x="1754" y="27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0" name="Rectangle 127"/>
              <p:cNvSpPr/>
              <p:nvPr/>
            </p:nvSpPr>
            <p:spPr>
              <a:xfrm>
                <a:off x="1759" y="271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1" name="Rectangle 128"/>
              <p:cNvSpPr/>
              <p:nvPr/>
            </p:nvSpPr>
            <p:spPr>
              <a:xfrm>
                <a:off x="1765" y="2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2" name="Rectangle 129"/>
              <p:cNvSpPr/>
              <p:nvPr/>
            </p:nvSpPr>
            <p:spPr>
              <a:xfrm>
                <a:off x="1770" y="2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3" name="Rectangle 130"/>
              <p:cNvSpPr/>
              <p:nvPr/>
            </p:nvSpPr>
            <p:spPr>
              <a:xfrm>
                <a:off x="1780" y="27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4" name="Rectangle 131"/>
              <p:cNvSpPr/>
              <p:nvPr/>
            </p:nvSpPr>
            <p:spPr>
              <a:xfrm>
                <a:off x="1785" y="26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5" name="Rectangle 132"/>
              <p:cNvSpPr/>
              <p:nvPr/>
            </p:nvSpPr>
            <p:spPr>
              <a:xfrm>
                <a:off x="1790" y="269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6" name="Rectangle 133"/>
              <p:cNvSpPr/>
              <p:nvPr/>
            </p:nvSpPr>
            <p:spPr>
              <a:xfrm>
                <a:off x="1796" y="26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7" name="Rectangle 134"/>
              <p:cNvSpPr/>
              <p:nvPr/>
            </p:nvSpPr>
            <p:spPr>
              <a:xfrm>
                <a:off x="1806" y="268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8" name="Rectangle 135"/>
              <p:cNvSpPr/>
              <p:nvPr/>
            </p:nvSpPr>
            <p:spPr>
              <a:xfrm>
                <a:off x="1811" y="2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19" name="Rectangle 136"/>
              <p:cNvSpPr/>
              <p:nvPr/>
            </p:nvSpPr>
            <p:spPr>
              <a:xfrm>
                <a:off x="1816" y="26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0" name="Rectangle 137"/>
              <p:cNvSpPr/>
              <p:nvPr/>
            </p:nvSpPr>
            <p:spPr>
              <a:xfrm>
                <a:off x="1821" y="266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1" name="Rectangle 138"/>
              <p:cNvSpPr/>
              <p:nvPr/>
            </p:nvSpPr>
            <p:spPr>
              <a:xfrm>
                <a:off x="1832" y="26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2" name="Rectangle 139"/>
              <p:cNvSpPr/>
              <p:nvPr/>
            </p:nvSpPr>
            <p:spPr>
              <a:xfrm>
                <a:off x="1837" y="26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3" name="Rectangle 140"/>
              <p:cNvSpPr/>
              <p:nvPr/>
            </p:nvSpPr>
            <p:spPr>
              <a:xfrm>
                <a:off x="1842" y="26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4" name="Rectangle 141"/>
              <p:cNvSpPr/>
              <p:nvPr/>
            </p:nvSpPr>
            <p:spPr>
              <a:xfrm>
                <a:off x="1847" y="264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5" name="Rectangle 142"/>
              <p:cNvSpPr/>
              <p:nvPr/>
            </p:nvSpPr>
            <p:spPr>
              <a:xfrm>
                <a:off x="1857" y="263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6" name="Rectangle 143"/>
              <p:cNvSpPr/>
              <p:nvPr/>
            </p:nvSpPr>
            <p:spPr>
              <a:xfrm>
                <a:off x="1863" y="26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7" name="Rectangle 144"/>
              <p:cNvSpPr/>
              <p:nvPr/>
            </p:nvSpPr>
            <p:spPr>
              <a:xfrm>
                <a:off x="1868" y="26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8" name="Rectangle 145"/>
              <p:cNvSpPr/>
              <p:nvPr/>
            </p:nvSpPr>
            <p:spPr>
              <a:xfrm>
                <a:off x="1873" y="26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29" name="Rectangle 146"/>
              <p:cNvSpPr/>
              <p:nvPr/>
            </p:nvSpPr>
            <p:spPr>
              <a:xfrm>
                <a:off x="1883" y="26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0" name="Rectangle 147"/>
              <p:cNvSpPr/>
              <p:nvPr/>
            </p:nvSpPr>
            <p:spPr>
              <a:xfrm>
                <a:off x="1888" y="2613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1" name="Rectangle 148"/>
              <p:cNvSpPr/>
              <p:nvPr/>
            </p:nvSpPr>
            <p:spPr>
              <a:xfrm>
                <a:off x="1894" y="2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2" name="Rectangle 149"/>
              <p:cNvSpPr/>
              <p:nvPr/>
            </p:nvSpPr>
            <p:spPr>
              <a:xfrm>
                <a:off x="1904" y="2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3" name="Rectangle 150"/>
              <p:cNvSpPr/>
              <p:nvPr/>
            </p:nvSpPr>
            <p:spPr>
              <a:xfrm>
                <a:off x="1909" y="25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4" name="Rectangle 151"/>
              <p:cNvSpPr/>
              <p:nvPr/>
            </p:nvSpPr>
            <p:spPr>
              <a:xfrm>
                <a:off x="1914" y="25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5" name="Rectangle 152"/>
              <p:cNvSpPr/>
              <p:nvPr/>
            </p:nvSpPr>
            <p:spPr>
              <a:xfrm>
                <a:off x="1919" y="258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6" name="Rectangle 153"/>
              <p:cNvSpPr/>
              <p:nvPr/>
            </p:nvSpPr>
            <p:spPr>
              <a:xfrm>
                <a:off x="1930" y="25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7" name="Rectangle 154"/>
              <p:cNvSpPr/>
              <p:nvPr/>
            </p:nvSpPr>
            <p:spPr>
              <a:xfrm>
                <a:off x="1935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8" name="Rectangle 155"/>
              <p:cNvSpPr/>
              <p:nvPr/>
            </p:nvSpPr>
            <p:spPr>
              <a:xfrm>
                <a:off x="1940" y="2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39" name="Rectangle 156"/>
              <p:cNvSpPr/>
              <p:nvPr/>
            </p:nvSpPr>
            <p:spPr>
              <a:xfrm>
                <a:off x="1945" y="25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0" name="Rectangle 157"/>
              <p:cNvSpPr/>
              <p:nvPr/>
            </p:nvSpPr>
            <p:spPr>
              <a:xfrm>
                <a:off x="1955" y="256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1" name="Rectangle 158"/>
              <p:cNvSpPr/>
              <p:nvPr/>
            </p:nvSpPr>
            <p:spPr>
              <a:xfrm>
                <a:off x="1961" y="25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2" name="Rectangle 159"/>
              <p:cNvSpPr/>
              <p:nvPr/>
            </p:nvSpPr>
            <p:spPr>
              <a:xfrm>
                <a:off x="1966" y="25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3" name="Rectangle 160"/>
              <p:cNvSpPr/>
              <p:nvPr/>
            </p:nvSpPr>
            <p:spPr>
              <a:xfrm>
                <a:off x="1971" y="254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4" name="Rectangle 161"/>
              <p:cNvSpPr/>
              <p:nvPr/>
            </p:nvSpPr>
            <p:spPr>
              <a:xfrm>
                <a:off x="1981" y="25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5" name="Rectangle 162"/>
              <p:cNvSpPr/>
              <p:nvPr/>
            </p:nvSpPr>
            <p:spPr>
              <a:xfrm>
                <a:off x="1986" y="2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6" name="Rectangle 163"/>
              <p:cNvSpPr/>
              <p:nvPr/>
            </p:nvSpPr>
            <p:spPr>
              <a:xfrm>
                <a:off x="1991" y="253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7" name="Rectangle 164"/>
              <p:cNvSpPr/>
              <p:nvPr/>
            </p:nvSpPr>
            <p:spPr>
              <a:xfrm>
                <a:off x="1997" y="25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8" name="Rectangle 165"/>
              <p:cNvSpPr/>
              <p:nvPr/>
            </p:nvSpPr>
            <p:spPr>
              <a:xfrm>
                <a:off x="2007" y="25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49" name="Rectangle 166"/>
              <p:cNvSpPr/>
              <p:nvPr/>
            </p:nvSpPr>
            <p:spPr>
              <a:xfrm>
                <a:off x="2012" y="25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0" name="Rectangle 167"/>
              <p:cNvSpPr/>
              <p:nvPr/>
            </p:nvSpPr>
            <p:spPr>
              <a:xfrm>
                <a:off x="2017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1" name="Rectangle 168"/>
              <p:cNvSpPr/>
              <p:nvPr/>
            </p:nvSpPr>
            <p:spPr>
              <a:xfrm>
                <a:off x="2022" y="250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2" name="Rectangle 169"/>
              <p:cNvSpPr/>
              <p:nvPr/>
            </p:nvSpPr>
            <p:spPr>
              <a:xfrm>
                <a:off x="2033" y="25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3" name="Rectangle 170"/>
              <p:cNvSpPr/>
              <p:nvPr/>
            </p:nvSpPr>
            <p:spPr>
              <a:xfrm>
                <a:off x="2038" y="24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4" name="Rectangle 171"/>
              <p:cNvSpPr/>
              <p:nvPr/>
            </p:nvSpPr>
            <p:spPr>
              <a:xfrm>
                <a:off x="2043" y="24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5" name="Rectangle 172"/>
              <p:cNvSpPr/>
              <p:nvPr/>
            </p:nvSpPr>
            <p:spPr>
              <a:xfrm>
                <a:off x="2048" y="24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6" name="Rectangle 173"/>
              <p:cNvSpPr/>
              <p:nvPr/>
            </p:nvSpPr>
            <p:spPr>
              <a:xfrm>
                <a:off x="2058" y="248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7" name="Rectangle 174"/>
              <p:cNvSpPr/>
              <p:nvPr/>
            </p:nvSpPr>
            <p:spPr>
              <a:xfrm>
                <a:off x="2064" y="247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8" name="Rectangle 175"/>
              <p:cNvSpPr/>
              <p:nvPr/>
            </p:nvSpPr>
            <p:spPr>
              <a:xfrm>
                <a:off x="2069" y="2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59" name="Rectangle 176"/>
              <p:cNvSpPr/>
              <p:nvPr/>
            </p:nvSpPr>
            <p:spPr>
              <a:xfrm>
                <a:off x="2074" y="24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0" name="Rectangle 177"/>
              <p:cNvSpPr/>
              <p:nvPr/>
            </p:nvSpPr>
            <p:spPr>
              <a:xfrm>
                <a:off x="2084" y="24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1" name="Rectangle 178"/>
              <p:cNvSpPr/>
              <p:nvPr/>
            </p:nvSpPr>
            <p:spPr>
              <a:xfrm>
                <a:off x="2089" y="245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2" name="Rectangle 179"/>
              <p:cNvSpPr/>
              <p:nvPr/>
            </p:nvSpPr>
            <p:spPr>
              <a:xfrm>
                <a:off x="2095" y="24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3" name="Rectangle 180"/>
              <p:cNvSpPr/>
              <p:nvPr/>
            </p:nvSpPr>
            <p:spPr>
              <a:xfrm>
                <a:off x="2105" y="244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4" name="Rectangle 181"/>
              <p:cNvSpPr/>
              <p:nvPr/>
            </p:nvSpPr>
            <p:spPr>
              <a:xfrm>
                <a:off x="2110" y="2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5" name="Rectangle 182"/>
              <p:cNvSpPr/>
              <p:nvPr/>
            </p:nvSpPr>
            <p:spPr>
              <a:xfrm>
                <a:off x="2115" y="24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6" name="Rectangle 183"/>
              <p:cNvSpPr/>
              <p:nvPr/>
            </p:nvSpPr>
            <p:spPr>
              <a:xfrm>
                <a:off x="2120" y="242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7" name="Rectangle 184"/>
              <p:cNvSpPr/>
              <p:nvPr/>
            </p:nvSpPr>
            <p:spPr>
              <a:xfrm>
                <a:off x="2131" y="24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8" name="Rectangle 185"/>
              <p:cNvSpPr/>
              <p:nvPr/>
            </p:nvSpPr>
            <p:spPr>
              <a:xfrm>
                <a:off x="2136" y="24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69" name="Rectangle 186"/>
              <p:cNvSpPr/>
              <p:nvPr/>
            </p:nvSpPr>
            <p:spPr>
              <a:xfrm>
                <a:off x="2141" y="24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0" name="Rectangle 187"/>
              <p:cNvSpPr/>
              <p:nvPr/>
            </p:nvSpPr>
            <p:spPr>
              <a:xfrm>
                <a:off x="2146" y="240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1" name="Rectangle 188"/>
              <p:cNvSpPr/>
              <p:nvPr/>
            </p:nvSpPr>
            <p:spPr>
              <a:xfrm>
                <a:off x="2156" y="240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2" name="Rectangle 189"/>
              <p:cNvSpPr/>
              <p:nvPr/>
            </p:nvSpPr>
            <p:spPr>
              <a:xfrm>
                <a:off x="2162" y="23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3" name="Rectangle 190"/>
              <p:cNvSpPr/>
              <p:nvPr/>
            </p:nvSpPr>
            <p:spPr>
              <a:xfrm>
                <a:off x="2167" y="23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4" name="Rectangle 191"/>
              <p:cNvSpPr/>
              <p:nvPr/>
            </p:nvSpPr>
            <p:spPr>
              <a:xfrm>
                <a:off x="2172" y="238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5" name="Rectangle 192"/>
              <p:cNvSpPr/>
              <p:nvPr/>
            </p:nvSpPr>
            <p:spPr>
              <a:xfrm>
                <a:off x="2182" y="23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6" name="Rectangle 193"/>
              <p:cNvSpPr/>
              <p:nvPr/>
            </p:nvSpPr>
            <p:spPr>
              <a:xfrm>
                <a:off x="2187" y="237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7" name="Rectangle 194"/>
              <p:cNvSpPr/>
              <p:nvPr/>
            </p:nvSpPr>
            <p:spPr>
              <a:xfrm>
                <a:off x="2193" y="2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8" name="Rectangle 195"/>
              <p:cNvSpPr/>
              <p:nvPr/>
            </p:nvSpPr>
            <p:spPr>
              <a:xfrm>
                <a:off x="2198" y="2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79" name="Rectangle 196"/>
              <p:cNvSpPr/>
              <p:nvPr/>
            </p:nvSpPr>
            <p:spPr>
              <a:xfrm>
                <a:off x="2208" y="23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0" name="Rectangle 197"/>
              <p:cNvSpPr/>
              <p:nvPr/>
            </p:nvSpPr>
            <p:spPr>
              <a:xfrm>
                <a:off x="2213" y="23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1" name="Rectangle 198"/>
              <p:cNvSpPr/>
              <p:nvPr/>
            </p:nvSpPr>
            <p:spPr>
              <a:xfrm>
                <a:off x="2218" y="23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2" name="Rectangle 199"/>
              <p:cNvSpPr/>
              <p:nvPr/>
            </p:nvSpPr>
            <p:spPr>
              <a:xfrm>
                <a:off x="2223" y="23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3" name="Rectangle 200"/>
              <p:cNvSpPr/>
              <p:nvPr/>
            </p:nvSpPr>
            <p:spPr>
              <a:xfrm>
                <a:off x="2234" y="234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4" name="Rectangle 201"/>
              <p:cNvSpPr/>
              <p:nvPr/>
            </p:nvSpPr>
            <p:spPr>
              <a:xfrm>
                <a:off x="2239" y="23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5" name="Rectangle 202"/>
              <p:cNvSpPr/>
              <p:nvPr/>
            </p:nvSpPr>
            <p:spPr>
              <a:xfrm>
                <a:off x="2244" y="23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6" name="Rectangle 203"/>
              <p:cNvSpPr/>
              <p:nvPr/>
            </p:nvSpPr>
            <p:spPr>
              <a:xfrm>
                <a:off x="2249" y="232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7" name="Rectangle 204"/>
              <p:cNvSpPr/>
              <p:nvPr/>
            </p:nvSpPr>
            <p:spPr>
              <a:xfrm>
                <a:off x="2260" y="23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8" name="Rectangle 205"/>
              <p:cNvSpPr/>
              <p:nvPr/>
            </p:nvSpPr>
            <p:spPr>
              <a:xfrm>
                <a:off x="2265" y="23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789" name="Rectangle 206"/>
              <p:cNvSpPr/>
              <p:nvPr/>
            </p:nvSpPr>
            <p:spPr>
              <a:xfrm>
                <a:off x="2270" y="23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79" name="Group 207"/>
            <p:cNvGrpSpPr/>
            <p:nvPr/>
          </p:nvGrpSpPr>
          <p:grpSpPr>
            <a:xfrm>
              <a:off x="966" y="2237"/>
              <a:ext cx="1402" cy="1041"/>
              <a:chOff x="966" y="2237"/>
              <a:chExt cx="1402" cy="1041"/>
            </a:xfrm>
          </p:grpSpPr>
          <p:sp>
            <p:nvSpPr>
              <p:cNvPr id="33390" name="Rectangle 208"/>
              <p:cNvSpPr/>
              <p:nvPr/>
            </p:nvSpPr>
            <p:spPr>
              <a:xfrm>
                <a:off x="2280" y="230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91" name="Rectangle 209"/>
              <p:cNvSpPr/>
              <p:nvPr/>
            </p:nvSpPr>
            <p:spPr>
              <a:xfrm>
                <a:off x="2285" y="2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92" name="Rectangle 210"/>
              <p:cNvSpPr/>
              <p:nvPr/>
            </p:nvSpPr>
            <p:spPr>
              <a:xfrm>
                <a:off x="2290" y="229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93" name="Rectangle 211"/>
              <p:cNvSpPr/>
              <p:nvPr/>
            </p:nvSpPr>
            <p:spPr>
              <a:xfrm>
                <a:off x="2296" y="22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94" name="Rectangle 212"/>
              <p:cNvSpPr/>
              <p:nvPr/>
            </p:nvSpPr>
            <p:spPr>
              <a:xfrm>
                <a:off x="2306" y="228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95" name="Rectangle 213"/>
              <p:cNvSpPr/>
              <p:nvPr/>
            </p:nvSpPr>
            <p:spPr>
              <a:xfrm>
                <a:off x="2311" y="22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96" name="Rectangle 214"/>
              <p:cNvSpPr/>
              <p:nvPr/>
            </p:nvSpPr>
            <p:spPr>
              <a:xfrm>
                <a:off x="2316" y="227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97" name="Rectangle 215"/>
              <p:cNvSpPr/>
              <p:nvPr/>
            </p:nvSpPr>
            <p:spPr>
              <a:xfrm>
                <a:off x="2321" y="226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98" name="Rectangle 216"/>
              <p:cNvSpPr/>
              <p:nvPr/>
            </p:nvSpPr>
            <p:spPr>
              <a:xfrm>
                <a:off x="2332" y="2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99" name="Rectangle 217"/>
              <p:cNvSpPr/>
              <p:nvPr/>
            </p:nvSpPr>
            <p:spPr>
              <a:xfrm>
                <a:off x="2337" y="22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0" name="Rectangle 218"/>
              <p:cNvSpPr/>
              <p:nvPr/>
            </p:nvSpPr>
            <p:spPr>
              <a:xfrm>
                <a:off x="2342" y="22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1" name="Rectangle 219"/>
              <p:cNvSpPr/>
              <p:nvPr/>
            </p:nvSpPr>
            <p:spPr>
              <a:xfrm>
                <a:off x="2347" y="22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2" name="Rectangle 220"/>
              <p:cNvSpPr/>
              <p:nvPr/>
            </p:nvSpPr>
            <p:spPr>
              <a:xfrm>
                <a:off x="2357" y="224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3" name="Rectangle 221"/>
              <p:cNvSpPr/>
              <p:nvPr/>
            </p:nvSpPr>
            <p:spPr>
              <a:xfrm>
                <a:off x="2363" y="223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4" name="Rectangle 222"/>
              <p:cNvSpPr/>
              <p:nvPr/>
            </p:nvSpPr>
            <p:spPr>
              <a:xfrm>
                <a:off x="966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5" name="Rectangle 223"/>
              <p:cNvSpPr/>
              <p:nvPr/>
            </p:nvSpPr>
            <p:spPr>
              <a:xfrm>
                <a:off x="971" y="322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6" name="Rectangle 224"/>
              <p:cNvSpPr/>
              <p:nvPr/>
            </p:nvSpPr>
            <p:spPr>
              <a:xfrm>
                <a:off x="981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7" name="Rectangle 225"/>
              <p:cNvSpPr/>
              <p:nvPr/>
            </p:nvSpPr>
            <p:spPr>
              <a:xfrm>
                <a:off x="991" y="323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8" name="Rectangle 226"/>
              <p:cNvSpPr/>
              <p:nvPr/>
            </p:nvSpPr>
            <p:spPr>
              <a:xfrm>
                <a:off x="1002" y="32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09" name="Rectangle 227"/>
              <p:cNvSpPr/>
              <p:nvPr/>
            </p:nvSpPr>
            <p:spPr>
              <a:xfrm>
                <a:off x="1012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0" name="Rectangle 228"/>
              <p:cNvSpPr/>
              <p:nvPr/>
            </p:nvSpPr>
            <p:spPr>
              <a:xfrm>
                <a:off x="1017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1" name="Rectangle 229"/>
              <p:cNvSpPr/>
              <p:nvPr/>
            </p:nvSpPr>
            <p:spPr>
              <a:xfrm>
                <a:off x="1027" y="325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2" name="Rectangle 230"/>
              <p:cNvSpPr/>
              <p:nvPr/>
            </p:nvSpPr>
            <p:spPr>
              <a:xfrm>
                <a:off x="1038" y="3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3" name="Rectangle 231"/>
              <p:cNvSpPr/>
              <p:nvPr/>
            </p:nvSpPr>
            <p:spPr>
              <a:xfrm>
                <a:off x="1048" y="32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4" name="Rectangle 232"/>
              <p:cNvSpPr/>
              <p:nvPr/>
            </p:nvSpPr>
            <p:spPr>
              <a:xfrm>
                <a:off x="1058" y="32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5" name="Rectangle 233"/>
              <p:cNvSpPr/>
              <p:nvPr/>
            </p:nvSpPr>
            <p:spPr>
              <a:xfrm>
                <a:off x="966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6" name="Rectangle 234"/>
              <p:cNvSpPr/>
              <p:nvPr/>
            </p:nvSpPr>
            <p:spPr>
              <a:xfrm>
                <a:off x="971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7" name="Rectangle 235"/>
              <p:cNvSpPr/>
              <p:nvPr/>
            </p:nvSpPr>
            <p:spPr>
              <a:xfrm>
                <a:off x="976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8" name="Rectangle 236"/>
              <p:cNvSpPr/>
              <p:nvPr/>
            </p:nvSpPr>
            <p:spPr>
              <a:xfrm>
                <a:off x="986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19" name="Rectangle 237"/>
              <p:cNvSpPr/>
              <p:nvPr/>
            </p:nvSpPr>
            <p:spPr>
              <a:xfrm>
                <a:off x="991" y="3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0" name="Rectangle 238"/>
              <p:cNvSpPr/>
              <p:nvPr/>
            </p:nvSpPr>
            <p:spPr>
              <a:xfrm>
                <a:off x="996" y="319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1" name="Rectangle 239"/>
              <p:cNvSpPr/>
              <p:nvPr/>
            </p:nvSpPr>
            <p:spPr>
              <a:xfrm>
                <a:off x="1002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2" name="Rectangle 240"/>
              <p:cNvSpPr/>
              <p:nvPr/>
            </p:nvSpPr>
            <p:spPr>
              <a:xfrm>
                <a:off x="1012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3" name="Rectangle 241"/>
              <p:cNvSpPr/>
              <p:nvPr/>
            </p:nvSpPr>
            <p:spPr>
              <a:xfrm>
                <a:off x="1017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4" name="Rectangle 242"/>
              <p:cNvSpPr/>
              <p:nvPr/>
            </p:nvSpPr>
            <p:spPr>
              <a:xfrm>
                <a:off x="1022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5" name="Rectangle 243"/>
              <p:cNvSpPr/>
              <p:nvPr/>
            </p:nvSpPr>
            <p:spPr>
              <a:xfrm>
                <a:off x="1027" y="31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6" name="Rectangle 244"/>
              <p:cNvSpPr/>
              <p:nvPr/>
            </p:nvSpPr>
            <p:spPr>
              <a:xfrm>
                <a:off x="1038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7" name="Rectangle 245"/>
              <p:cNvSpPr/>
              <p:nvPr/>
            </p:nvSpPr>
            <p:spPr>
              <a:xfrm>
                <a:off x="1043" y="31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8" name="Rectangle 246"/>
              <p:cNvSpPr/>
              <p:nvPr/>
            </p:nvSpPr>
            <p:spPr>
              <a:xfrm>
                <a:off x="1048" y="315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29" name="Rectangle 247"/>
              <p:cNvSpPr/>
              <p:nvPr/>
            </p:nvSpPr>
            <p:spPr>
              <a:xfrm>
                <a:off x="1053" y="31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0" name="Rectangle 248"/>
              <p:cNvSpPr/>
              <p:nvPr/>
            </p:nvSpPr>
            <p:spPr>
              <a:xfrm>
                <a:off x="1063" y="314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1" name="Rectangle 249"/>
              <p:cNvSpPr/>
              <p:nvPr/>
            </p:nvSpPr>
            <p:spPr>
              <a:xfrm>
                <a:off x="1069" y="31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2" name="Rectangle 250"/>
              <p:cNvSpPr/>
              <p:nvPr/>
            </p:nvSpPr>
            <p:spPr>
              <a:xfrm>
                <a:off x="1074" y="31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3" name="Rectangle 251"/>
              <p:cNvSpPr/>
              <p:nvPr/>
            </p:nvSpPr>
            <p:spPr>
              <a:xfrm>
                <a:off x="1084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4" name="Rectangle 252"/>
              <p:cNvSpPr/>
              <p:nvPr/>
            </p:nvSpPr>
            <p:spPr>
              <a:xfrm>
                <a:off x="1089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5" name="Rectangle 253"/>
              <p:cNvSpPr/>
              <p:nvPr/>
            </p:nvSpPr>
            <p:spPr>
              <a:xfrm>
                <a:off x="1094" y="311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6" name="Rectangle 254"/>
              <p:cNvSpPr/>
              <p:nvPr/>
            </p:nvSpPr>
            <p:spPr>
              <a:xfrm>
                <a:off x="1100" y="31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7" name="Rectangle 255"/>
              <p:cNvSpPr/>
              <p:nvPr/>
            </p:nvSpPr>
            <p:spPr>
              <a:xfrm>
                <a:off x="1110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8" name="Rectangle 256"/>
              <p:cNvSpPr/>
              <p:nvPr/>
            </p:nvSpPr>
            <p:spPr>
              <a:xfrm>
                <a:off x="1115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39" name="Rectangle 257"/>
              <p:cNvSpPr/>
              <p:nvPr/>
            </p:nvSpPr>
            <p:spPr>
              <a:xfrm>
                <a:off x="1120" y="30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0" name="Rectangle 258"/>
              <p:cNvSpPr/>
              <p:nvPr/>
            </p:nvSpPr>
            <p:spPr>
              <a:xfrm>
                <a:off x="1125" y="309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1" name="Rectangle 259"/>
              <p:cNvSpPr/>
              <p:nvPr/>
            </p:nvSpPr>
            <p:spPr>
              <a:xfrm>
                <a:off x="1136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2" name="Rectangle 260"/>
              <p:cNvSpPr/>
              <p:nvPr/>
            </p:nvSpPr>
            <p:spPr>
              <a:xfrm>
                <a:off x="1141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3" name="Rectangle 261"/>
              <p:cNvSpPr/>
              <p:nvPr/>
            </p:nvSpPr>
            <p:spPr>
              <a:xfrm>
                <a:off x="1146" y="30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4" name="Rectangle 262"/>
              <p:cNvSpPr/>
              <p:nvPr/>
            </p:nvSpPr>
            <p:spPr>
              <a:xfrm>
                <a:off x="1151" y="30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5" name="Rectangle 263"/>
              <p:cNvSpPr/>
              <p:nvPr/>
            </p:nvSpPr>
            <p:spPr>
              <a:xfrm>
                <a:off x="1161" y="306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6" name="Rectangle 264"/>
              <p:cNvSpPr/>
              <p:nvPr/>
            </p:nvSpPr>
            <p:spPr>
              <a:xfrm>
                <a:off x="1167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7" name="Rectangle 265"/>
              <p:cNvSpPr/>
              <p:nvPr/>
            </p:nvSpPr>
            <p:spPr>
              <a:xfrm>
                <a:off x="1172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8" name="Rectangle 266"/>
              <p:cNvSpPr/>
              <p:nvPr/>
            </p:nvSpPr>
            <p:spPr>
              <a:xfrm>
                <a:off x="1177" y="30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49" name="Rectangle 267"/>
              <p:cNvSpPr/>
              <p:nvPr/>
            </p:nvSpPr>
            <p:spPr>
              <a:xfrm>
                <a:off x="1187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0" name="Rectangle 268"/>
              <p:cNvSpPr/>
              <p:nvPr/>
            </p:nvSpPr>
            <p:spPr>
              <a:xfrm>
                <a:off x="1192" y="304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1" name="Rectangle 269"/>
              <p:cNvSpPr/>
              <p:nvPr/>
            </p:nvSpPr>
            <p:spPr>
              <a:xfrm>
                <a:off x="1198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2" name="Rectangle 270"/>
              <p:cNvSpPr/>
              <p:nvPr/>
            </p:nvSpPr>
            <p:spPr>
              <a:xfrm>
                <a:off x="1203" y="30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3" name="Rectangle 271"/>
              <p:cNvSpPr/>
              <p:nvPr/>
            </p:nvSpPr>
            <p:spPr>
              <a:xfrm>
                <a:off x="1213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4" name="Rectangle 272"/>
              <p:cNvSpPr/>
              <p:nvPr/>
            </p:nvSpPr>
            <p:spPr>
              <a:xfrm>
                <a:off x="1218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5" name="Rectangle 273"/>
              <p:cNvSpPr/>
              <p:nvPr/>
            </p:nvSpPr>
            <p:spPr>
              <a:xfrm>
                <a:off x="1223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6" name="Rectangle 274"/>
              <p:cNvSpPr/>
              <p:nvPr/>
            </p:nvSpPr>
            <p:spPr>
              <a:xfrm>
                <a:off x="1228" y="301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7" name="Rectangle 275"/>
              <p:cNvSpPr/>
              <p:nvPr/>
            </p:nvSpPr>
            <p:spPr>
              <a:xfrm>
                <a:off x="1239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8" name="Rectangle 276"/>
              <p:cNvSpPr/>
              <p:nvPr/>
            </p:nvSpPr>
            <p:spPr>
              <a:xfrm>
                <a:off x="1244" y="30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59" name="Rectangle 277"/>
              <p:cNvSpPr/>
              <p:nvPr/>
            </p:nvSpPr>
            <p:spPr>
              <a:xfrm>
                <a:off x="1249" y="29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0" name="Rectangle 278"/>
              <p:cNvSpPr/>
              <p:nvPr/>
            </p:nvSpPr>
            <p:spPr>
              <a:xfrm>
                <a:off x="1259" y="299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1" name="Rectangle 279"/>
              <p:cNvSpPr/>
              <p:nvPr/>
            </p:nvSpPr>
            <p:spPr>
              <a:xfrm>
                <a:off x="1265" y="298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2" name="Rectangle 280"/>
              <p:cNvSpPr/>
              <p:nvPr/>
            </p:nvSpPr>
            <p:spPr>
              <a:xfrm>
                <a:off x="1270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3" name="Rectangle 281"/>
              <p:cNvSpPr/>
              <p:nvPr/>
            </p:nvSpPr>
            <p:spPr>
              <a:xfrm>
                <a:off x="1275" y="29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4" name="Rectangle 282"/>
              <p:cNvSpPr/>
              <p:nvPr/>
            </p:nvSpPr>
            <p:spPr>
              <a:xfrm>
                <a:off x="1285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5" name="Rectangle 283"/>
              <p:cNvSpPr/>
              <p:nvPr/>
            </p:nvSpPr>
            <p:spPr>
              <a:xfrm>
                <a:off x="1290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6" name="Rectangle 284"/>
              <p:cNvSpPr/>
              <p:nvPr/>
            </p:nvSpPr>
            <p:spPr>
              <a:xfrm>
                <a:off x="1295" y="295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7" name="Rectangle 285"/>
              <p:cNvSpPr/>
              <p:nvPr/>
            </p:nvSpPr>
            <p:spPr>
              <a:xfrm>
                <a:off x="1301" y="295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8" name="Rectangle 286"/>
              <p:cNvSpPr/>
              <p:nvPr/>
            </p:nvSpPr>
            <p:spPr>
              <a:xfrm>
                <a:off x="1311" y="29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69" name="Rectangle 287"/>
              <p:cNvSpPr/>
              <p:nvPr/>
            </p:nvSpPr>
            <p:spPr>
              <a:xfrm>
                <a:off x="1316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0" name="Rectangle 288"/>
              <p:cNvSpPr/>
              <p:nvPr/>
            </p:nvSpPr>
            <p:spPr>
              <a:xfrm>
                <a:off x="1321" y="29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1" name="Rectangle 289"/>
              <p:cNvSpPr/>
              <p:nvPr/>
            </p:nvSpPr>
            <p:spPr>
              <a:xfrm>
                <a:off x="1326" y="293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2" name="Rectangle 290"/>
              <p:cNvSpPr/>
              <p:nvPr/>
            </p:nvSpPr>
            <p:spPr>
              <a:xfrm>
                <a:off x="1337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3" name="Rectangle 291"/>
              <p:cNvSpPr/>
              <p:nvPr/>
            </p:nvSpPr>
            <p:spPr>
              <a:xfrm>
                <a:off x="1342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4" name="Rectangle 292"/>
              <p:cNvSpPr/>
              <p:nvPr/>
            </p:nvSpPr>
            <p:spPr>
              <a:xfrm>
                <a:off x="1347" y="291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5" name="Rectangle 293"/>
              <p:cNvSpPr/>
              <p:nvPr/>
            </p:nvSpPr>
            <p:spPr>
              <a:xfrm>
                <a:off x="1352" y="29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6" name="Rectangle 294"/>
              <p:cNvSpPr/>
              <p:nvPr/>
            </p:nvSpPr>
            <p:spPr>
              <a:xfrm>
                <a:off x="1362" y="290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7" name="Rectangle 295"/>
              <p:cNvSpPr/>
              <p:nvPr/>
            </p:nvSpPr>
            <p:spPr>
              <a:xfrm>
                <a:off x="1368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8" name="Rectangle 296"/>
              <p:cNvSpPr/>
              <p:nvPr/>
            </p:nvSpPr>
            <p:spPr>
              <a:xfrm>
                <a:off x="1373" y="28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79" name="Rectangle 297"/>
              <p:cNvSpPr/>
              <p:nvPr/>
            </p:nvSpPr>
            <p:spPr>
              <a:xfrm>
                <a:off x="1378" y="28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0" name="Rectangle 298"/>
              <p:cNvSpPr/>
              <p:nvPr/>
            </p:nvSpPr>
            <p:spPr>
              <a:xfrm>
                <a:off x="1388" y="288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1" name="Rectangle 299"/>
              <p:cNvSpPr/>
              <p:nvPr/>
            </p:nvSpPr>
            <p:spPr>
              <a:xfrm>
                <a:off x="1393" y="288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2" name="Rectangle 300"/>
              <p:cNvSpPr/>
              <p:nvPr/>
            </p:nvSpPr>
            <p:spPr>
              <a:xfrm>
                <a:off x="1399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3" name="Rectangle 301"/>
              <p:cNvSpPr/>
              <p:nvPr/>
            </p:nvSpPr>
            <p:spPr>
              <a:xfrm>
                <a:off x="1404" y="28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4" name="Rectangle 302"/>
              <p:cNvSpPr/>
              <p:nvPr/>
            </p:nvSpPr>
            <p:spPr>
              <a:xfrm>
                <a:off x="1414" y="28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5" name="Rectangle 303"/>
              <p:cNvSpPr/>
              <p:nvPr/>
            </p:nvSpPr>
            <p:spPr>
              <a:xfrm>
                <a:off x="1419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6" name="Rectangle 304"/>
              <p:cNvSpPr/>
              <p:nvPr/>
            </p:nvSpPr>
            <p:spPr>
              <a:xfrm>
                <a:off x="1424" y="285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7" name="Rectangle 305"/>
              <p:cNvSpPr/>
              <p:nvPr/>
            </p:nvSpPr>
            <p:spPr>
              <a:xfrm>
                <a:off x="1430" y="285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8" name="Rectangle 306"/>
              <p:cNvSpPr/>
              <p:nvPr/>
            </p:nvSpPr>
            <p:spPr>
              <a:xfrm>
                <a:off x="1440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89" name="Rectangle 307"/>
              <p:cNvSpPr/>
              <p:nvPr/>
            </p:nvSpPr>
            <p:spPr>
              <a:xfrm>
                <a:off x="1445" y="28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0" name="Rectangle 308"/>
              <p:cNvSpPr/>
              <p:nvPr/>
            </p:nvSpPr>
            <p:spPr>
              <a:xfrm>
                <a:off x="1450" y="28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1" name="Rectangle 309"/>
              <p:cNvSpPr/>
              <p:nvPr/>
            </p:nvSpPr>
            <p:spPr>
              <a:xfrm>
                <a:off x="1460" y="283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2" name="Rectangle 310"/>
              <p:cNvSpPr/>
              <p:nvPr/>
            </p:nvSpPr>
            <p:spPr>
              <a:xfrm>
                <a:off x="1466" y="28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3" name="Rectangle 311"/>
              <p:cNvSpPr/>
              <p:nvPr/>
            </p:nvSpPr>
            <p:spPr>
              <a:xfrm>
                <a:off x="1471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4" name="Rectangle 312"/>
              <p:cNvSpPr/>
              <p:nvPr/>
            </p:nvSpPr>
            <p:spPr>
              <a:xfrm>
                <a:off x="1476" y="281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5" name="Rectangle 313"/>
              <p:cNvSpPr/>
              <p:nvPr/>
            </p:nvSpPr>
            <p:spPr>
              <a:xfrm>
                <a:off x="1486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6" name="Rectangle 314"/>
              <p:cNvSpPr/>
              <p:nvPr/>
            </p:nvSpPr>
            <p:spPr>
              <a:xfrm>
                <a:off x="1491" y="280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7" name="Rectangle 315"/>
              <p:cNvSpPr/>
              <p:nvPr/>
            </p:nvSpPr>
            <p:spPr>
              <a:xfrm>
                <a:off x="1497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8" name="Rectangle 316"/>
              <p:cNvSpPr/>
              <p:nvPr/>
            </p:nvSpPr>
            <p:spPr>
              <a:xfrm>
                <a:off x="1502" y="27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499" name="Rectangle 317"/>
              <p:cNvSpPr/>
              <p:nvPr/>
            </p:nvSpPr>
            <p:spPr>
              <a:xfrm>
                <a:off x="1512" y="27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0" name="Rectangle 318"/>
              <p:cNvSpPr/>
              <p:nvPr/>
            </p:nvSpPr>
            <p:spPr>
              <a:xfrm>
                <a:off x="1517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1" name="Rectangle 319"/>
              <p:cNvSpPr/>
              <p:nvPr/>
            </p:nvSpPr>
            <p:spPr>
              <a:xfrm>
                <a:off x="1522" y="2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2" name="Rectangle 320"/>
              <p:cNvSpPr/>
              <p:nvPr/>
            </p:nvSpPr>
            <p:spPr>
              <a:xfrm>
                <a:off x="1527" y="277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3" name="Rectangle 321"/>
              <p:cNvSpPr/>
              <p:nvPr/>
            </p:nvSpPr>
            <p:spPr>
              <a:xfrm>
                <a:off x="1538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4" name="Rectangle 322"/>
              <p:cNvSpPr/>
              <p:nvPr/>
            </p:nvSpPr>
            <p:spPr>
              <a:xfrm>
                <a:off x="1543" y="27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5" name="Rectangle 323"/>
              <p:cNvSpPr/>
              <p:nvPr/>
            </p:nvSpPr>
            <p:spPr>
              <a:xfrm>
                <a:off x="1548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6" name="Rectangle 324"/>
              <p:cNvSpPr/>
              <p:nvPr/>
            </p:nvSpPr>
            <p:spPr>
              <a:xfrm>
                <a:off x="1553" y="275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7" name="Rectangle 325"/>
              <p:cNvSpPr/>
              <p:nvPr/>
            </p:nvSpPr>
            <p:spPr>
              <a:xfrm>
                <a:off x="1564" y="274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8" name="Rectangle 326"/>
              <p:cNvSpPr/>
              <p:nvPr/>
            </p:nvSpPr>
            <p:spPr>
              <a:xfrm>
                <a:off x="1569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09" name="Rectangle 327"/>
              <p:cNvSpPr/>
              <p:nvPr/>
            </p:nvSpPr>
            <p:spPr>
              <a:xfrm>
                <a:off x="1574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0" name="Rectangle 328"/>
              <p:cNvSpPr/>
              <p:nvPr/>
            </p:nvSpPr>
            <p:spPr>
              <a:xfrm>
                <a:off x="1579" y="27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1" name="Rectangle 329"/>
              <p:cNvSpPr/>
              <p:nvPr/>
            </p:nvSpPr>
            <p:spPr>
              <a:xfrm>
                <a:off x="1589" y="272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2" name="Rectangle 330"/>
              <p:cNvSpPr/>
              <p:nvPr/>
            </p:nvSpPr>
            <p:spPr>
              <a:xfrm>
                <a:off x="1594" y="272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3" name="Rectangle 331"/>
              <p:cNvSpPr/>
              <p:nvPr/>
            </p:nvSpPr>
            <p:spPr>
              <a:xfrm>
                <a:off x="1600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4" name="Rectangle 332"/>
              <p:cNvSpPr/>
              <p:nvPr/>
            </p:nvSpPr>
            <p:spPr>
              <a:xfrm>
                <a:off x="1605" y="27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5" name="Rectangle 333"/>
              <p:cNvSpPr/>
              <p:nvPr/>
            </p:nvSpPr>
            <p:spPr>
              <a:xfrm>
                <a:off x="1615" y="2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6" name="Rectangle 334"/>
              <p:cNvSpPr/>
              <p:nvPr/>
            </p:nvSpPr>
            <p:spPr>
              <a:xfrm>
                <a:off x="1620" y="27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7" name="Rectangle 335"/>
              <p:cNvSpPr/>
              <p:nvPr/>
            </p:nvSpPr>
            <p:spPr>
              <a:xfrm>
                <a:off x="1625" y="269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8" name="Rectangle 336"/>
              <p:cNvSpPr/>
              <p:nvPr/>
            </p:nvSpPr>
            <p:spPr>
              <a:xfrm>
                <a:off x="1636" y="26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19" name="Rectangle 337"/>
              <p:cNvSpPr/>
              <p:nvPr/>
            </p:nvSpPr>
            <p:spPr>
              <a:xfrm>
                <a:off x="1641" y="26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0" name="Rectangle 338"/>
              <p:cNvSpPr/>
              <p:nvPr/>
            </p:nvSpPr>
            <p:spPr>
              <a:xfrm>
                <a:off x="1646" y="268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1" name="Rectangle 339"/>
              <p:cNvSpPr/>
              <p:nvPr/>
            </p:nvSpPr>
            <p:spPr>
              <a:xfrm>
                <a:off x="1651" y="267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2" name="Rectangle 340"/>
              <p:cNvSpPr/>
              <p:nvPr/>
            </p:nvSpPr>
            <p:spPr>
              <a:xfrm>
                <a:off x="1662" y="26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3" name="Rectangle 341"/>
              <p:cNvSpPr/>
              <p:nvPr/>
            </p:nvSpPr>
            <p:spPr>
              <a:xfrm>
                <a:off x="1667" y="26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4" name="Rectangle 342"/>
              <p:cNvSpPr/>
              <p:nvPr/>
            </p:nvSpPr>
            <p:spPr>
              <a:xfrm>
                <a:off x="1672" y="26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5" name="Rectangle 343"/>
              <p:cNvSpPr/>
              <p:nvPr/>
            </p:nvSpPr>
            <p:spPr>
              <a:xfrm>
                <a:off x="1677" y="26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6" name="Rectangle 344"/>
              <p:cNvSpPr/>
              <p:nvPr/>
            </p:nvSpPr>
            <p:spPr>
              <a:xfrm>
                <a:off x="1687" y="26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7" name="Rectangle 345"/>
              <p:cNvSpPr/>
              <p:nvPr/>
            </p:nvSpPr>
            <p:spPr>
              <a:xfrm>
                <a:off x="1692" y="2644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8" name="Rectangle 346"/>
              <p:cNvSpPr/>
              <p:nvPr/>
            </p:nvSpPr>
            <p:spPr>
              <a:xfrm>
                <a:off x="1698" y="26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29" name="Rectangle 347"/>
              <p:cNvSpPr/>
              <p:nvPr/>
            </p:nvSpPr>
            <p:spPr>
              <a:xfrm>
                <a:off x="1703" y="26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0" name="Rectangle 348"/>
              <p:cNvSpPr/>
              <p:nvPr/>
            </p:nvSpPr>
            <p:spPr>
              <a:xfrm>
                <a:off x="1713" y="26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1" name="Rectangle 349"/>
              <p:cNvSpPr/>
              <p:nvPr/>
            </p:nvSpPr>
            <p:spPr>
              <a:xfrm>
                <a:off x="1718" y="26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2" name="Rectangle 350"/>
              <p:cNvSpPr/>
              <p:nvPr/>
            </p:nvSpPr>
            <p:spPr>
              <a:xfrm>
                <a:off x="1723" y="261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3" name="Rectangle 351"/>
              <p:cNvSpPr/>
              <p:nvPr/>
            </p:nvSpPr>
            <p:spPr>
              <a:xfrm>
                <a:off x="1729" y="261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4" name="Rectangle 352"/>
              <p:cNvSpPr/>
              <p:nvPr/>
            </p:nvSpPr>
            <p:spPr>
              <a:xfrm>
                <a:off x="1739" y="2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5" name="Rectangle 353"/>
              <p:cNvSpPr/>
              <p:nvPr/>
            </p:nvSpPr>
            <p:spPr>
              <a:xfrm>
                <a:off x="1744" y="2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6" name="Rectangle 354"/>
              <p:cNvSpPr/>
              <p:nvPr/>
            </p:nvSpPr>
            <p:spPr>
              <a:xfrm>
                <a:off x="1749" y="25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7" name="Rectangle 355"/>
              <p:cNvSpPr/>
              <p:nvPr/>
            </p:nvSpPr>
            <p:spPr>
              <a:xfrm>
                <a:off x="1754" y="259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8" name="Rectangle 356"/>
              <p:cNvSpPr/>
              <p:nvPr/>
            </p:nvSpPr>
            <p:spPr>
              <a:xfrm>
                <a:off x="1765" y="25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39" name="Rectangle 357"/>
              <p:cNvSpPr/>
              <p:nvPr/>
            </p:nvSpPr>
            <p:spPr>
              <a:xfrm>
                <a:off x="1770" y="25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0" name="Rectangle 358"/>
              <p:cNvSpPr/>
              <p:nvPr/>
            </p:nvSpPr>
            <p:spPr>
              <a:xfrm>
                <a:off x="1775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1" name="Rectangle 359"/>
              <p:cNvSpPr/>
              <p:nvPr/>
            </p:nvSpPr>
            <p:spPr>
              <a:xfrm>
                <a:off x="1780" y="25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2" name="Rectangle 360"/>
              <p:cNvSpPr/>
              <p:nvPr/>
            </p:nvSpPr>
            <p:spPr>
              <a:xfrm>
                <a:off x="1790" y="256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3" name="Rectangle 361"/>
              <p:cNvSpPr/>
              <p:nvPr/>
            </p:nvSpPr>
            <p:spPr>
              <a:xfrm>
                <a:off x="1796" y="25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4" name="Rectangle 362"/>
              <p:cNvSpPr/>
              <p:nvPr/>
            </p:nvSpPr>
            <p:spPr>
              <a:xfrm>
                <a:off x="1801" y="255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5" name="Rectangle 363"/>
              <p:cNvSpPr/>
              <p:nvPr/>
            </p:nvSpPr>
            <p:spPr>
              <a:xfrm>
                <a:off x="1811" y="25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6" name="Rectangle 364"/>
              <p:cNvSpPr/>
              <p:nvPr/>
            </p:nvSpPr>
            <p:spPr>
              <a:xfrm>
                <a:off x="1816" y="254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7" name="Rectangle 365"/>
              <p:cNvSpPr/>
              <p:nvPr/>
            </p:nvSpPr>
            <p:spPr>
              <a:xfrm>
                <a:off x="1821" y="25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8" name="Rectangle 366"/>
              <p:cNvSpPr/>
              <p:nvPr/>
            </p:nvSpPr>
            <p:spPr>
              <a:xfrm>
                <a:off x="1826" y="253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49" name="Rectangle 367"/>
              <p:cNvSpPr/>
              <p:nvPr/>
            </p:nvSpPr>
            <p:spPr>
              <a:xfrm>
                <a:off x="1837" y="25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0" name="Rectangle 368"/>
              <p:cNvSpPr/>
              <p:nvPr/>
            </p:nvSpPr>
            <p:spPr>
              <a:xfrm>
                <a:off x="1842" y="25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1" name="Rectangle 369"/>
              <p:cNvSpPr/>
              <p:nvPr/>
            </p:nvSpPr>
            <p:spPr>
              <a:xfrm>
                <a:off x="1847" y="25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2" name="Rectangle 370"/>
              <p:cNvSpPr/>
              <p:nvPr/>
            </p:nvSpPr>
            <p:spPr>
              <a:xfrm>
                <a:off x="1852" y="251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3" name="Rectangle 371"/>
              <p:cNvSpPr/>
              <p:nvPr/>
            </p:nvSpPr>
            <p:spPr>
              <a:xfrm>
                <a:off x="1863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4" name="Rectangle 372"/>
              <p:cNvSpPr/>
              <p:nvPr/>
            </p:nvSpPr>
            <p:spPr>
              <a:xfrm>
                <a:off x="1868" y="2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5" name="Rectangle 373"/>
              <p:cNvSpPr/>
              <p:nvPr/>
            </p:nvSpPr>
            <p:spPr>
              <a:xfrm>
                <a:off x="1873" y="25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6" name="Rectangle 374"/>
              <p:cNvSpPr/>
              <p:nvPr/>
            </p:nvSpPr>
            <p:spPr>
              <a:xfrm>
                <a:off x="1878" y="24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7" name="Rectangle 375"/>
              <p:cNvSpPr/>
              <p:nvPr/>
            </p:nvSpPr>
            <p:spPr>
              <a:xfrm>
                <a:off x="1888" y="249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8" name="Rectangle 376"/>
              <p:cNvSpPr/>
              <p:nvPr/>
            </p:nvSpPr>
            <p:spPr>
              <a:xfrm>
                <a:off x="1894" y="24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59" name="Rectangle 377"/>
              <p:cNvSpPr/>
              <p:nvPr/>
            </p:nvSpPr>
            <p:spPr>
              <a:xfrm>
                <a:off x="1899" y="24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0" name="Rectangle 378"/>
              <p:cNvSpPr/>
              <p:nvPr/>
            </p:nvSpPr>
            <p:spPr>
              <a:xfrm>
                <a:off x="1904" y="247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1" name="Rectangle 379"/>
              <p:cNvSpPr/>
              <p:nvPr/>
            </p:nvSpPr>
            <p:spPr>
              <a:xfrm>
                <a:off x="1914" y="2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2" name="Rectangle 380"/>
              <p:cNvSpPr/>
              <p:nvPr/>
            </p:nvSpPr>
            <p:spPr>
              <a:xfrm>
                <a:off x="1919" y="24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3" name="Rectangle 381"/>
              <p:cNvSpPr/>
              <p:nvPr/>
            </p:nvSpPr>
            <p:spPr>
              <a:xfrm>
                <a:off x="1924" y="245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4" name="Rectangle 382"/>
              <p:cNvSpPr/>
              <p:nvPr/>
            </p:nvSpPr>
            <p:spPr>
              <a:xfrm>
                <a:off x="1930" y="245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5" name="Rectangle 383"/>
              <p:cNvSpPr/>
              <p:nvPr/>
            </p:nvSpPr>
            <p:spPr>
              <a:xfrm>
                <a:off x="1940" y="24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6" name="Rectangle 384"/>
              <p:cNvSpPr/>
              <p:nvPr/>
            </p:nvSpPr>
            <p:spPr>
              <a:xfrm>
                <a:off x="1945" y="244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7" name="Rectangle 385"/>
              <p:cNvSpPr/>
              <p:nvPr/>
            </p:nvSpPr>
            <p:spPr>
              <a:xfrm>
                <a:off x="1950" y="2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8" name="Rectangle 386"/>
              <p:cNvSpPr/>
              <p:nvPr/>
            </p:nvSpPr>
            <p:spPr>
              <a:xfrm>
                <a:off x="1955" y="243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69" name="Rectangle 387"/>
              <p:cNvSpPr/>
              <p:nvPr/>
            </p:nvSpPr>
            <p:spPr>
              <a:xfrm>
                <a:off x="1966" y="24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0" name="Rectangle 388"/>
              <p:cNvSpPr/>
              <p:nvPr/>
            </p:nvSpPr>
            <p:spPr>
              <a:xfrm>
                <a:off x="1971" y="24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1" name="Rectangle 389"/>
              <p:cNvSpPr/>
              <p:nvPr/>
            </p:nvSpPr>
            <p:spPr>
              <a:xfrm>
                <a:off x="1976" y="24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2" name="Rectangle 390"/>
              <p:cNvSpPr/>
              <p:nvPr/>
            </p:nvSpPr>
            <p:spPr>
              <a:xfrm>
                <a:off x="1981" y="24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3" name="Rectangle 391"/>
              <p:cNvSpPr/>
              <p:nvPr/>
            </p:nvSpPr>
            <p:spPr>
              <a:xfrm>
                <a:off x="1991" y="240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4" name="Rectangle 392"/>
              <p:cNvSpPr/>
              <p:nvPr/>
            </p:nvSpPr>
            <p:spPr>
              <a:xfrm>
                <a:off x="1997" y="2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5" name="Rectangle 393"/>
              <p:cNvSpPr/>
              <p:nvPr/>
            </p:nvSpPr>
            <p:spPr>
              <a:xfrm>
                <a:off x="2002" y="23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6" name="Rectangle 394"/>
              <p:cNvSpPr/>
              <p:nvPr/>
            </p:nvSpPr>
            <p:spPr>
              <a:xfrm>
                <a:off x="2012" y="23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7" name="Rectangle 395"/>
              <p:cNvSpPr/>
              <p:nvPr/>
            </p:nvSpPr>
            <p:spPr>
              <a:xfrm>
                <a:off x="2017" y="238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8" name="Rectangle 396"/>
              <p:cNvSpPr/>
              <p:nvPr/>
            </p:nvSpPr>
            <p:spPr>
              <a:xfrm>
                <a:off x="2022" y="238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79" name="Rectangle 397"/>
              <p:cNvSpPr/>
              <p:nvPr/>
            </p:nvSpPr>
            <p:spPr>
              <a:xfrm>
                <a:off x="2028" y="237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0" name="Rectangle 398"/>
              <p:cNvSpPr/>
              <p:nvPr/>
            </p:nvSpPr>
            <p:spPr>
              <a:xfrm>
                <a:off x="2038" y="2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1" name="Rectangle 399"/>
              <p:cNvSpPr/>
              <p:nvPr/>
            </p:nvSpPr>
            <p:spPr>
              <a:xfrm>
                <a:off x="2043" y="2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2" name="Rectangle 400"/>
              <p:cNvSpPr/>
              <p:nvPr/>
            </p:nvSpPr>
            <p:spPr>
              <a:xfrm>
                <a:off x="2048" y="23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3" name="Rectangle 401"/>
              <p:cNvSpPr/>
              <p:nvPr/>
            </p:nvSpPr>
            <p:spPr>
              <a:xfrm>
                <a:off x="2053" y="235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4" name="Rectangle 402"/>
              <p:cNvSpPr/>
              <p:nvPr/>
            </p:nvSpPr>
            <p:spPr>
              <a:xfrm>
                <a:off x="2064" y="23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5" name="Rectangle 403"/>
              <p:cNvSpPr/>
              <p:nvPr/>
            </p:nvSpPr>
            <p:spPr>
              <a:xfrm>
                <a:off x="2069" y="23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6" name="Rectangle 404"/>
              <p:cNvSpPr/>
              <p:nvPr/>
            </p:nvSpPr>
            <p:spPr>
              <a:xfrm>
                <a:off x="2074" y="234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7" name="Rectangle 405"/>
              <p:cNvSpPr/>
              <p:nvPr/>
            </p:nvSpPr>
            <p:spPr>
              <a:xfrm>
                <a:off x="2079" y="2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8" name="Rectangle 406"/>
              <p:cNvSpPr/>
              <p:nvPr/>
            </p:nvSpPr>
            <p:spPr>
              <a:xfrm>
                <a:off x="2089" y="233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589" name="Rectangle 407"/>
              <p:cNvSpPr/>
              <p:nvPr/>
            </p:nvSpPr>
            <p:spPr>
              <a:xfrm>
                <a:off x="2095" y="23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0" name="Group 408"/>
            <p:cNvGrpSpPr/>
            <p:nvPr/>
          </p:nvGrpSpPr>
          <p:grpSpPr>
            <a:xfrm>
              <a:off x="1249" y="2186"/>
              <a:ext cx="1310" cy="1190"/>
              <a:chOff x="1249" y="2186"/>
              <a:chExt cx="1310" cy="1190"/>
            </a:xfrm>
          </p:grpSpPr>
          <p:sp>
            <p:nvSpPr>
              <p:cNvPr id="33190" name="Rectangle 409"/>
              <p:cNvSpPr/>
              <p:nvPr/>
            </p:nvSpPr>
            <p:spPr>
              <a:xfrm>
                <a:off x="2100" y="23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91" name="Rectangle 410"/>
              <p:cNvSpPr/>
              <p:nvPr/>
            </p:nvSpPr>
            <p:spPr>
              <a:xfrm>
                <a:off x="2105" y="23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92" name="Rectangle 411"/>
              <p:cNvSpPr/>
              <p:nvPr/>
            </p:nvSpPr>
            <p:spPr>
              <a:xfrm>
                <a:off x="2115" y="23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93" name="Rectangle 412"/>
              <p:cNvSpPr/>
              <p:nvPr/>
            </p:nvSpPr>
            <p:spPr>
              <a:xfrm>
                <a:off x="2120" y="230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94" name="Rectangle 413"/>
              <p:cNvSpPr/>
              <p:nvPr/>
            </p:nvSpPr>
            <p:spPr>
              <a:xfrm>
                <a:off x="2125" y="229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95" name="Rectangle 414"/>
              <p:cNvSpPr/>
              <p:nvPr/>
            </p:nvSpPr>
            <p:spPr>
              <a:xfrm>
                <a:off x="2131" y="22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96" name="Rectangle 415"/>
              <p:cNvSpPr/>
              <p:nvPr/>
            </p:nvSpPr>
            <p:spPr>
              <a:xfrm>
                <a:off x="2141" y="22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97" name="Rectangle 416"/>
              <p:cNvSpPr/>
              <p:nvPr/>
            </p:nvSpPr>
            <p:spPr>
              <a:xfrm>
                <a:off x="2146" y="228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98" name="Rectangle 417"/>
              <p:cNvSpPr/>
              <p:nvPr/>
            </p:nvSpPr>
            <p:spPr>
              <a:xfrm>
                <a:off x="2151" y="22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99" name="Rectangle 418"/>
              <p:cNvSpPr/>
              <p:nvPr/>
            </p:nvSpPr>
            <p:spPr>
              <a:xfrm>
                <a:off x="2156" y="227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0" name="Rectangle 419"/>
              <p:cNvSpPr/>
              <p:nvPr/>
            </p:nvSpPr>
            <p:spPr>
              <a:xfrm>
                <a:off x="2167" y="2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1" name="Rectangle 420"/>
              <p:cNvSpPr/>
              <p:nvPr/>
            </p:nvSpPr>
            <p:spPr>
              <a:xfrm>
                <a:off x="2172" y="2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2" name="Rectangle 421"/>
              <p:cNvSpPr/>
              <p:nvPr/>
            </p:nvSpPr>
            <p:spPr>
              <a:xfrm>
                <a:off x="2177" y="22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3" name="Rectangle 422"/>
              <p:cNvSpPr/>
              <p:nvPr/>
            </p:nvSpPr>
            <p:spPr>
              <a:xfrm>
                <a:off x="2187" y="225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4" name="Rectangle 423"/>
              <p:cNvSpPr/>
              <p:nvPr/>
            </p:nvSpPr>
            <p:spPr>
              <a:xfrm>
                <a:off x="2193" y="22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5" name="Rectangle 424"/>
              <p:cNvSpPr/>
              <p:nvPr/>
            </p:nvSpPr>
            <p:spPr>
              <a:xfrm>
                <a:off x="2198" y="22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6" name="Rectangle 425"/>
              <p:cNvSpPr/>
              <p:nvPr/>
            </p:nvSpPr>
            <p:spPr>
              <a:xfrm>
                <a:off x="2203" y="223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7" name="Rectangle 426"/>
              <p:cNvSpPr/>
              <p:nvPr/>
            </p:nvSpPr>
            <p:spPr>
              <a:xfrm>
                <a:off x="2213" y="22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8" name="Rectangle 427"/>
              <p:cNvSpPr/>
              <p:nvPr/>
            </p:nvSpPr>
            <p:spPr>
              <a:xfrm>
                <a:off x="2218" y="222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09" name="Rectangle 428"/>
              <p:cNvSpPr/>
              <p:nvPr/>
            </p:nvSpPr>
            <p:spPr>
              <a:xfrm>
                <a:off x="2223" y="222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0" name="Rectangle 429"/>
              <p:cNvSpPr/>
              <p:nvPr/>
            </p:nvSpPr>
            <p:spPr>
              <a:xfrm>
                <a:off x="2229" y="221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1" name="Rectangle 430"/>
              <p:cNvSpPr/>
              <p:nvPr/>
            </p:nvSpPr>
            <p:spPr>
              <a:xfrm>
                <a:off x="2239" y="22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2" name="Rectangle 431"/>
              <p:cNvSpPr/>
              <p:nvPr/>
            </p:nvSpPr>
            <p:spPr>
              <a:xfrm>
                <a:off x="2244" y="220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3" name="Rectangle 432"/>
              <p:cNvSpPr/>
              <p:nvPr/>
            </p:nvSpPr>
            <p:spPr>
              <a:xfrm>
                <a:off x="2249" y="2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4" name="Rectangle 433"/>
              <p:cNvSpPr/>
              <p:nvPr/>
            </p:nvSpPr>
            <p:spPr>
              <a:xfrm>
                <a:off x="2254" y="219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5" name="Rectangle 434"/>
              <p:cNvSpPr/>
              <p:nvPr/>
            </p:nvSpPr>
            <p:spPr>
              <a:xfrm>
                <a:off x="2265" y="21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6" name="Rectangle 435"/>
              <p:cNvSpPr/>
              <p:nvPr/>
            </p:nvSpPr>
            <p:spPr>
              <a:xfrm>
                <a:off x="2270" y="21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7" name="Rectangle 436"/>
              <p:cNvSpPr/>
              <p:nvPr/>
            </p:nvSpPr>
            <p:spPr>
              <a:xfrm>
                <a:off x="2455" y="228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8" name="Rectangle 437"/>
              <p:cNvSpPr/>
              <p:nvPr/>
            </p:nvSpPr>
            <p:spPr>
              <a:xfrm>
                <a:off x="2461" y="22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19" name="Rectangle 438"/>
              <p:cNvSpPr/>
              <p:nvPr/>
            </p:nvSpPr>
            <p:spPr>
              <a:xfrm>
                <a:off x="2471" y="2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0" name="Rectangle 439"/>
              <p:cNvSpPr/>
              <p:nvPr/>
            </p:nvSpPr>
            <p:spPr>
              <a:xfrm>
                <a:off x="2481" y="230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1" name="Rectangle 440"/>
              <p:cNvSpPr/>
              <p:nvPr/>
            </p:nvSpPr>
            <p:spPr>
              <a:xfrm>
                <a:off x="2492" y="23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2" name="Rectangle 441"/>
              <p:cNvSpPr/>
              <p:nvPr/>
            </p:nvSpPr>
            <p:spPr>
              <a:xfrm>
                <a:off x="2502" y="23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3" name="Rectangle 442"/>
              <p:cNvSpPr/>
              <p:nvPr/>
            </p:nvSpPr>
            <p:spPr>
              <a:xfrm>
                <a:off x="2512" y="23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4" name="Rectangle 443"/>
              <p:cNvSpPr/>
              <p:nvPr/>
            </p:nvSpPr>
            <p:spPr>
              <a:xfrm>
                <a:off x="2522" y="232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5" name="Rectangle 444"/>
              <p:cNvSpPr/>
              <p:nvPr/>
            </p:nvSpPr>
            <p:spPr>
              <a:xfrm>
                <a:off x="2533" y="233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6" name="Rectangle 445"/>
              <p:cNvSpPr/>
              <p:nvPr/>
            </p:nvSpPr>
            <p:spPr>
              <a:xfrm>
                <a:off x="2543" y="2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7" name="Rectangle 446"/>
              <p:cNvSpPr/>
              <p:nvPr/>
            </p:nvSpPr>
            <p:spPr>
              <a:xfrm>
                <a:off x="2553" y="2340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8" name="Rectangle 447"/>
              <p:cNvSpPr/>
              <p:nvPr/>
            </p:nvSpPr>
            <p:spPr>
              <a:xfrm>
                <a:off x="1249" y="3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29" name="Rectangle 448"/>
              <p:cNvSpPr/>
              <p:nvPr/>
            </p:nvSpPr>
            <p:spPr>
              <a:xfrm>
                <a:off x="1254" y="3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0" name="Rectangle 449"/>
              <p:cNvSpPr/>
              <p:nvPr/>
            </p:nvSpPr>
            <p:spPr>
              <a:xfrm>
                <a:off x="1259" y="336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1" name="Rectangle 450"/>
              <p:cNvSpPr/>
              <p:nvPr/>
            </p:nvSpPr>
            <p:spPr>
              <a:xfrm>
                <a:off x="1270" y="33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2" name="Rectangle 451"/>
              <p:cNvSpPr/>
              <p:nvPr/>
            </p:nvSpPr>
            <p:spPr>
              <a:xfrm>
                <a:off x="1275" y="33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3" name="Rectangle 452"/>
              <p:cNvSpPr/>
              <p:nvPr/>
            </p:nvSpPr>
            <p:spPr>
              <a:xfrm>
                <a:off x="1280" y="33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4" name="Rectangle 453"/>
              <p:cNvSpPr/>
              <p:nvPr/>
            </p:nvSpPr>
            <p:spPr>
              <a:xfrm>
                <a:off x="1285" y="33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5" name="Rectangle 454"/>
              <p:cNvSpPr/>
              <p:nvPr/>
            </p:nvSpPr>
            <p:spPr>
              <a:xfrm>
                <a:off x="1295" y="333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6" name="Rectangle 455"/>
              <p:cNvSpPr/>
              <p:nvPr/>
            </p:nvSpPr>
            <p:spPr>
              <a:xfrm>
                <a:off x="1301" y="332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7" name="Rectangle 456"/>
              <p:cNvSpPr/>
              <p:nvPr/>
            </p:nvSpPr>
            <p:spPr>
              <a:xfrm>
                <a:off x="1306" y="33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8" name="Rectangle 457"/>
              <p:cNvSpPr/>
              <p:nvPr/>
            </p:nvSpPr>
            <p:spPr>
              <a:xfrm>
                <a:off x="1316" y="33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39" name="Rectangle 458"/>
              <p:cNvSpPr/>
              <p:nvPr/>
            </p:nvSpPr>
            <p:spPr>
              <a:xfrm>
                <a:off x="1321" y="331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0" name="Rectangle 459"/>
              <p:cNvSpPr/>
              <p:nvPr/>
            </p:nvSpPr>
            <p:spPr>
              <a:xfrm>
                <a:off x="1326" y="330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1" name="Rectangle 460"/>
              <p:cNvSpPr/>
              <p:nvPr/>
            </p:nvSpPr>
            <p:spPr>
              <a:xfrm>
                <a:off x="1332" y="33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2" name="Rectangle 461"/>
              <p:cNvSpPr/>
              <p:nvPr/>
            </p:nvSpPr>
            <p:spPr>
              <a:xfrm>
                <a:off x="1342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3" name="Rectangle 462"/>
              <p:cNvSpPr/>
              <p:nvPr/>
            </p:nvSpPr>
            <p:spPr>
              <a:xfrm>
                <a:off x="1347" y="329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4" name="Rectangle 463"/>
              <p:cNvSpPr/>
              <p:nvPr/>
            </p:nvSpPr>
            <p:spPr>
              <a:xfrm>
                <a:off x="1352" y="32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5" name="Rectangle 464"/>
              <p:cNvSpPr/>
              <p:nvPr/>
            </p:nvSpPr>
            <p:spPr>
              <a:xfrm>
                <a:off x="1357" y="328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6" name="Rectangle 465"/>
              <p:cNvSpPr/>
              <p:nvPr/>
            </p:nvSpPr>
            <p:spPr>
              <a:xfrm>
                <a:off x="1368" y="32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7" name="Rectangle 466"/>
              <p:cNvSpPr/>
              <p:nvPr/>
            </p:nvSpPr>
            <p:spPr>
              <a:xfrm>
                <a:off x="1373" y="32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8" name="Rectangle 467"/>
              <p:cNvSpPr/>
              <p:nvPr/>
            </p:nvSpPr>
            <p:spPr>
              <a:xfrm>
                <a:off x="1378" y="3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49" name="Rectangle 468"/>
              <p:cNvSpPr/>
              <p:nvPr/>
            </p:nvSpPr>
            <p:spPr>
              <a:xfrm>
                <a:off x="1383" y="3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0" name="Rectangle 469"/>
              <p:cNvSpPr/>
              <p:nvPr/>
            </p:nvSpPr>
            <p:spPr>
              <a:xfrm>
                <a:off x="1393" y="325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1" name="Rectangle 470"/>
              <p:cNvSpPr/>
              <p:nvPr/>
            </p:nvSpPr>
            <p:spPr>
              <a:xfrm>
                <a:off x="1399" y="32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2" name="Rectangle 471"/>
              <p:cNvSpPr/>
              <p:nvPr/>
            </p:nvSpPr>
            <p:spPr>
              <a:xfrm>
                <a:off x="1404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3" name="Rectangle 472"/>
              <p:cNvSpPr/>
              <p:nvPr/>
            </p:nvSpPr>
            <p:spPr>
              <a:xfrm>
                <a:off x="1409" y="32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4" name="Rectangle 473"/>
              <p:cNvSpPr/>
              <p:nvPr/>
            </p:nvSpPr>
            <p:spPr>
              <a:xfrm>
                <a:off x="1419" y="32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5" name="Rectangle 474"/>
              <p:cNvSpPr/>
              <p:nvPr/>
            </p:nvSpPr>
            <p:spPr>
              <a:xfrm>
                <a:off x="1424" y="323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6" name="Rectangle 475"/>
              <p:cNvSpPr/>
              <p:nvPr/>
            </p:nvSpPr>
            <p:spPr>
              <a:xfrm>
                <a:off x="1430" y="322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7" name="Rectangle 476"/>
              <p:cNvSpPr/>
              <p:nvPr/>
            </p:nvSpPr>
            <p:spPr>
              <a:xfrm>
                <a:off x="1440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8" name="Rectangle 477"/>
              <p:cNvSpPr/>
              <p:nvPr/>
            </p:nvSpPr>
            <p:spPr>
              <a:xfrm>
                <a:off x="1445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59" name="Rectangle 478"/>
              <p:cNvSpPr/>
              <p:nvPr/>
            </p:nvSpPr>
            <p:spPr>
              <a:xfrm>
                <a:off x="1450" y="32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0" name="Rectangle 479"/>
              <p:cNvSpPr/>
              <p:nvPr/>
            </p:nvSpPr>
            <p:spPr>
              <a:xfrm>
                <a:off x="1455" y="320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1" name="Rectangle 480"/>
              <p:cNvSpPr/>
              <p:nvPr/>
            </p:nvSpPr>
            <p:spPr>
              <a:xfrm>
                <a:off x="1466" y="3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2" name="Rectangle 481"/>
              <p:cNvSpPr/>
              <p:nvPr/>
            </p:nvSpPr>
            <p:spPr>
              <a:xfrm>
                <a:off x="1471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3" name="Rectangle 482"/>
              <p:cNvSpPr/>
              <p:nvPr/>
            </p:nvSpPr>
            <p:spPr>
              <a:xfrm>
                <a:off x="1476" y="319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4" name="Rectangle 483"/>
              <p:cNvSpPr/>
              <p:nvPr/>
            </p:nvSpPr>
            <p:spPr>
              <a:xfrm>
                <a:off x="1481" y="31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5" name="Rectangle 484"/>
              <p:cNvSpPr/>
              <p:nvPr/>
            </p:nvSpPr>
            <p:spPr>
              <a:xfrm>
                <a:off x="1491" y="318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6" name="Rectangle 485"/>
              <p:cNvSpPr/>
              <p:nvPr/>
            </p:nvSpPr>
            <p:spPr>
              <a:xfrm>
                <a:off x="1497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7" name="Rectangle 486"/>
              <p:cNvSpPr/>
              <p:nvPr/>
            </p:nvSpPr>
            <p:spPr>
              <a:xfrm>
                <a:off x="1502" y="31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8" name="Rectangle 487"/>
              <p:cNvSpPr/>
              <p:nvPr/>
            </p:nvSpPr>
            <p:spPr>
              <a:xfrm>
                <a:off x="1507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69" name="Rectangle 488"/>
              <p:cNvSpPr/>
              <p:nvPr/>
            </p:nvSpPr>
            <p:spPr>
              <a:xfrm>
                <a:off x="1517" y="31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0" name="Rectangle 489"/>
              <p:cNvSpPr/>
              <p:nvPr/>
            </p:nvSpPr>
            <p:spPr>
              <a:xfrm>
                <a:off x="1522" y="315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1" name="Rectangle 490"/>
              <p:cNvSpPr/>
              <p:nvPr/>
            </p:nvSpPr>
            <p:spPr>
              <a:xfrm>
                <a:off x="1527" y="314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2" name="Rectangle 491"/>
              <p:cNvSpPr/>
              <p:nvPr/>
            </p:nvSpPr>
            <p:spPr>
              <a:xfrm>
                <a:off x="1538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3" name="Rectangle 492"/>
              <p:cNvSpPr/>
              <p:nvPr/>
            </p:nvSpPr>
            <p:spPr>
              <a:xfrm>
                <a:off x="1543" y="31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4" name="Rectangle 493"/>
              <p:cNvSpPr/>
              <p:nvPr/>
            </p:nvSpPr>
            <p:spPr>
              <a:xfrm>
                <a:off x="1548" y="31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5" name="Rectangle 494"/>
              <p:cNvSpPr/>
              <p:nvPr/>
            </p:nvSpPr>
            <p:spPr>
              <a:xfrm>
                <a:off x="1553" y="312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6" name="Rectangle 495"/>
              <p:cNvSpPr/>
              <p:nvPr/>
            </p:nvSpPr>
            <p:spPr>
              <a:xfrm>
                <a:off x="1564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7" name="Rectangle 496"/>
              <p:cNvSpPr/>
              <p:nvPr/>
            </p:nvSpPr>
            <p:spPr>
              <a:xfrm>
                <a:off x="1569" y="31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8" name="Rectangle 497"/>
              <p:cNvSpPr/>
              <p:nvPr/>
            </p:nvSpPr>
            <p:spPr>
              <a:xfrm>
                <a:off x="1574" y="31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79" name="Rectangle 498"/>
              <p:cNvSpPr/>
              <p:nvPr/>
            </p:nvSpPr>
            <p:spPr>
              <a:xfrm>
                <a:off x="1579" y="31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0" name="Rectangle 499"/>
              <p:cNvSpPr/>
              <p:nvPr/>
            </p:nvSpPr>
            <p:spPr>
              <a:xfrm>
                <a:off x="1589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1" name="Rectangle 500"/>
              <p:cNvSpPr/>
              <p:nvPr/>
            </p:nvSpPr>
            <p:spPr>
              <a:xfrm>
                <a:off x="1594" y="309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2" name="Rectangle 501"/>
              <p:cNvSpPr/>
              <p:nvPr/>
            </p:nvSpPr>
            <p:spPr>
              <a:xfrm>
                <a:off x="1600" y="30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3" name="Rectangle 502"/>
              <p:cNvSpPr/>
              <p:nvPr/>
            </p:nvSpPr>
            <p:spPr>
              <a:xfrm>
                <a:off x="1605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4" name="Rectangle 503"/>
              <p:cNvSpPr/>
              <p:nvPr/>
            </p:nvSpPr>
            <p:spPr>
              <a:xfrm>
                <a:off x="1615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5" name="Rectangle 504"/>
              <p:cNvSpPr/>
              <p:nvPr/>
            </p:nvSpPr>
            <p:spPr>
              <a:xfrm>
                <a:off x="1620" y="30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6" name="Rectangle 505"/>
              <p:cNvSpPr/>
              <p:nvPr/>
            </p:nvSpPr>
            <p:spPr>
              <a:xfrm>
                <a:off x="1625" y="307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7" name="Rectangle 506"/>
              <p:cNvSpPr/>
              <p:nvPr/>
            </p:nvSpPr>
            <p:spPr>
              <a:xfrm>
                <a:off x="1636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8" name="Rectangle 507"/>
              <p:cNvSpPr/>
              <p:nvPr/>
            </p:nvSpPr>
            <p:spPr>
              <a:xfrm>
                <a:off x="1641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89" name="Rectangle 508"/>
              <p:cNvSpPr/>
              <p:nvPr/>
            </p:nvSpPr>
            <p:spPr>
              <a:xfrm>
                <a:off x="1646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0" name="Rectangle 509"/>
              <p:cNvSpPr/>
              <p:nvPr/>
            </p:nvSpPr>
            <p:spPr>
              <a:xfrm>
                <a:off x="1651" y="305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1" name="Rectangle 510"/>
              <p:cNvSpPr/>
              <p:nvPr/>
            </p:nvSpPr>
            <p:spPr>
              <a:xfrm>
                <a:off x="1662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2" name="Rectangle 511"/>
              <p:cNvSpPr/>
              <p:nvPr/>
            </p:nvSpPr>
            <p:spPr>
              <a:xfrm>
                <a:off x="1667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3" name="Rectangle 512"/>
              <p:cNvSpPr/>
              <p:nvPr/>
            </p:nvSpPr>
            <p:spPr>
              <a:xfrm>
                <a:off x="1672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4" name="Rectangle 513"/>
              <p:cNvSpPr/>
              <p:nvPr/>
            </p:nvSpPr>
            <p:spPr>
              <a:xfrm>
                <a:off x="1677" y="30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5" name="Rectangle 514"/>
              <p:cNvSpPr/>
              <p:nvPr/>
            </p:nvSpPr>
            <p:spPr>
              <a:xfrm>
                <a:off x="1687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6" name="Rectangle 515"/>
              <p:cNvSpPr/>
              <p:nvPr/>
            </p:nvSpPr>
            <p:spPr>
              <a:xfrm>
                <a:off x="1692" y="3020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7" name="Rectangle 516"/>
              <p:cNvSpPr/>
              <p:nvPr/>
            </p:nvSpPr>
            <p:spPr>
              <a:xfrm>
                <a:off x="1698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8" name="Rectangle 517"/>
              <p:cNvSpPr/>
              <p:nvPr/>
            </p:nvSpPr>
            <p:spPr>
              <a:xfrm>
                <a:off x="1703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299" name="Rectangle 518"/>
              <p:cNvSpPr/>
              <p:nvPr/>
            </p:nvSpPr>
            <p:spPr>
              <a:xfrm>
                <a:off x="1713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0" name="Rectangle 519"/>
              <p:cNvSpPr/>
              <p:nvPr/>
            </p:nvSpPr>
            <p:spPr>
              <a:xfrm>
                <a:off x="1718" y="30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1" name="Rectangle 520"/>
              <p:cNvSpPr/>
              <p:nvPr/>
            </p:nvSpPr>
            <p:spPr>
              <a:xfrm>
                <a:off x="1723" y="299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2" name="Rectangle 521"/>
              <p:cNvSpPr/>
              <p:nvPr/>
            </p:nvSpPr>
            <p:spPr>
              <a:xfrm>
                <a:off x="1729" y="29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3" name="Rectangle 522"/>
              <p:cNvSpPr/>
              <p:nvPr/>
            </p:nvSpPr>
            <p:spPr>
              <a:xfrm>
                <a:off x="1739" y="298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4" name="Rectangle 523"/>
              <p:cNvSpPr/>
              <p:nvPr/>
            </p:nvSpPr>
            <p:spPr>
              <a:xfrm>
                <a:off x="1744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5" name="Rectangle 524"/>
              <p:cNvSpPr/>
              <p:nvPr/>
            </p:nvSpPr>
            <p:spPr>
              <a:xfrm>
                <a:off x="1749" y="29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6" name="Rectangle 525"/>
              <p:cNvSpPr/>
              <p:nvPr/>
            </p:nvSpPr>
            <p:spPr>
              <a:xfrm>
                <a:off x="1759" y="296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7" name="Rectangle 526"/>
              <p:cNvSpPr/>
              <p:nvPr/>
            </p:nvSpPr>
            <p:spPr>
              <a:xfrm>
                <a:off x="1765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8" name="Rectangle 527"/>
              <p:cNvSpPr/>
              <p:nvPr/>
            </p:nvSpPr>
            <p:spPr>
              <a:xfrm>
                <a:off x="1770" y="29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09" name="Rectangle 528"/>
              <p:cNvSpPr/>
              <p:nvPr/>
            </p:nvSpPr>
            <p:spPr>
              <a:xfrm>
                <a:off x="1775" y="295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0" name="Rectangle 529"/>
              <p:cNvSpPr/>
              <p:nvPr/>
            </p:nvSpPr>
            <p:spPr>
              <a:xfrm>
                <a:off x="1785" y="29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1" name="Rectangle 530"/>
              <p:cNvSpPr/>
              <p:nvPr/>
            </p:nvSpPr>
            <p:spPr>
              <a:xfrm>
                <a:off x="1790" y="294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2" name="Rectangle 531"/>
              <p:cNvSpPr/>
              <p:nvPr/>
            </p:nvSpPr>
            <p:spPr>
              <a:xfrm>
                <a:off x="1796" y="29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3" name="Rectangle 532"/>
              <p:cNvSpPr/>
              <p:nvPr/>
            </p:nvSpPr>
            <p:spPr>
              <a:xfrm>
                <a:off x="1801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4" name="Rectangle 533"/>
              <p:cNvSpPr/>
              <p:nvPr/>
            </p:nvSpPr>
            <p:spPr>
              <a:xfrm>
                <a:off x="1811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5" name="Rectangle 534"/>
              <p:cNvSpPr/>
              <p:nvPr/>
            </p:nvSpPr>
            <p:spPr>
              <a:xfrm>
                <a:off x="1816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6" name="Rectangle 535"/>
              <p:cNvSpPr/>
              <p:nvPr/>
            </p:nvSpPr>
            <p:spPr>
              <a:xfrm>
                <a:off x="1821" y="291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7" name="Rectangle 536"/>
              <p:cNvSpPr/>
              <p:nvPr/>
            </p:nvSpPr>
            <p:spPr>
              <a:xfrm>
                <a:off x="1826" y="291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8" name="Rectangle 537"/>
              <p:cNvSpPr/>
              <p:nvPr/>
            </p:nvSpPr>
            <p:spPr>
              <a:xfrm>
                <a:off x="1837" y="29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19" name="Rectangle 538"/>
              <p:cNvSpPr/>
              <p:nvPr/>
            </p:nvSpPr>
            <p:spPr>
              <a:xfrm>
                <a:off x="1842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0" name="Rectangle 539"/>
              <p:cNvSpPr/>
              <p:nvPr/>
            </p:nvSpPr>
            <p:spPr>
              <a:xfrm>
                <a:off x="1847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1" name="Rectangle 540"/>
              <p:cNvSpPr/>
              <p:nvPr/>
            </p:nvSpPr>
            <p:spPr>
              <a:xfrm>
                <a:off x="1857" y="289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2" name="Rectangle 541"/>
              <p:cNvSpPr/>
              <p:nvPr/>
            </p:nvSpPr>
            <p:spPr>
              <a:xfrm>
                <a:off x="1863" y="288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3" name="Rectangle 542"/>
              <p:cNvSpPr/>
              <p:nvPr/>
            </p:nvSpPr>
            <p:spPr>
              <a:xfrm>
                <a:off x="1868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4" name="Rectangle 543"/>
              <p:cNvSpPr/>
              <p:nvPr/>
            </p:nvSpPr>
            <p:spPr>
              <a:xfrm>
                <a:off x="1873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5" name="Rectangle 544"/>
              <p:cNvSpPr/>
              <p:nvPr/>
            </p:nvSpPr>
            <p:spPr>
              <a:xfrm>
                <a:off x="1883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6" name="Rectangle 545"/>
              <p:cNvSpPr/>
              <p:nvPr/>
            </p:nvSpPr>
            <p:spPr>
              <a:xfrm>
                <a:off x="1888" y="286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7" name="Rectangle 546"/>
              <p:cNvSpPr/>
              <p:nvPr/>
            </p:nvSpPr>
            <p:spPr>
              <a:xfrm>
                <a:off x="1894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8" name="Rectangle 547"/>
              <p:cNvSpPr/>
              <p:nvPr/>
            </p:nvSpPr>
            <p:spPr>
              <a:xfrm>
                <a:off x="1899" y="28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29" name="Rectangle 548"/>
              <p:cNvSpPr/>
              <p:nvPr/>
            </p:nvSpPr>
            <p:spPr>
              <a:xfrm>
                <a:off x="1909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0" name="Rectangle 549"/>
              <p:cNvSpPr/>
              <p:nvPr/>
            </p:nvSpPr>
            <p:spPr>
              <a:xfrm>
                <a:off x="1914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1" name="Rectangle 550"/>
              <p:cNvSpPr/>
              <p:nvPr/>
            </p:nvSpPr>
            <p:spPr>
              <a:xfrm>
                <a:off x="1919" y="28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2" name="Rectangle 551"/>
              <p:cNvSpPr/>
              <p:nvPr/>
            </p:nvSpPr>
            <p:spPr>
              <a:xfrm>
                <a:off x="1924" y="283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3" name="Rectangle 552"/>
              <p:cNvSpPr/>
              <p:nvPr/>
            </p:nvSpPr>
            <p:spPr>
              <a:xfrm>
                <a:off x="1935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4" name="Rectangle 553"/>
              <p:cNvSpPr/>
              <p:nvPr/>
            </p:nvSpPr>
            <p:spPr>
              <a:xfrm>
                <a:off x="1940" y="28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5" name="Rectangle 554"/>
              <p:cNvSpPr/>
              <p:nvPr/>
            </p:nvSpPr>
            <p:spPr>
              <a:xfrm>
                <a:off x="1945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6" name="Rectangle 555"/>
              <p:cNvSpPr/>
              <p:nvPr/>
            </p:nvSpPr>
            <p:spPr>
              <a:xfrm>
                <a:off x="1950" y="281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7" name="Rectangle 556"/>
              <p:cNvSpPr/>
              <p:nvPr/>
            </p:nvSpPr>
            <p:spPr>
              <a:xfrm>
                <a:off x="1961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8" name="Rectangle 557"/>
              <p:cNvSpPr/>
              <p:nvPr/>
            </p:nvSpPr>
            <p:spPr>
              <a:xfrm>
                <a:off x="1966" y="28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39" name="Rectangle 558"/>
              <p:cNvSpPr/>
              <p:nvPr/>
            </p:nvSpPr>
            <p:spPr>
              <a:xfrm>
                <a:off x="1971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0" name="Rectangle 559"/>
              <p:cNvSpPr/>
              <p:nvPr/>
            </p:nvSpPr>
            <p:spPr>
              <a:xfrm>
                <a:off x="1981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1" name="Rectangle 560"/>
              <p:cNvSpPr/>
              <p:nvPr/>
            </p:nvSpPr>
            <p:spPr>
              <a:xfrm>
                <a:off x="1986" y="27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2" name="Rectangle 561"/>
              <p:cNvSpPr/>
              <p:nvPr/>
            </p:nvSpPr>
            <p:spPr>
              <a:xfrm>
                <a:off x="1991" y="2783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3" name="Rectangle 562"/>
              <p:cNvSpPr/>
              <p:nvPr/>
            </p:nvSpPr>
            <p:spPr>
              <a:xfrm>
                <a:off x="1997" y="27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4" name="Rectangle 563"/>
              <p:cNvSpPr/>
              <p:nvPr/>
            </p:nvSpPr>
            <p:spPr>
              <a:xfrm>
                <a:off x="2007" y="2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5" name="Rectangle 564"/>
              <p:cNvSpPr/>
              <p:nvPr/>
            </p:nvSpPr>
            <p:spPr>
              <a:xfrm>
                <a:off x="2012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6" name="Rectangle 565"/>
              <p:cNvSpPr/>
              <p:nvPr/>
            </p:nvSpPr>
            <p:spPr>
              <a:xfrm>
                <a:off x="2017" y="27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7" name="Rectangle 566"/>
              <p:cNvSpPr/>
              <p:nvPr/>
            </p:nvSpPr>
            <p:spPr>
              <a:xfrm>
                <a:off x="2022" y="275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8" name="Rectangle 567"/>
              <p:cNvSpPr/>
              <p:nvPr/>
            </p:nvSpPr>
            <p:spPr>
              <a:xfrm>
                <a:off x="2033" y="27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49" name="Rectangle 568"/>
              <p:cNvSpPr/>
              <p:nvPr/>
            </p:nvSpPr>
            <p:spPr>
              <a:xfrm>
                <a:off x="2038" y="274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0" name="Rectangle 569"/>
              <p:cNvSpPr/>
              <p:nvPr/>
            </p:nvSpPr>
            <p:spPr>
              <a:xfrm>
                <a:off x="2043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1" name="Rectangle 570"/>
              <p:cNvSpPr/>
              <p:nvPr/>
            </p:nvSpPr>
            <p:spPr>
              <a:xfrm>
                <a:off x="2048" y="27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2" name="Rectangle 571"/>
              <p:cNvSpPr/>
              <p:nvPr/>
            </p:nvSpPr>
            <p:spPr>
              <a:xfrm>
                <a:off x="2058" y="273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3" name="Rectangle 572"/>
              <p:cNvSpPr/>
              <p:nvPr/>
            </p:nvSpPr>
            <p:spPr>
              <a:xfrm>
                <a:off x="2064" y="272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4" name="Rectangle 573"/>
              <p:cNvSpPr/>
              <p:nvPr/>
            </p:nvSpPr>
            <p:spPr>
              <a:xfrm>
                <a:off x="2069" y="27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5" name="Rectangle 574"/>
              <p:cNvSpPr/>
              <p:nvPr/>
            </p:nvSpPr>
            <p:spPr>
              <a:xfrm>
                <a:off x="2079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6" name="Rectangle 575"/>
              <p:cNvSpPr/>
              <p:nvPr/>
            </p:nvSpPr>
            <p:spPr>
              <a:xfrm>
                <a:off x="2084" y="2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7" name="Rectangle 576"/>
              <p:cNvSpPr/>
              <p:nvPr/>
            </p:nvSpPr>
            <p:spPr>
              <a:xfrm>
                <a:off x="2089" y="270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8" name="Rectangle 577"/>
              <p:cNvSpPr/>
              <p:nvPr/>
            </p:nvSpPr>
            <p:spPr>
              <a:xfrm>
                <a:off x="2095" y="27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59" name="Rectangle 578"/>
              <p:cNvSpPr/>
              <p:nvPr/>
            </p:nvSpPr>
            <p:spPr>
              <a:xfrm>
                <a:off x="2105" y="26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0" name="Rectangle 579"/>
              <p:cNvSpPr/>
              <p:nvPr/>
            </p:nvSpPr>
            <p:spPr>
              <a:xfrm>
                <a:off x="2110" y="26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1" name="Rectangle 580"/>
              <p:cNvSpPr/>
              <p:nvPr/>
            </p:nvSpPr>
            <p:spPr>
              <a:xfrm>
                <a:off x="2115" y="26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2" name="Rectangle 581"/>
              <p:cNvSpPr/>
              <p:nvPr/>
            </p:nvSpPr>
            <p:spPr>
              <a:xfrm>
                <a:off x="2120" y="268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3" name="Rectangle 582"/>
              <p:cNvSpPr/>
              <p:nvPr/>
            </p:nvSpPr>
            <p:spPr>
              <a:xfrm>
                <a:off x="2131" y="2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4" name="Rectangle 583"/>
              <p:cNvSpPr/>
              <p:nvPr/>
            </p:nvSpPr>
            <p:spPr>
              <a:xfrm>
                <a:off x="2136" y="26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5" name="Rectangle 584"/>
              <p:cNvSpPr/>
              <p:nvPr/>
            </p:nvSpPr>
            <p:spPr>
              <a:xfrm>
                <a:off x="2141" y="26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6" name="Rectangle 585"/>
              <p:cNvSpPr/>
              <p:nvPr/>
            </p:nvSpPr>
            <p:spPr>
              <a:xfrm>
                <a:off x="2146" y="26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7" name="Rectangle 586"/>
              <p:cNvSpPr/>
              <p:nvPr/>
            </p:nvSpPr>
            <p:spPr>
              <a:xfrm>
                <a:off x="2156" y="265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8" name="Rectangle 587"/>
              <p:cNvSpPr/>
              <p:nvPr/>
            </p:nvSpPr>
            <p:spPr>
              <a:xfrm>
                <a:off x="2162" y="26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69" name="Rectangle 588"/>
              <p:cNvSpPr/>
              <p:nvPr/>
            </p:nvSpPr>
            <p:spPr>
              <a:xfrm>
                <a:off x="2167" y="264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0" name="Rectangle 589"/>
              <p:cNvSpPr/>
              <p:nvPr/>
            </p:nvSpPr>
            <p:spPr>
              <a:xfrm>
                <a:off x="2172" y="2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1" name="Rectangle 590"/>
              <p:cNvSpPr/>
              <p:nvPr/>
            </p:nvSpPr>
            <p:spPr>
              <a:xfrm>
                <a:off x="2182" y="26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2" name="Rectangle 591"/>
              <p:cNvSpPr/>
              <p:nvPr/>
            </p:nvSpPr>
            <p:spPr>
              <a:xfrm>
                <a:off x="2187" y="262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3" name="Rectangle 592"/>
              <p:cNvSpPr/>
              <p:nvPr/>
            </p:nvSpPr>
            <p:spPr>
              <a:xfrm>
                <a:off x="2193" y="26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4" name="Rectangle 593"/>
              <p:cNvSpPr/>
              <p:nvPr/>
            </p:nvSpPr>
            <p:spPr>
              <a:xfrm>
                <a:off x="2203" y="26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5" name="Rectangle 594"/>
              <p:cNvSpPr/>
              <p:nvPr/>
            </p:nvSpPr>
            <p:spPr>
              <a:xfrm>
                <a:off x="2208" y="261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6" name="Rectangle 595"/>
              <p:cNvSpPr/>
              <p:nvPr/>
            </p:nvSpPr>
            <p:spPr>
              <a:xfrm>
                <a:off x="2213" y="2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7" name="Rectangle 596"/>
              <p:cNvSpPr/>
              <p:nvPr/>
            </p:nvSpPr>
            <p:spPr>
              <a:xfrm>
                <a:off x="2218" y="260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8" name="Rectangle 597"/>
              <p:cNvSpPr/>
              <p:nvPr/>
            </p:nvSpPr>
            <p:spPr>
              <a:xfrm>
                <a:off x="2229" y="25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79" name="Rectangle 598"/>
              <p:cNvSpPr/>
              <p:nvPr/>
            </p:nvSpPr>
            <p:spPr>
              <a:xfrm>
                <a:off x="2234" y="25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0" name="Rectangle 599"/>
              <p:cNvSpPr/>
              <p:nvPr/>
            </p:nvSpPr>
            <p:spPr>
              <a:xfrm>
                <a:off x="2239" y="25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1" name="Rectangle 600"/>
              <p:cNvSpPr/>
              <p:nvPr/>
            </p:nvSpPr>
            <p:spPr>
              <a:xfrm>
                <a:off x="2244" y="25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2" name="Rectangle 601"/>
              <p:cNvSpPr/>
              <p:nvPr/>
            </p:nvSpPr>
            <p:spPr>
              <a:xfrm>
                <a:off x="2254" y="257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3" name="Rectangle 602"/>
              <p:cNvSpPr/>
              <p:nvPr/>
            </p:nvSpPr>
            <p:spPr>
              <a:xfrm>
                <a:off x="2260" y="2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4" name="Rectangle 603"/>
              <p:cNvSpPr/>
              <p:nvPr/>
            </p:nvSpPr>
            <p:spPr>
              <a:xfrm>
                <a:off x="2265" y="25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5" name="Rectangle 604"/>
              <p:cNvSpPr/>
              <p:nvPr/>
            </p:nvSpPr>
            <p:spPr>
              <a:xfrm>
                <a:off x="2270" y="25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6" name="Rectangle 605"/>
              <p:cNvSpPr/>
              <p:nvPr/>
            </p:nvSpPr>
            <p:spPr>
              <a:xfrm>
                <a:off x="2280" y="25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7" name="Rectangle 606"/>
              <p:cNvSpPr/>
              <p:nvPr/>
            </p:nvSpPr>
            <p:spPr>
              <a:xfrm>
                <a:off x="2285" y="25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8" name="Rectangle 607"/>
              <p:cNvSpPr/>
              <p:nvPr/>
            </p:nvSpPr>
            <p:spPr>
              <a:xfrm>
                <a:off x="2290" y="254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389" name="Rectangle 608"/>
              <p:cNvSpPr/>
              <p:nvPr/>
            </p:nvSpPr>
            <p:spPr>
              <a:xfrm>
                <a:off x="2301" y="25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1" name="Group 609"/>
            <p:cNvGrpSpPr/>
            <p:nvPr/>
          </p:nvGrpSpPr>
          <p:grpSpPr>
            <a:xfrm>
              <a:off x="1156" y="2340"/>
              <a:ext cx="1403" cy="1036"/>
              <a:chOff x="1156" y="2340"/>
              <a:chExt cx="1403" cy="1036"/>
            </a:xfrm>
          </p:grpSpPr>
          <p:sp>
            <p:nvSpPr>
              <p:cNvPr id="32990" name="Rectangle 610"/>
              <p:cNvSpPr/>
              <p:nvPr/>
            </p:nvSpPr>
            <p:spPr>
              <a:xfrm>
                <a:off x="2306" y="2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91" name="Rectangle 611"/>
              <p:cNvSpPr/>
              <p:nvPr/>
            </p:nvSpPr>
            <p:spPr>
              <a:xfrm>
                <a:off x="2311" y="25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92" name="Rectangle 612"/>
              <p:cNvSpPr/>
              <p:nvPr/>
            </p:nvSpPr>
            <p:spPr>
              <a:xfrm>
                <a:off x="2316" y="25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93" name="Rectangle 613"/>
              <p:cNvSpPr/>
              <p:nvPr/>
            </p:nvSpPr>
            <p:spPr>
              <a:xfrm>
                <a:off x="2327" y="25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94" name="Rectangle 614"/>
              <p:cNvSpPr/>
              <p:nvPr/>
            </p:nvSpPr>
            <p:spPr>
              <a:xfrm>
                <a:off x="2332" y="25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95" name="Rectangle 615"/>
              <p:cNvSpPr/>
              <p:nvPr/>
            </p:nvSpPr>
            <p:spPr>
              <a:xfrm>
                <a:off x="2337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96" name="Rectangle 616"/>
              <p:cNvSpPr/>
              <p:nvPr/>
            </p:nvSpPr>
            <p:spPr>
              <a:xfrm>
                <a:off x="2342" y="25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97" name="Rectangle 617"/>
              <p:cNvSpPr/>
              <p:nvPr/>
            </p:nvSpPr>
            <p:spPr>
              <a:xfrm>
                <a:off x="2352" y="25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98" name="Rectangle 618"/>
              <p:cNvSpPr/>
              <p:nvPr/>
            </p:nvSpPr>
            <p:spPr>
              <a:xfrm>
                <a:off x="2357" y="249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99" name="Rectangle 619"/>
              <p:cNvSpPr/>
              <p:nvPr/>
            </p:nvSpPr>
            <p:spPr>
              <a:xfrm>
                <a:off x="2363" y="24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0" name="Rectangle 620"/>
              <p:cNvSpPr/>
              <p:nvPr/>
            </p:nvSpPr>
            <p:spPr>
              <a:xfrm>
                <a:off x="2368" y="24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1" name="Rectangle 621"/>
              <p:cNvSpPr/>
              <p:nvPr/>
            </p:nvSpPr>
            <p:spPr>
              <a:xfrm>
                <a:off x="2378" y="24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2" name="Rectangle 622"/>
              <p:cNvSpPr/>
              <p:nvPr/>
            </p:nvSpPr>
            <p:spPr>
              <a:xfrm>
                <a:off x="2383" y="247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3" name="Rectangle 623"/>
              <p:cNvSpPr/>
              <p:nvPr/>
            </p:nvSpPr>
            <p:spPr>
              <a:xfrm>
                <a:off x="2388" y="246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4" name="Rectangle 624"/>
              <p:cNvSpPr/>
              <p:nvPr/>
            </p:nvSpPr>
            <p:spPr>
              <a:xfrm>
                <a:off x="2399" y="24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5" name="Rectangle 625"/>
              <p:cNvSpPr/>
              <p:nvPr/>
            </p:nvSpPr>
            <p:spPr>
              <a:xfrm>
                <a:off x="2404" y="24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6" name="Rectangle 626"/>
              <p:cNvSpPr/>
              <p:nvPr/>
            </p:nvSpPr>
            <p:spPr>
              <a:xfrm>
                <a:off x="2409" y="245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7" name="Rectangle 627"/>
              <p:cNvSpPr/>
              <p:nvPr/>
            </p:nvSpPr>
            <p:spPr>
              <a:xfrm>
                <a:off x="2414" y="244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8" name="Rectangle 628"/>
              <p:cNvSpPr/>
              <p:nvPr/>
            </p:nvSpPr>
            <p:spPr>
              <a:xfrm>
                <a:off x="2425" y="244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09" name="Rectangle 629"/>
              <p:cNvSpPr/>
              <p:nvPr/>
            </p:nvSpPr>
            <p:spPr>
              <a:xfrm>
                <a:off x="2430" y="2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0" name="Rectangle 630"/>
              <p:cNvSpPr/>
              <p:nvPr/>
            </p:nvSpPr>
            <p:spPr>
              <a:xfrm>
                <a:off x="2435" y="24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1" name="Rectangle 631"/>
              <p:cNvSpPr/>
              <p:nvPr/>
            </p:nvSpPr>
            <p:spPr>
              <a:xfrm>
                <a:off x="2440" y="24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2" name="Rectangle 632"/>
              <p:cNvSpPr/>
              <p:nvPr/>
            </p:nvSpPr>
            <p:spPr>
              <a:xfrm>
                <a:off x="2450" y="24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3" name="Rectangle 633"/>
              <p:cNvSpPr/>
              <p:nvPr/>
            </p:nvSpPr>
            <p:spPr>
              <a:xfrm>
                <a:off x="2455" y="241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4" name="Rectangle 634"/>
              <p:cNvSpPr/>
              <p:nvPr/>
            </p:nvSpPr>
            <p:spPr>
              <a:xfrm>
                <a:off x="2461" y="24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5" name="Rectangle 635"/>
              <p:cNvSpPr/>
              <p:nvPr/>
            </p:nvSpPr>
            <p:spPr>
              <a:xfrm>
                <a:off x="2466" y="240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6" name="Rectangle 636"/>
              <p:cNvSpPr/>
              <p:nvPr/>
            </p:nvSpPr>
            <p:spPr>
              <a:xfrm>
                <a:off x="2476" y="2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7" name="Rectangle 637"/>
              <p:cNvSpPr/>
              <p:nvPr/>
            </p:nvSpPr>
            <p:spPr>
              <a:xfrm>
                <a:off x="2481" y="23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8" name="Rectangle 638"/>
              <p:cNvSpPr/>
              <p:nvPr/>
            </p:nvSpPr>
            <p:spPr>
              <a:xfrm>
                <a:off x="2486" y="239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19" name="Rectangle 639"/>
              <p:cNvSpPr/>
              <p:nvPr/>
            </p:nvSpPr>
            <p:spPr>
              <a:xfrm>
                <a:off x="2492" y="238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0" name="Rectangle 640"/>
              <p:cNvSpPr/>
              <p:nvPr/>
            </p:nvSpPr>
            <p:spPr>
              <a:xfrm>
                <a:off x="2502" y="23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1" name="Rectangle 641"/>
              <p:cNvSpPr/>
              <p:nvPr/>
            </p:nvSpPr>
            <p:spPr>
              <a:xfrm>
                <a:off x="2507" y="237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2" name="Rectangle 642"/>
              <p:cNvSpPr/>
              <p:nvPr/>
            </p:nvSpPr>
            <p:spPr>
              <a:xfrm>
                <a:off x="2512" y="2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3" name="Rectangle 643"/>
              <p:cNvSpPr/>
              <p:nvPr/>
            </p:nvSpPr>
            <p:spPr>
              <a:xfrm>
                <a:off x="2522" y="236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4" name="Rectangle 644"/>
              <p:cNvSpPr/>
              <p:nvPr/>
            </p:nvSpPr>
            <p:spPr>
              <a:xfrm>
                <a:off x="2528" y="23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5" name="Rectangle 645"/>
              <p:cNvSpPr/>
              <p:nvPr/>
            </p:nvSpPr>
            <p:spPr>
              <a:xfrm>
                <a:off x="2533" y="23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6" name="Rectangle 646"/>
              <p:cNvSpPr/>
              <p:nvPr/>
            </p:nvSpPr>
            <p:spPr>
              <a:xfrm>
                <a:off x="2538" y="23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7" name="Rectangle 647"/>
              <p:cNvSpPr/>
              <p:nvPr/>
            </p:nvSpPr>
            <p:spPr>
              <a:xfrm>
                <a:off x="2548" y="23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8" name="Rectangle 648"/>
              <p:cNvSpPr/>
              <p:nvPr/>
            </p:nvSpPr>
            <p:spPr>
              <a:xfrm>
                <a:off x="2553" y="2340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29" name="Rectangle 649"/>
              <p:cNvSpPr/>
              <p:nvPr/>
            </p:nvSpPr>
            <p:spPr>
              <a:xfrm>
                <a:off x="1156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0" name="Rectangle 650"/>
              <p:cNvSpPr/>
              <p:nvPr/>
            </p:nvSpPr>
            <p:spPr>
              <a:xfrm>
                <a:off x="1161" y="3329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1" name="Rectangle 651"/>
              <p:cNvSpPr/>
              <p:nvPr/>
            </p:nvSpPr>
            <p:spPr>
              <a:xfrm>
                <a:off x="1172" y="3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2" name="Rectangle 652"/>
              <p:cNvSpPr/>
              <p:nvPr/>
            </p:nvSpPr>
            <p:spPr>
              <a:xfrm>
                <a:off x="1182" y="33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3" name="Rectangle 653"/>
              <p:cNvSpPr/>
              <p:nvPr/>
            </p:nvSpPr>
            <p:spPr>
              <a:xfrm>
                <a:off x="1192" y="33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4" name="Rectangle 654"/>
              <p:cNvSpPr/>
              <p:nvPr/>
            </p:nvSpPr>
            <p:spPr>
              <a:xfrm>
                <a:off x="1203" y="33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5" name="Rectangle 655"/>
              <p:cNvSpPr/>
              <p:nvPr/>
            </p:nvSpPr>
            <p:spPr>
              <a:xfrm>
                <a:off x="1213" y="33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6" name="Rectangle 656"/>
              <p:cNvSpPr/>
              <p:nvPr/>
            </p:nvSpPr>
            <p:spPr>
              <a:xfrm>
                <a:off x="1223" y="336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7" name="Rectangle 657"/>
              <p:cNvSpPr/>
              <p:nvPr/>
            </p:nvSpPr>
            <p:spPr>
              <a:xfrm>
                <a:off x="1234" y="3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8" name="Rectangle 658"/>
              <p:cNvSpPr/>
              <p:nvPr/>
            </p:nvSpPr>
            <p:spPr>
              <a:xfrm>
                <a:off x="1244" y="3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39" name="Rectangle 659"/>
              <p:cNvSpPr/>
              <p:nvPr/>
            </p:nvSpPr>
            <p:spPr>
              <a:xfrm>
                <a:off x="1156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0" name="Rectangle 660"/>
              <p:cNvSpPr/>
              <p:nvPr/>
            </p:nvSpPr>
            <p:spPr>
              <a:xfrm>
                <a:off x="1161" y="331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1" name="Rectangle 661"/>
              <p:cNvSpPr/>
              <p:nvPr/>
            </p:nvSpPr>
            <p:spPr>
              <a:xfrm>
                <a:off x="1167" y="331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2" name="Rectangle 662"/>
              <p:cNvSpPr/>
              <p:nvPr/>
            </p:nvSpPr>
            <p:spPr>
              <a:xfrm>
                <a:off x="1177" y="33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3" name="Rectangle 663"/>
              <p:cNvSpPr/>
              <p:nvPr/>
            </p:nvSpPr>
            <p:spPr>
              <a:xfrm>
                <a:off x="1182" y="33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4" name="Rectangle 664"/>
              <p:cNvSpPr/>
              <p:nvPr/>
            </p:nvSpPr>
            <p:spPr>
              <a:xfrm>
                <a:off x="1187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5" name="Rectangle 665"/>
              <p:cNvSpPr/>
              <p:nvPr/>
            </p:nvSpPr>
            <p:spPr>
              <a:xfrm>
                <a:off x="1192" y="329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6" name="Rectangle 666"/>
              <p:cNvSpPr/>
              <p:nvPr/>
            </p:nvSpPr>
            <p:spPr>
              <a:xfrm>
                <a:off x="1203" y="32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7" name="Rectangle 667"/>
              <p:cNvSpPr/>
              <p:nvPr/>
            </p:nvSpPr>
            <p:spPr>
              <a:xfrm>
                <a:off x="1208" y="32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8" name="Rectangle 668"/>
              <p:cNvSpPr/>
              <p:nvPr/>
            </p:nvSpPr>
            <p:spPr>
              <a:xfrm>
                <a:off x="1213" y="32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49" name="Rectangle 669"/>
              <p:cNvSpPr/>
              <p:nvPr/>
            </p:nvSpPr>
            <p:spPr>
              <a:xfrm>
                <a:off x="1218" y="32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0" name="Rectangle 670"/>
              <p:cNvSpPr/>
              <p:nvPr/>
            </p:nvSpPr>
            <p:spPr>
              <a:xfrm>
                <a:off x="1228" y="326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1" name="Rectangle 671"/>
              <p:cNvSpPr/>
              <p:nvPr/>
            </p:nvSpPr>
            <p:spPr>
              <a:xfrm>
                <a:off x="1234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2" name="Rectangle 672"/>
              <p:cNvSpPr/>
              <p:nvPr/>
            </p:nvSpPr>
            <p:spPr>
              <a:xfrm>
                <a:off x="1239" y="325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3" name="Rectangle 673"/>
              <p:cNvSpPr/>
              <p:nvPr/>
            </p:nvSpPr>
            <p:spPr>
              <a:xfrm>
                <a:off x="1244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4" name="Rectangle 674"/>
              <p:cNvSpPr/>
              <p:nvPr/>
            </p:nvSpPr>
            <p:spPr>
              <a:xfrm>
                <a:off x="1254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5" name="Rectangle 675"/>
              <p:cNvSpPr/>
              <p:nvPr/>
            </p:nvSpPr>
            <p:spPr>
              <a:xfrm>
                <a:off x="1259" y="324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6" name="Rectangle 676"/>
              <p:cNvSpPr/>
              <p:nvPr/>
            </p:nvSpPr>
            <p:spPr>
              <a:xfrm>
                <a:off x="1265" y="32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7" name="Rectangle 677"/>
              <p:cNvSpPr/>
              <p:nvPr/>
            </p:nvSpPr>
            <p:spPr>
              <a:xfrm>
                <a:off x="1270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8" name="Rectangle 678"/>
              <p:cNvSpPr/>
              <p:nvPr/>
            </p:nvSpPr>
            <p:spPr>
              <a:xfrm>
                <a:off x="1280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59" name="Rectangle 679"/>
              <p:cNvSpPr/>
              <p:nvPr/>
            </p:nvSpPr>
            <p:spPr>
              <a:xfrm>
                <a:off x="1285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0" name="Rectangle 680"/>
              <p:cNvSpPr/>
              <p:nvPr/>
            </p:nvSpPr>
            <p:spPr>
              <a:xfrm>
                <a:off x="1290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1" name="Rectangle 681"/>
              <p:cNvSpPr/>
              <p:nvPr/>
            </p:nvSpPr>
            <p:spPr>
              <a:xfrm>
                <a:off x="1295" y="321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2" name="Rectangle 682"/>
              <p:cNvSpPr/>
              <p:nvPr/>
            </p:nvSpPr>
            <p:spPr>
              <a:xfrm>
                <a:off x="1306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3" name="Rectangle 683"/>
              <p:cNvSpPr/>
              <p:nvPr/>
            </p:nvSpPr>
            <p:spPr>
              <a:xfrm>
                <a:off x="1311" y="3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4" name="Rectangle 684"/>
              <p:cNvSpPr/>
              <p:nvPr/>
            </p:nvSpPr>
            <p:spPr>
              <a:xfrm>
                <a:off x="1316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5" name="Rectangle 685"/>
              <p:cNvSpPr/>
              <p:nvPr/>
            </p:nvSpPr>
            <p:spPr>
              <a:xfrm>
                <a:off x="1321" y="319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6" name="Rectangle 686"/>
              <p:cNvSpPr/>
              <p:nvPr/>
            </p:nvSpPr>
            <p:spPr>
              <a:xfrm>
                <a:off x="1332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7" name="Rectangle 687"/>
              <p:cNvSpPr/>
              <p:nvPr/>
            </p:nvSpPr>
            <p:spPr>
              <a:xfrm>
                <a:off x="1337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8" name="Rectangle 688"/>
              <p:cNvSpPr/>
              <p:nvPr/>
            </p:nvSpPr>
            <p:spPr>
              <a:xfrm>
                <a:off x="1342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69" name="Rectangle 689"/>
              <p:cNvSpPr/>
              <p:nvPr/>
            </p:nvSpPr>
            <p:spPr>
              <a:xfrm>
                <a:off x="1347" y="31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0" name="Rectangle 690"/>
              <p:cNvSpPr/>
              <p:nvPr/>
            </p:nvSpPr>
            <p:spPr>
              <a:xfrm>
                <a:off x="1357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1" name="Rectangle 691"/>
              <p:cNvSpPr/>
              <p:nvPr/>
            </p:nvSpPr>
            <p:spPr>
              <a:xfrm>
                <a:off x="1362" y="316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2" name="Rectangle 692"/>
              <p:cNvSpPr/>
              <p:nvPr/>
            </p:nvSpPr>
            <p:spPr>
              <a:xfrm>
                <a:off x="1368" y="315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3" name="Rectangle 693"/>
              <p:cNvSpPr/>
              <p:nvPr/>
            </p:nvSpPr>
            <p:spPr>
              <a:xfrm>
                <a:off x="1373" y="31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4" name="Rectangle 694"/>
              <p:cNvSpPr/>
              <p:nvPr/>
            </p:nvSpPr>
            <p:spPr>
              <a:xfrm>
                <a:off x="1383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5" name="Rectangle 695"/>
              <p:cNvSpPr/>
              <p:nvPr/>
            </p:nvSpPr>
            <p:spPr>
              <a:xfrm>
                <a:off x="1388" y="31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6" name="Rectangle 696"/>
              <p:cNvSpPr/>
              <p:nvPr/>
            </p:nvSpPr>
            <p:spPr>
              <a:xfrm>
                <a:off x="1393" y="313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7" name="Rectangle 697"/>
              <p:cNvSpPr/>
              <p:nvPr/>
            </p:nvSpPr>
            <p:spPr>
              <a:xfrm>
                <a:off x="1404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8" name="Rectangle 698"/>
              <p:cNvSpPr/>
              <p:nvPr/>
            </p:nvSpPr>
            <p:spPr>
              <a:xfrm>
                <a:off x="1409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79" name="Rectangle 699"/>
              <p:cNvSpPr/>
              <p:nvPr/>
            </p:nvSpPr>
            <p:spPr>
              <a:xfrm>
                <a:off x="1414" y="31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0" name="Rectangle 700"/>
              <p:cNvSpPr/>
              <p:nvPr/>
            </p:nvSpPr>
            <p:spPr>
              <a:xfrm>
                <a:off x="1419" y="311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1" name="Rectangle 701"/>
              <p:cNvSpPr/>
              <p:nvPr/>
            </p:nvSpPr>
            <p:spPr>
              <a:xfrm>
                <a:off x="1430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2" name="Rectangle 702"/>
              <p:cNvSpPr/>
              <p:nvPr/>
            </p:nvSpPr>
            <p:spPr>
              <a:xfrm>
                <a:off x="1435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3" name="Rectangle 703"/>
              <p:cNvSpPr/>
              <p:nvPr/>
            </p:nvSpPr>
            <p:spPr>
              <a:xfrm>
                <a:off x="1440" y="30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4" name="Rectangle 704"/>
              <p:cNvSpPr/>
              <p:nvPr/>
            </p:nvSpPr>
            <p:spPr>
              <a:xfrm>
                <a:off x="1445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5" name="Rectangle 705"/>
              <p:cNvSpPr/>
              <p:nvPr/>
            </p:nvSpPr>
            <p:spPr>
              <a:xfrm>
                <a:off x="1455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6" name="Rectangle 706"/>
              <p:cNvSpPr/>
              <p:nvPr/>
            </p:nvSpPr>
            <p:spPr>
              <a:xfrm>
                <a:off x="1460" y="308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7" name="Rectangle 707"/>
              <p:cNvSpPr/>
              <p:nvPr/>
            </p:nvSpPr>
            <p:spPr>
              <a:xfrm>
                <a:off x="1466" y="30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8" name="Rectangle 708"/>
              <p:cNvSpPr/>
              <p:nvPr/>
            </p:nvSpPr>
            <p:spPr>
              <a:xfrm>
                <a:off x="1471" y="30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89" name="Rectangle 709"/>
              <p:cNvSpPr/>
              <p:nvPr/>
            </p:nvSpPr>
            <p:spPr>
              <a:xfrm>
                <a:off x="1481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0" name="Rectangle 710"/>
              <p:cNvSpPr/>
              <p:nvPr/>
            </p:nvSpPr>
            <p:spPr>
              <a:xfrm>
                <a:off x="1486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1" name="Rectangle 711"/>
              <p:cNvSpPr/>
              <p:nvPr/>
            </p:nvSpPr>
            <p:spPr>
              <a:xfrm>
                <a:off x="1491" y="305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2" name="Rectangle 712"/>
              <p:cNvSpPr/>
              <p:nvPr/>
            </p:nvSpPr>
            <p:spPr>
              <a:xfrm>
                <a:off x="1497" y="30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3" name="Rectangle 713"/>
              <p:cNvSpPr/>
              <p:nvPr/>
            </p:nvSpPr>
            <p:spPr>
              <a:xfrm>
                <a:off x="1507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4" name="Rectangle 714"/>
              <p:cNvSpPr/>
              <p:nvPr/>
            </p:nvSpPr>
            <p:spPr>
              <a:xfrm>
                <a:off x="1512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5" name="Rectangle 715"/>
              <p:cNvSpPr/>
              <p:nvPr/>
            </p:nvSpPr>
            <p:spPr>
              <a:xfrm>
                <a:off x="1517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6" name="Rectangle 716"/>
              <p:cNvSpPr/>
              <p:nvPr/>
            </p:nvSpPr>
            <p:spPr>
              <a:xfrm>
                <a:off x="1522" y="303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7" name="Rectangle 717"/>
              <p:cNvSpPr/>
              <p:nvPr/>
            </p:nvSpPr>
            <p:spPr>
              <a:xfrm>
                <a:off x="1533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8" name="Rectangle 718"/>
              <p:cNvSpPr/>
              <p:nvPr/>
            </p:nvSpPr>
            <p:spPr>
              <a:xfrm>
                <a:off x="1538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099" name="Rectangle 719"/>
              <p:cNvSpPr/>
              <p:nvPr/>
            </p:nvSpPr>
            <p:spPr>
              <a:xfrm>
                <a:off x="1543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0" name="Rectangle 720"/>
              <p:cNvSpPr/>
              <p:nvPr/>
            </p:nvSpPr>
            <p:spPr>
              <a:xfrm>
                <a:off x="1548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1" name="Rectangle 721"/>
              <p:cNvSpPr/>
              <p:nvPr/>
            </p:nvSpPr>
            <p:spPr>
              <a:xfrm>
                <a:off x="1558" y="300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2" name="Rectangle 722"/>
              <p:cNvSpPr/>
              <p:nvPr/>
            </p:nvSpPr>
            <p:spPr>
              <a:xfrm>
                <a:off x="1564" y="30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3" name="Rectangle 723"/>
              <p:cNvSpPr/>
              <p:nvPr/>
            </p:nvSpPr>
            <p:spPr>
              <a:xfrm>
                <a:off x="1569" y="29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4" name="Rectangle 724"/>
              <p:cNvSpPr/>
              <p:nvPr/>
            </p:nvSpPr>
            <p:spPr>
              <a:xfrm>
                <a:off x="1574" y="29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5" name="Rectangle 725"/>
              <p:cNvSpPr/>
              <p:nvPr/>
            </p:nvSpPr>
            <p:spPr>
              <a:xfrm>
                <a:off x="1584" y="298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6" name="Rectangle 726"/>
              <p:cNvSpPr/>
              <p:nvPr/>
            </p:nvSpPr>
            <p:spPr>
              <a:xfrm>
                <a:off x="1589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7" name="Rectangle 727"/>
              <p:cNvSpPr/>
              <p:nvPr/>
            </p:nvSpPr>
            <p:spPr>
              <a:xfrm>
                <a:off x="1594" y="297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8" name="Rectangle 728"/>
              <p:cNvSpPr/>
              <p:nvPr/>
            </p:nvSpPr>
            <p:spPr>
              <a:xfrm>
                <a:off x="1600" y="29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09" name="Rectangle 729"/>
              <p:cNvSpPr/>
              <p:nvPr/>
            </p:nvSpPr>
            <p:spPr>
              <a:xfrm>
                <a:off x="1610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0" name="Rectangle 730"/>
              <p:cNvSpPr/>
              <p:nvPr/>
            </p:nvSpPr>
            <p:spPr>
              <a:xfrm>
                <a:off x="1615" y="29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1" name="Rectangle 731"/>
              <p:cNvSpPr/>
              <p:nvPr/>
            </p:nvSpPr>
            <p:spPr>
              <a:xfrm>
                <a:off x="1620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2" name="Rectangle 732"/>
              <p:cNvSpPr/>
              <p:nvPr/>
            </p:nvSpPr>
            <p:spPr>
              <a:xfrm>
                <a:off x="1625" y="294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3" name="Rectangle 733"/>
              <p:cNvSpPr/>
              <p:nvPr/>
            </p:nvSpPr>
            <p:spPr>
              <a:xfrm>
                <a:off x="1636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4" name="Rectangle 734"/>
              <p:cNvSpPr/>
              <p:nvPr/>
            </p:nvSpPr>
            <p:spPr>
              <a:xfrm>
                <a:off x="1641" y="29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5" name="Rectangle 735"/>
              <p:cNvSpPr/>
              <p:nvPr/>
            </p:nvSpPr>
            <p:spPr>
              <a:xfrm>
                <a:off x="1646" y="29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6" name="Rectangle 736"/>
              <p:cNvSpPr/>
              <p:nvPr/>
            </p:nvSpPr>
            <p:spPr>
              <a:xfrm>
                <a:off x="1651" y="292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7" name="Rectangle 737"/>
              <p:cNvSpPr/>
              <p:nvPr/>
            </p:nvSpPr>
            <p:spPr>
              <a:xfrm>
                <a:off x="1662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8" name="Rectangle 738"/>
              <p:cNvSpPr/>
              <p:nvPr/>
            </p:nvSpPr>
            <p:spPr>
              <a:xfrm>
                <a:off x="1667" y="291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19" name="Rectangle 739"/>
              <p:cNvSpPr/>
              <p:nvPr/>
            </p:nvSpPr>
            <p:spPr>
              <a:xfrm>
                <a:off x="1672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0" name="Rectangle 740"/>
              <p:cNvSpPr/>
              <p:nvPr/>
            </p:nvSpPr>
            <p:spPr>
              <a:xfrm>
                <a:off x="1677" y="29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1" name="Rectangle 741"/>
              <p:cNvSpPr/>
              <p:nvPr/>
            </p:nvSpPr>
            <p:spPr>
              <a:xfrm>
                <a:off x="1687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2" name="Rectangle 742"/>
              <p:cNvSpPr/>
              <p:nvPr/>
            </p:nvSpPr>
            <p:spPr>
              <a:xfrm>
                <a:off x="1692" y="289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3" name="Rectangle 743"/>
              <p:cNvSpPr/>
              <p:nvPr/>
            </p:nvSpPr>
            <p:spPr>
              <a:xfrm>
                <a:off x="1698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4" name="Rectangle 744"/>
              <p:cNvSpPr/>
              <p:nvPr/>
            </p:nvSpPr>
            <p:spPr>
              <a:xfrm>
                <a:off x="1703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5" name="Rectangle 745"/>
              <p:cNvSpPr/>
              <p:nvPr/>
            </p:nvSpPr>
            <p:spPr>
              <a:xfrm>
                <a:off x="1713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6" name="Rectangle 746"/>
              <p:cNvSpPr/>
              <p:nvPr/>
            </p:nvSpPr>
            <p:spPr>
              <a:xfrm>
                <a:off x="1718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7" name="Rectangle 747"/>
              <p:cNvSpPr/>
              <p:nvPr/>
            </p:nvSpPr>
            <p:spPr>
              <a:xfrm>
                <a:off x="1723" y="287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8" name="Rectangle 748"/>
              <p:cNvSpPr/>
              <p:nvPr/>
            </p:nvSpPr>
            <p:spPr>
              <a:xfrm>
                <a:off x="1729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29" name="Rectangle 749"/>
              <p:cNvSpPr/>
              <p:nvPr/>
            </p:nvSpPr>
            <p:spPr>
              <a:xfrm>
                <a:off x="1739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0" name="Rectangle 750"/>
              <p:cNvSpPr/>
              <p:nvPr/>
            </p:nvSpPr>
            <p:spPr>
              <a:xfrm>
                <a:off x="1744" y="28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1" name="Rectangle 751"/>
              <p:cNvSpPr/>
              <p:nvPr/>
            </p:nvSpPr>
            <p:spPr>
              <a:xfrm>
                <a:off x="1749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2" name="Rectangle 752"/>
              <p:cNvSpPr/>
              <p:nvPr/>
            </p:nvSpPr>
            <p:spPr>
              <a:xfrm>
                <a:off x="1754" y="28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3" name="Rectangle 753"/>
              <p:cNvSpPr/>
              <p:nvPr/>
            </p:nvSpPr>
            <p:spPr>
              <a:xfrm>
                <a:off x="1765" y="28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4" name="Rectangle 754"/>
              <p:cNvSpPr/>
              <p:nvPr/>
            </p:nvSpPr>
            <p:spPr>
              <a:xfrm>
                <a:off x="1770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5" name="Rectangle 755"/>
              <p:cNvSpPr/>
              <p:nvPr/>
            </p:nvSpPr>
            <p:spPr>
              <a:xfrm>
                <a:off x="1775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6" name="Rectangle 756"/>
              <p:cNvSpPr/>
              <p:nvPr/>
            </p:nvSpPr>
            <p:spPr>
              <a:xfrm>
                <a:off x="1780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7" name="Rectangle 757"/>
              <p:cNvSpPr/>
              <p:nvPr/>
            </p:nvSpPr>
            <p:spPr>
              <a:xfrm>
                <a:off x="1790" y="282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8" name="Rectangle 758"/>
              <p:cNvSpPr/>
              <p:nvPr/>
            </p:nvSpPr>
            <p:spPr>
              <a:xfrm>
                <a:off x="1796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39" name="Rectangle 759"/>
              <p:cNvSpPr/>
              <p:nvPr/>
            </p:nvSpPr>
            <p:spPr>
              <a:xfrm>
                <a:off x="1801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0" name="Rectangle 760"/>
              <p:cNvSpPr/>
              <p:nvPr/>
            </p:nvSpPr>
            <p:spPr>
              <a:xfrm>
                <a:off x="1806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1" name="Rectangle 761"/>
              <p:cNvSpPr/>
              <p:nvPr/>
            </p:nvSpPr>
            <p:spPr>
              <a:xfrm>
                <a:off x="1816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2" name="Rectangle 762"/>
              <p:cNvSpPr/>
              <p:nvPr/>
            </p:nvSpPr>
            <p:spPr>
              <a:xfrm>
                <a:off x="1821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3" name="Rectangle 763"/>
              <p:cNvSpPr/>
              <p:nvPr/>
            </p:nvSpPr>
            <p:spPr>
              <a:xfrm>
                <a:off x="1826" y="278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4" name="Rectangle 764"/>
              <p:cNvSpPr/>
              <p:nvPr/>
            </p:nvSpPr>
            <p:spPr>
              <a:xfrm>
                <a:off x="1837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5" name="Rectangle 765"/>
              <p:cNvSpPr/>
              <p:nvPr/>
            </p:nvSpPr>
            <p:spPr>
              <a:xfrm>
                <a:off x="1842" y="2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6" name="Rectangle 766"/>
              <p:cNvSpPr/>
              <p:nvPr/>
            </p:nvSpPr>
            <p:spPr>
              <a:xfrm>
                <a:off x="1847" y="2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7" name="Rectangle 767"/>
              <p:cNvSpPr/>
              <p:nvPr/>
            </p:nvSpPr>
            <p:spPr>
              <a:xfrm>
                <a:off x="1852" y="276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8" name="Rectangle 768"/>
              <p:cNvSpPr/>
              <p:nvPr/>
            </p:nvSpPr>
            <p:spPr>
              <a:xfrm>
                <a:off x="1863" y="27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49" name="Rectangle 769"/>
              <p:cNvSpPr/>
              <p:nvPr/>
            </p:nvSpPr>
            <p:spPr>
              <a:xfrm>
                <a:off x="1868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0" name="Rectangle 770"/>
              <p:cNvSpPr/>
              <p:nvPr/>
            </p:nvSpPr>
            <p:spPr>
              <a:xfrm>
                <a:off x="1873" y="27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1" name="Rectangle 771"/>
              <p:cNvSpPr/>
              <p:nvPr/>
            </p:nvSpPr>
            <p:spPr>
              <a:xfrm>
                <a:off x="1878" y="274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2" name="Rectangle 772"/>
              <p:cNvSpPr/>
              <p:nvPr/>
            </p:nvSpPr>
            <p:spPr>
              <a:xfrm>
                <a:off x="1888" y="274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3" name="Rectangle 773"/>
              <p:cNvSpPr/>
              <p:nvPr/>
            </p:nvSpPr>
            <p:spPr>
              <a:xfrm>
                <a:off x="1894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4" name="Rectangle 774"/>
              <p:cNvSpPr/>
              <p:nvPr/>
            </p:nvSpPr>
            <p:spPr>
              <a:xfrm>
                <a:off x="1899" y="27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5" name="Rectangle 775"/>
              <p:cNvSpPr/>
              <p:nvPr/>
            </p:nvSpPr>
            <p:spPr>
              <a:xfrm>
                <a:off x="1904" y="272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6" name="Rectangle 776"/>
              <p:cNvSpPr/>
              <p:nvPr/>
            </p:nvSpPr>
            <p:spPr>
              <a:xfrm>
                <a:off x="1914" y="27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7" name="Rectangle 777"/>
              <p:cNvSpPr/>
              <p:nvPr/>
            </p:nvSpPr>
            <p:spPr>
              <a:xfrm>
                <a:off x="1919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8" name="Rectangle 778"/>
              <p:cNvSpPr/>
              <p:nvPr/>
            </p:nvSpPr>
            <p:spPr>
              <a:xfrm>
                <a:off x="1924" y="271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59" name="Rectangle 779"/>
              <p:cNvSpPr/>
              <p:nvPr/>
            </p:nvSpPr>
            <p:spPr>
              <a:xfrm>
                <a:off x="1930" y="2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0" name="Rectangle 780"/>
              <p:cNvSpPr/>
              <p:nvPr/>
            </p:nvSpPr>
            <p:spPr>
              <a:xfrm>
                <a:off x="1940" y="27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1" name="Rectangle 781"/>
              <p:cNvSpPr/>
              <p:nvPr/>
            </p:nvSpPr>
            <p:spPr>
              <a:xfrm>
                <a:off x="1945" y="26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2" name="Rectangle 782"/>
              <p:cNvSpPr/>
              <p:nvPr/>
            </p:nvSpPr>
            <p:spPr>
              <a:xfrm>
                <a:off x="1950" y="26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3" name="Rectangle 783"/>
              <p:cNvSpPr/>
              <p:nvPr/>
            </p:nvSpPr>
            <p:spPr>
              <a:xfrm>
                <a:off x="1955" y="268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4" name="Rectangle 784"/>
              <p:cNvSpPr/>
              <p:nvPr/>
            </p:nvSpPr>
            <p:spPr>
              <a:xfrm>
                <a:off x="1966" y="268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5" name="Rectangle 785"/>
              <p:cNvSpPr/>
              <p:nvPr/>
            </p:nvSpPr>
            <p:spPr>
              <a:xfrm>
                <a:off x="1971" y="2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6" name="Rectangle 786"/>
              <p:cNvSpPr/>
              <p:nvPr/>
            </p:nvSpPr>
            <p:spPr>
              <a:xfrm>
                <a:off x="1976" y="26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7" name="Rectangle 787"/>
              <p:cNvSpPr/>
              <p:nvPr/>
            </p:nvSpPr>
            <p:spPr>
              <a:xfrm>
                <a:off x="1981" y="26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8" name="Rectangle 788"/>
              <p:cNvSpPr/>
              <p:nvPr/>
            </p:nvSpPr>
            <p:spPr>
              <a:xfrm>
                <a:off x="1991" y="266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69" name="Rectangle 789"/>
              <p:cNvSpPr/>
              <p:nvPr/>
            </p:nvSpPr>
            <p:spPr>
              <a:xfrm>
                <a:off x="1997" y="26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0" name="Rectangle 790"/>
              <p:cNvSpPr/>
              <p:nvPr/>
            </p:nvSpPr>
            <p:spPr>
              <a:xfrm>
                <a:off x="2002" y="26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1" name="Rectangle 791"/>
              <p:cNvSpPr/>
              <p:nvPr/>
            </p:nvSpPr>
            <p:spPr>
              <a:xfrm>
                <a:off x="2007" y="264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2" name="Rectangle 792"/>
              <p:cNvSpPr/>
              <p:nvPr/>
            </p:nvSpPr>
            <p:spPr>
              <a:xfrm>
                <a:off x="2017" y="26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3" name="Rectangle 793"/>
              <p:cNvSpPr/>
              <p:nvPr/>
            </p:nvSpPr>
            <p:spPr>
              <a:xfrm>
                <a:off x="2022" y="263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4" name="Rectangle 794"/>
              <p:cNvSpPr/>
              <p:nvPr/>
            </p:nvSpPr>
            <p:spPr>
              <a:xfrm>
                <a:off x="2028" y="26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5" name="Rectangle 795"/>
              <p:cNvSpPr/>
              <p:nvPr/>
            </p:nvSpPr>
            <p:spPr>
              <a:xfrm>
                <a:off x="2033" y="26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6" name="Rectangle 796"/>
              <p:cNvSpPr/>
              <p:nvPr/>
            </p:nvSpPr>
            <p:spPr>
              <a:xfrm>
                <a:off x="2043" y="26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7" name="Rectangle 797"/>
              <p:cNvSpPr/>
              <p:nvPr/>
            </p:nvSpPr>
            <p:spPr>
              <a:xfrm>
                <a:off x="2048" y="261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8" name="Rectangle 798"/>
              <p:cNvSpPr/>
              <p:nvPr/>
            </p:nvSpPr>
            <p:spPr>
              <a:xfrm>
                <a:off x="2053" y="2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79" name="Rectangle 799"/>
              <p:cNvSpPr/>
              <p:nvPr/>
            </p:nvSpPr>
            <p:spPr>
              <a:xfrm>
                <a:off x="2058" y="260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0" name="Rectangle 800"/>
              <p:cNvSpPr/>
              <p:nvPr/>
            </p:nvSpPr>
            <p:spPr>
              <a:xfrm>
                <a:off x="2069" y="25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1" name="Rectangle 801"/>
              <p:cNvSpPr/>
              <p:nvPr/>
            </p:nvSpPr>
            <p:spPr>
              <a:xfrm>
                <a:off x="2074" y="25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2" name="Rectangle 802"/>
              <p:cNvSpPr/>
              <p:nvPr/>
            </p:nvSpPr>
            <p:spPr>
              <a:xfrm>
                <a:off x="2079" y="25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3" name="Rectangle 803"/>
              <p:cNvSpPr/>
              <p:nvPr/>
            </p:nvSpPr>
            <p:spPr>
              <a:xfrm>
                <a:off x="2084" y="258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4" name="Rectangle 804"/>
              <p:cNvSpPr/>
              <p:nvPr/>
            </p:nvSpPr>
            <p:spPr>
              <a:xfrm>
                <a:off x="2095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5" name="Rectangle 805"/>
              <p:cNvSpPr/>
              <p:nvPr/>
            </p:nvSpPr>
            <p:spPr>
              <a:xfrm>
                <a:off x="2100" y="2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6" name="Rectangle 806"/>
              <p:cNvSpPr/>
              <p:nvPr/>
            </p:nvSpPr>
            <p:spPr>
              <a:xfrm>
                <a:off x="2105" y="25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7" name="Rectangle 807"/>
              <p:cNvSpPr/>
              <p:nvPr/>
            </p:nvSpPr>
            <p:spPr>
              <a:xfrm>
                <a:off x="2110" y="25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8" name="Rectangle 808"/>
              <p:cNvSpPr/>
              <p:nvPr/>
            </p:nvSpPr>
            <p:spPr>
              <a:xfrm>
                <a:off x="2120" y="25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3189" name="Rectangle 809"/>
              <p:cNvSpPr/>
              <p:nvPr/>
            </p:nvSpPr>
            <p:spPr>
              <a:xfrm>
                <a:off x="2125" y="255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2" name="Group 810"/>
            <p:cNvGrpSpPr/>
            <p:nvPr/>
          </p:nvGrpSpPr>
          <p:grpSpPr>
            <a:xfrm>
              <a:off x="1440" y="2289"/>
              <a:ext cx="1309" cy="1190"/>
              <a:chOff x="1440" y="2289"/>
              <a:chExt cx="1309" cy="1190"/>
            </a:xfrm>
          </p:grpSpPr>
          <p:sp>
            <p:nvSpPr>
              <p:cNvPr id="32790" name="Rectangle 811"/>
              <p:cNvSpPr/>
              <p:nvPr/>
            </p:nvSpPr>
            <p:spPr>
              <a:xfrm>
                <a:off x="2131" y="254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91" name="Rectangle 812"/>
              <p:cNvSpPr/>
              <p:nvPr/>
            </p:nvSpPr>
            <p:spPr>
              <a:xfrm>
                <a:off x="2136" y="2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92" name="Rectangle 813"/>
              <p:cNvSpPr/>
              <p:nvPr/>
            </p:nvSpPr>
            <p:spPr>
              <a:xfrm>
                <a:off x="2146" y="2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93" name="Rectangle 814"/>
              <p:cNvSpPr/>
              <p:nvPr/>
            </p:nvSpPr>
            <p:spPr>
              <a:xfrm>
                <a:off x="2151" y="25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94" name="Rectangle 815"/>
              <p:cNvSpPr/>
              <p:nvPr/>
            </p:nvSpPr>
            <p:spPr>
              <a:xfrm>
                <a:off x="2156" y="252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95" name="Rectangle 816"/>
              <p:cNvSpPr/>
              <p:nvPr/>
            </p:nvSpPr>
            <p:spPr>
              <a:xfrm>
                <a:off x="2162" y="25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96" name="Rectangle 817"/>
              <p:cNvSpPr/>
              <p:nvPr/>
            </p:nvSpPr>
            <p:spPr>
              <a:xfrm>
                <a:off x="2172" y="25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97" name="Rectangle 818"/>
              <p:cNvSpPr/>
              <p:nvPr/>
            </p:nvSpPr>
            <p:spPr>
              <a:xfrm>
                <a:off x="2177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98" name="Rectangle 819"/>
              <p:cNvSpPr/>
              <p:nvPr/>
            </p:nvSpPr>
            <p:spPr>
              <a:xfrm>
                <a:off x="2182" y="2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99" name="Rectangle 820"/>
              <p:cNvSpPr/>
              <p:nvPr/>
            </p:nvSpPr>
            <p:spPr>
              <a:xfrm>
                <a:off x="2187" y="250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0" name="Rectangle 821"/>
              <p:cNvSpPr/>
              <p:nvPr/>
            </p:nvSpPr>
            <p:spPr>
              <a:xfrm>
                <a:off x="2198" y="24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1" name="Rectangle 822"/>
              <p:cNvSpPr/>
              <p:nvPr/>
            </p:nvSpPr>
            <p:spPr>
              <a:xfrm>
                <a:off x="2203" y="24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2" name="Rectangle 823"/>
              <p:cNvSpPr/>
              <p:nvPr/>
            </p:nvSpPr>
            <p:spPr>
              <a:xfrm>
                <a:off x="2208" y="24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3" name="Rectangle 824"/>
              <p:cNvSpPr/>
              <p:nvPr/>
            </p:nvSpPr>
            <p:spPr>
              <a:xfrm>
                <a:off x="2213" y="24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4" name="Rectangle 825"/>
              <p:cNvSpPr/>
              <p:nvPr/>
            </p:nvSpPr>
            <p:spPr>
              <a:xfrm>
                <a:off x="2223" y="2474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5" name="Rectangle 826"/>
              <p:cNvSpPr/>
              <p:nvPr/>
            </p:nvSpPr>
            <p:spPr>
              <a:xfrm>
                <a:off x="2229" y="2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6" name="Rectangle 827"/>
              <p:cNvSpPr/>
              <p:nvPr/>
            </p:nvSpPr>
            <p:spPr>
              <a:xfrm>
                <a:off x="2234" y="24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7" name="Rectangle 828"/>
              <p:cNvSpPr/>
              <p:nvPr/>
            </p:nvSpPr>
            <p:spPr>
              <a:xfrm>
                <a:off x="2239" y="24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8" name="Rectangle 829"/>
              <p:cNvSpPr/>
              <p:nvPr/>
            </p:nvSpPr>
            <p:spPr>
              <a:xfrm>
                <a:off x="2249" y="245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09" name="Rectangle 830"/>
              <p:cNvSpPr/>
              <p:nvPr/>
            </p:nvSpPr>
            <p:spPr>
              <a:xfrm>
                <a:off x="2254" y="244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0" name="Rectangle 831"/>
              <p:cNvSpPr/>
              <p:nvPr/>
            </p:nvSpPr>
            <p:spPr>
              <a:xfrm>
                <a:off x="2260" y="244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1" name="Rectangle 832"/>
              <p:cNvSpPr/>
              <p:nvPr/>
            </p:nvSpPr>
            <p:spPr>
              <a:xfrm>
                <a:off x="2270" y="2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2" name="Rectangle 833"/>
              <p:cNvSpPr/>
              <p:nvPr/>
            </p:nvSpPr>
            <p:spPr>
              <a:xfrm>
                <a:off x="2275" y="24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3" name="Rectangle 834"/>
              <p:cNvSpPr/>
              <p:nvPr/>
            </p:nvSpPr>
            <p:spPr>
              <a:xfrm>
                <a:off x="2280" y="24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4" name="Rectangle 835"/>
              <p:cNvSpPr/>
              <p:nvPr/>
            </p:nvSpPr>
            <p:spPr>
              <a:xfrm>
                <a:off x="2285" y="242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5" name="Rectangle 836"/>
              <p:cNvSpPr/>
              <p:nvPr/>
            </p:nvSpPr>
            <p:spPr>
              <a:xfrm>
                <a:off x="2296" y="24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6" name="Rectangle 837"/>
              <p:cNvSpPr/>
              <p:nvPr/>
            </p:nvSpPr>
            <p:spPr>
              <a:xfrm>
                <a:off x="2301" y="24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7" name="Rectangle 838"/>
              <p:cNvSpPr/>
              <p:nvPr/>
            </p:nvSpPr>
            <p:spPr>
              <a:xfrm>
                <a:off x="2306" y="240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8" name="Rectangle 839"/>
              <p:cNvSpPr/>
              <p:nvPr/>
            </p:nvSpPr>
            <p:spPr>
              <a:xfrm>
                <a:off x="2311" y="2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19" name="Rectangle 840"/>
              <p:cNvSpPr/>
              <p:nvPr/>
            </p:nvSpPr>
            <p:spPr>
              <a:xfrm>
                <a:off x="2321" y="239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0" name="Rectangle 841"/>
              <p:cNvSpPr/>
              <p:nvPr/>
            </p:nvSpPr>
            <p:spPr>
              <a:xfrm>
                <a:off x="2327" y="23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1" name="Rectangle 842"/>
              <p:cNvSpPr/>
              <p:nvPr/>
            </p:nvSpPr>
            <p:spPr>
              <a:xfrm>
                <a:off x="2332" y="238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2" name="Rectangle 843"/>
              <p:cNvSpPr/>
              <p:nvPr/>
            </p:nvSpPr>
            <p:spPr>
              <a:xfrm>
                <a:off x="2337" y="23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3" name="Rectangle 844"/>
              <p:cNvSpPr/>
              <p:nvPr/>
            </p:nvSpPr>
            <p:spPr>
              <a:xfrm>
                <a:off x="2347" y="237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4" name="Rectangle 845"/>
              <p:cNvSpPr/>
              <p:nvPr/>
            </p:nvSpPr>
            <p:spPr>
              <a:xfrm>
                <a:off x="2352" y="2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5" name="Rectangle 846"/>
              <p:cNvSpPr/>
              <p:nvPr/>
            </p:nvSpPr>
            <p:spPr>
              <a:xfrm>
                <a:off x="2357" y="236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6" name="Rectangle 847"/>
              <p:cNvSpPr/>
              <p:nvPr/>
            </p:nvSpPr>
            <p:spPr>
              <a:xfrm>
                <a:off x="2363" y="23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7" name="Rectangle 848"/>
              <p:cNvSpPr/>
              <p:nvPr/>
            </p:nvSpPr>
            <p:spPr>
              <a:xfrm>
                <a:off x="2373" y="23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8" name="Rectangle 849"/>
              <p:cNvSpPr/>
              <p:nvPr/>
            </p:nvSpPr>
            <p:spPr>
              <a:xfrm>
                <a:off x="2378" y="23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29" name="Rectangle 850"/>
              <p:cNvSpPr/>
              <p:nvPr/>
            </p:nvSpPr>
            <p:spPr>
              <a:xfrm>
                <a:off x="2383" y="23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0" name="Rectangle 851"/>
              <p:cNvSpPr/>
              <p:nvPr/>
            </p:nvSpPr>
            <p:spPr>
              <a:xfrm>
                <a:off x="2388" y="234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1" name="Rectangle 852"/>
              <p:cNvSpPr/>
              <p:nvPr/>
            </p:nvSpPr>
            <p:spPr>
              <a:xfrm>
                <a:off x="2399" y="23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2" name="Rectangle 853"/>
              <p:cNvSpPr/>
              <p:nvPr/>
            </p:nvSpPr>
            <p:spPr>
              <a:xfrm>
                <a:off x="2404" y="23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3" name="Rectangle 854"/>
              <p:cNvSpPr/>
              <p:nvPr/>
            </p:nvSpPr>
            <p:spPr>
              <a:xfrm>
                <a:off x="2409" y="23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4" name="Rectangle 855"/>
              <p:cNvSpPr/>
              <p:nvPr/>
            </p:nvSpPr>
            <p:spPr>
              <a:xfrm>
                <a:off x="2414" y="232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5" name="Rectangle 856"/>
              <p:cNvSpPr/>
              <p:nvPr/>
            </p:nvSpPr>
            <p:spPr>
              <a:xfrm>
                <a:off x="2425" y="23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6" name="Rectangle 857"/>
              <p:cNvSpPr/>
              <p:nvPr/>
            </p:nvSpPr>
            <p:spPr>
              <a:xfrm>
                <a:off x="2430" y="23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7" name="Rectangle 858"/>
              <p:cNvSpPr/>
              <p:nvPr/>
            </p:nvSpPr>
            <p:spPr>
              <a:xfrm>
                <a:off x="2435" y="230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8" name="Rectangle 859"/>
              <p:cNvSpPr/>
              <p:nvPr/>
            </p:nvSpPr>
            <p:spPr>
              <a:xfrm>
                <a:off x="2440" y="2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39" name="Rectangle 860"/>
              <p:cNvSpPr/>
              <p:nvPr/>
            </p:nvSpPr>
            <p:spPr>
              <a:xfrm>
                <a:off x="2450" y="22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0" name="Rectangle 861"/>
              <p:cNvSpPr/>
              <p:nvPr/>
            </p:nvSpPr>
            <p:spPr>
              <a:xfrm>
                <a:off x="2455" y="228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1" name="Rectangle 862"/>
              <p:cNvSpPr/>
              <p:nvPr/>
            </p:nvSpPr>
            <p:spPr>
              <a:xfrm>
                <a:off x="2646" y="23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2" name="Rectangle 863"/>
              <p:cNvSpPr/>
              <p:nvPr/>
            </p:nvSpPr>
            <p:spPr>
              <a:xfrm>
                <a:off x="2651" y="239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3" name="Rectangle 864"/>
              <p:cNvSpPr/>
              <p:nvPr/>
            </p:nvSpPr>
            <p:spPr>
              <a:xfrm>
                <a:off x="2662" y="2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4" name="Rectangle 865"/>
              <p:cNvSpPr/>
              <p:nvPr/>
            </p:nvSpPr>
            <p:spPr>
              <a:xfrm>
                <a:off x="2672" y="240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5" name="Rectangle 866"/>
              <p:cNvSpPr/>
              <p:nvPr/>
            </p:nvSpPr>
            <p:spPr>
              <a:xfrm>
                <a:off x="2682" y="241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6" name="Rectangle 867"/>
              <p:cNvSpPr/>
              <p:nvPr/>
            </p:nvSpPr>
            <p:spPr>
              <a:xfrm>
                <a:off x="2693" y="24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7" name="Rectangle 868"/>
              <p:cNvSpPr/>
              <p:nvPr/>
            </p:nvSpPr>
            <p:spPr>
              <a:xfrm>
                <a:off x="2703" y="24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8" name="Rectangle 869"/>
              <p:cNvSpPr/>
              <p:nvPr/>
            </p:nvSpPr>
            <p:spPr>
              <a:xfrm>
                <a:off x="2713" y="242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49" name="Rectangle 870"/>
              <p:cNvSpPr/>
              <p:nvPr/>
            </p:nvSpPr>
            <p:spPr>
              <a:xfrm>
                <a:off x="2724" y="24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0" name="Rectangle 871"/>
              <p:cNvSpPr/>
              <p:nvPr/>
            </p:nvSpPr>
            <p:spPr>
              <a:xfrm>
                <a:off x="2734" y="24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1" name="Rectangle 872"/>
              <p:cNvSpPr/>
              <p:nvPr/>
            </p:nvSpPr>
            <p:spPr>
              <a:xfrm>
                <a:off x="2744" y="244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2" name="Rectangle 873"/>
              <p:cNvSpPr/>
              <p:nvPr/>
            </p:nvSpPr>
            <p:spPr>
              <a:xfrm>
                <a:off x="1440" y="34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3" name="Rectangle 874"/>
              <p:cNvSpPr/>
              <p:nvPr/>
            </p:nvSpPr>
            <p:spPr>
              <a:xfrm>
                <a:off x="1445" y="3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4" name="Rectangle 875"/>
              <p:cNvSpPr/>
              <p:nvPr/>
            </p:nvSpPr>
            <p:spPr>
              <a:xfrm>
                <a:off x="1450" y="346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5" name="Rectangle 876"/>
              <p:cNvSpPr/>
              <p:nvPr/>
            </p:nvSpPr>
            <p:spPr>
              <a:xfrm>
                <a:off x="1460" y="345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6" name="Rectangle 877"/>
              <p:cNvSpPr/>
              <p:nvPr/>
            </p:nvSpPr>
            <p:spPr>
              <a:xfrm>
                <a:off x="1466" y="34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7" name="Rectangle 878"/>
              <p:cNvSpPr/>
              <p:nvPr/>
            </p:nvSpPr>
            <p:spPr>
              <a:xfrm>
                <a:off x="1471" y="34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8" name="Rectangle 879"/>
              <p:cNvSpPr/>
              <p:nvPr/>
            </p:nvSpPr>
            <p:spPr>
              <a:xfrm>
                <a:off x="1476" y="34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59" name="Rectangle 880"/>
              <p:cNvSpPr/>
              <p:nvPr/>
            </p:nvSpPr>
            <p:spPr>
              <a:xfrm>
                <a:off x="1486" y="3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0" name="Rectangle 881"/>
              <p:cNvSpPr/>
              <p:nvPr/>
            </p:nvSpPr>
            <p:spPr>
              <a:xfrm>
                <a:off x="1491" y="343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1" name="Rectangle 882"/>
              <p:cNvSpPr/>
              <p:nvPr/>
            </p:nvSpPr>
            <p:spPr>
              <a:xfrm>
                <a:off x="1497" y="342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2" name="Rectangle 883"/>
              <p:cNvSpPr/>
              <p:nvPr/>
            </p:nvSpPr>
            <p:spPr>
              <a:xfrm>
                <a:off x="1507" y="34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3" name="Rectangle 884"/>
              <p:cNvSpPr/>
              <p:nvPr/>
            </p:nvSpPr>
            <p:spPr>
              <a:xfrm>
                <a:off x="1512" y="341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4" name="Rectangle 885"/>
              <p:cNvSpPr/>
              <p:nvPr/>
            </p:nvSpPr>
            <p:spPr>
              <a:xfrm>
                <a:off x="1517" y="34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5" name="Rectangle 886"/>
              <p:cNvSpPr/>
              <p:nvPr/>
            </p:nvSpPr>
            <p:spPr>
              <a:xfrm>
                <a:off x="1522" y="340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6" name="Rectangle 887"/>
              <p:cNvSpPr/>
              <p:nvPr/>
            </p:nvSpPr>
            <p:spPr>
              <a:xfrm>
                <a:off x="1533" y="3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7" name="Rectangle 888"/>
              <p:cNvSpPr/>
              <p:nvPr/>
            </p:nvSpPr>
            <p:spPr>
              <a:xfrm>
                <a:off x="1538" y="339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8" name="Rectangle 889"/>
              <p:cNvSpPr/>
              <p:nvPr/>
            </p:nvSpPr>
            <p:spPr>
              <a:xfrm>
                <a:off x="1543" y="33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69" name="Rectangle 890"/>
              <p:cNvSpPr/>
              <p:nvPr/>
            </p:nvSpPr>
            <p:spPr>
              <a:xfrm>
                <a:off x="1548" y="33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0" name="Rectangle 891"/>
              <p:cNvSpPr/>
              <p:nvPr/>
            </p:nvSpPr>
            <p:spPr>
              <a:xfrm>
                <a:off x="1558" y="338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1" name="Rectangle 892"/>
              <p:cNvSpPr/>
              <p:nvPr/>
            </p:nvSpPr>
            <p:spPr>
              <a:xfrm>
                <a:off x="1564" y="33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2" name="Rectangle 893"/>
              <p:cNvSpPr/>
              <p:nvPr/>
            </p:nvSpPr>
            <p:spPr>
              <a:xfrm>
                <a:off x="1569" y="3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3" name="Rectangle 894"/>
              <p:cNvSpPr/>
              <p:nvPr/>
            </p:nvSpPr>
            <p:spPr>
              <a:xfrm>
                <a:off x="1574" y="3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4" name="Rectangle 895"/>
              <p:cNvSpPr/>
              <p:nvPr/>
            </p:nvSpPr>
            <p:spPr>
              <a:xfrm>
                <a:off x="1584" y="336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5" name="Rectangle 896"/>
              <p:cNvSpPr/>
              <p:nvPr/>
            </p:nvSpPr>
            <p:spPr>
              <a:xfrm>
                <a:off x="1589" y="33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6" name="Rectangle 897"/>
              <p:cNvSpPr/>
              <p:nvPr/>
            </p:nvSpPr>
            <p:spPr>
              <a:xfrm>
                <a:off x="1594" y="335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7" name="Rectangle 898"/>
              <p:cNvSpPr/>
              <p:nvPr/>
            </p:nvSpPr>
            <p:spPr>
              <a:xfrm>
                <a:off x="1600" y="33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8" name="Rectangle 899"/>
              <p:cNvSpPr/>
              <p:nvPr/>
            </p:nvSpPr>
            <p:spPr>
              <a:xfrm>
                <a:off x="1610" y="33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79" name="Rectangle 900"/>
              <p:cNvSpPr/>
              <p:nvPr/>
            </p:nvSpPr>
            <p:spPr>
              <a:xfrm>
                <a:off x="1615" y="33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0" name="Rectangle 901"/>
              <p:cNvSpPr/>
              <p:nvPr/>
            </p:nvSpPr>
            <p:spPr>
              <a:xfrm>
                <a:off x="1620" y="3329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1" name="Rectangle 902"/>
              <p:cNvSpPr/>
              <p:nvPr/>
            </p:nvSpPr>
            <p:spPr>
              <a:xfrm>
                <a:off x="1631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2" name="Rectangle 903"/>
              <p:cNvSpPr/>
              <p:nvPr/>
            </p:nvSpPr>
            <p:spPr>
              <a:xfrm>
                <a:off x="1636" y="33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3" name="Rectangle 904"/>
              <p:cNvSpPr/>
              <p:nvPr/>
            </p:nvSpPr>
            <p:spPr>
              <a:xfrm>
                <a:off x="1641" y="331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4" name="Rectangle 905"/>
              <p:cNvSpPr/>
              <p:nvPr/>
            </p:nvSpPr>
            <p:spPr>
              <a:xfrm>
                <a:off x="1646" y="33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5" name="Rectangle 906"/>
              <p:cNvSpPr/>
              <p:nvPr/>
            </p:nvSpPr>
            <p:spPr>
              <a:xfrm>
                <a:off x="1656" y="330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6" name="Rectangle 907"/>
              <p:cNvSpPr/>
              <p:nvPr/>
            </p:nvSpPr>
            <p:spPr>
              <a:xfrm>
                <a:off x="1662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7" name="Rectangle 908"/>
              <p:cNvSpPr/>
              <p:nvPr/>
            </p:nvSpPr>
            <p:spPr>
              <a:xfrm>
                <a:off x="1667" y="329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8" name="Rectangle 909"/>
              <p:cNvSpPr/>
              <p:nvPr/>
            </p:nvSpPr>
            <p:spPr>
              <a:xfrm>
                <a:off x="1672" y="32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89" name="Rectangle 910"/>
              <p:cNvSpPr/>
              <p:nvPr/>
            </p:nvSpPr>
            <p:spPr>
              <a:xfrm>
                <a:off x="1682" y="32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0" name="Rectangle 911"/>
              <p:cNvSpPr/>
              <p:nvPr/>
            </p:nvSpPr>
            <p:spPr>
              <a:xfrm>
                <a:off x="1687" y="32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1" name="Rectangle 912"/>
              <p:cNvSpPr/>
              <p:nvPr/>
            </p:nvSpPr>
            <p:spPr>
              <a:xfrm>
                <a:off x="1692" y="327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2" name="Rectangle 913"/>
              <p:cNvSpPr/>
              <p:nvPr/>
            </p:nvSpPr>
            <p:spPr>
              <a:xfrm>
                <a:off x="1698" y="32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3" name="Rectangle 914"/>
              <p:cNvSpPr/>
              <p:nvPr/>
            </p:nvSpPr>
            <p:spPr>
              <a:xfrm>
                <a:off x="1708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4" name="Rectangle 915"/>
              <p:cNvSpPr/>
              <p:nvPr/>
            </p:nvSpPr>
            <p:spPr>
              <a:xfrm>
                <a:off x="1713" y="325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5" name="Rectangle 916"/>
              <p:cNvSpPr/>
              <p:nvPr/>
            </p:nvSpPr>
            <p:spPr>
              <a:xfrm>
                <a:off x="1718" y="325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6" name="Rectangle 917"/>
              <p:cNvSpPr/>
              <p:nvPr/>
            </p:nvSpPr>
            <p:spPr>
              <a:xfrm>
                <a:off x="1729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7" name="Rectangle 918"/>
              <p:cNvSpPr/>
              <p:nvPr/>
            </p:nvSpPr>
            <p:spPr>
              <a:xfrm>
                <a:off x="1734" y="32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8" name="Rectangle 919"/>
              <p:cNvSpPr/>
              <p:nvPr/>
            </p:nvSpPr>
            <p:spPr>
              <a:xfrm>
                <a:off x="1739" y="32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899" name="Rectangle 920"/>
              <p:cNvSpPr/>
              <p:nvPr/>
            </p:nvSpPr>
            <p:spPr>
              <a:xfrm>
                <a:off x="1744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0" name="Rectangle 921"/>
              <p:cNvSpPr/>
              <p:nvPr/>
            </p:nvSpPr>
            <p:spPr>
              <a:xfrm>
                <a:off x="1754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1" name="Rectangle 922"/>
              <p:cNvSpPr/>
              <p:nvPr/>
            </p:nvSpPr>
            <p:spPr>
              <a:xfrm>
                <a:off x="1759" y="322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2" name="Rectangle 923"/>
              <p:cNvSpPr/>
              <p:nvPr/>
            </p:nvSpPr>
            <p:spPr>
              <a:xfrm>
                <a:off x="1765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3" name="Rectangle 924"/>
              <p:cNvSpPr/>
              <p:nvPr/>
            </p:nvSpPr>
            <p:spPr>
              <a:xfrm>
                <a:off x="1770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4" name="Rectangle 925"/>
              <p:cNvSpPr/>
              <p:nvPr/>
            </p:nvSpPr>
            <p:spPr>
              <a:xfrm>
                <a:off x="1780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5" name="Rectangle 926"/>
              <p:cNvSpPr/>
              <p:nvPr/>
            </p:nvSpPr>
            <p:spPr>
              <a:xfrm>
                <a:off x="1785" y="3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6" name="Rectangle 927"/>
              <p:cNvSpPr/>
              <p:nvPr/>
            </p:nvSpPr>
            <p:spPr>
              <a:xfrm>
                <a:off x="1790" y="319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7" name="Rectangle 928"/>
              <p:cNvSpPr/>
              <p:nvPr/>
            </p:nvSpPr>
            <p:spPr>
              <a:xfrm>
                <a:off x="1796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8" name="Rectangle 929"/>
              <p:cNvSpPr/>
              <p:nvPr/>
            </p:nvSpPr>
            <p:spPr>
              <a:xfrm>
                <a:off x="1806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09" name="Rectangle 930"/>
              <p:cNvSpPr/>
              <p:nvPr/>
            </p:nvSpPr>
            <p:spPr>
              <a:xfrm>
                <a:off x="1811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0" name="Rectangle 931"/>
              <p:cNvSpPr/>
              <p:nvPr/>
            </p:nvSpPr>
            <p:spPr>
              <a:xfrm>
                <a:off x="1816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1" name="Rectangle 932"/>
              <p:cNvSpPr/>
              <p:nvPr/>
            </p:nvSpPr>
            <p:spPr>
              <a:xfrm>
                <a:off x="1826" y="317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2" name="Rectangle 933"/>
              <p:cNvSpPr/>
              <p:nvPr/>
            </p:nvSpPr>
            <p:spPr>
              <a:xfrm>
                <a:off x="1832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3" name="Rectangle 934"/>
              <p:cNvSpPr/>
              <p:nvPr/>
            </p:nvSpPr>
            <p:spPr>
              <a:xfrm>
                <a:off x="1837" y="31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4" name="Rectangle 935"/>
              <p:cNvSpPr/>
              <p:nvPr/>
            </p:nvSpPr>
            <p:spPr>
              <a:xfrm>
                <a:off x="1842" y="315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5" name="Rectangle 936"/>
              <p:cNvSpPr/>
              <p:nvPr/>
            </p:nvSpPr>
            <p:spPr>
              <a:xfrm>
                <a:off x="1852" y="31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6" name="Rectangle 937"/>
              <p:cNvSpPr/>
              <p:nvPr/>
            </p:nvSpPr>
            <p:spPr>
              <a:xfrm>
                <a:off x="1857" y="314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7" name="Rectangle 938"/>
              <p:cNvSpPr/>
              <p:nvPr/>
            </p:nvSpPr>
            <p:spPr>
              <a:xfrm>
                <a:off x="1863" y="31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8" name="Rectangle 939"/>
              <p:cNvSpPr/>
              <p:nvPr/>
            </p:nvSpPr>
            <p:spPr>
              <a:xfrm>
                <a:off x="1868" y="31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19" name="Rectangle 940"/>
              <p:cNvSpPr/>
              <p:nvPr/>
            </p:nvSpPr>
            <p:spPr>
              <a:xfrm>
                <a:off x="1878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0" name="Rectangle 941"/>
              <p:cNvSpPr/>
              <p:nvPr/>
            </p:nvSpPr>
            <p:spPr>
              <a:xfrm>
                <a:off x="1883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1" name="Rectangle 942"/>
              <p:cNvSpPr/>
              <p:nvPr/>
            </p:nvSpPr>
            <p:spPr>
              <a:xfrm>
                <a:off x="1888" y="311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2" name="Rectangle 943"/>
              <p:cNvSpPr/>
              <p:nvPr/>
            </p:nvSpPr>
            <p:spPr>
              <a:xfrm>
                <a:off x="1894" y="31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3" name="Rectangle 944"/>
              <p:cNvSpPr/>
              <p:nvPr/>
            </p:nvSpPr>
            <p:spPr>
              <a:xfrm>
                <a:off x="1904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4" name="Rectangle 945"/>
              <p:cNvSpPr/>
              <p:nvPr/>
            </p:nvSpPr>
            <p:spPr>
              <a:xfrm>
                <a:off x="1909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5" name="Rectangle 946"/>
              <p:cNvSpPr/>
              <p:nvPr/>
            </p:nvSpPr>
            <p:spPr>
              <a:xfrm>
                <a:off x="1914" y="30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6" name="Rectangle 947"/>
              <p:cNvSpPr/>
              <p:nvPr/>
            </p:nvSpPr>
            <p:spPr>
              <a:xfrm>
                <a:off x="1919" y="309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7" name="Rectangle 948"/>
              <p:cNvSpPr/>
              <p:nvPr/>
            </p:nvSpPr>
            <p:spPr>
              <a:xfrm>
                <a:off x="1930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8" name="Rectangle 949"/>
              <p:cNvSpPr/>
              <p:nvPr/>
            </p:nvSpPr>
            <p:spPr>
              <a:xfrm>
                <a:off x="1935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29" name="Rectangle 950"/>
              <p:cNvSpPr/>
              <p:nvPr/>
            </p:nvSpPr>
            <p:spPr>
              <a:xfrm>
                <a:off x="1940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0" name="Rectangle 951"/>
              <p:cNvSpPr/>
              <p:nvPr/>
            </p:nvSpPr>
            <p:spPr>
              <a:xfrm>
                <a:off x="1950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1" name="Rectangle 952"/>
              <p:cNvSpPr/>
              <p:nvPr/>
            </p:nvSpPr>
            <p:spPr>
              <a:xfrm>
                <a:off x="1955" y="306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2" name="Rectangle 953"/>
              <p:cNvSpPr/>
              <p:nvPr/>
            </p:nvSpPr>
            <p:spPr>
              <a:xfrm>
                <a:off x="1961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3" name="Rectangle 954"/>
              <p:cNvSpPr/>
              <p:nvPr/>
            </p:nvSpPr>
            <p:spPr>
              <a:xfrm>
                <a:off x="1966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4" name="Rectangle 955"/>
              <p:cNvSpPr/>
              <p:nvPr/>
            </p:nvSpPr>
            <p:spPr>
              <a:xfrm>
                <a:off x="1976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5" name="Rectangle 956"/>
              <p:cNvSpPr/>
              <p:nvPr/>
            </p:nvSpPr>
            <p:spPr>
              <a:xfrm>
                <a:off x="1981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6" name="Rectangle 957"/>
              <p:cNvSpPr/>
              <p:nvPr/>
            </p:nvSpPr>
            <p:spPr>
              <a:xfrm>
                <a:off x="1986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7" name="Rectangle 958"/>
              <p:cNvSpPr/>
              <p:nvPr/>
            </p:nvSpPr>
            <p:spPr>
              <a:xfrm>
                <a:off x="1991" y="303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8" name="Rectangle 959"/>
              <p:cNvSpPr/>
              <p:nvPr/>
            </p:nvSpPr>
            <p:spPr>
              <a:xfrm>
                <a:off x="2002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39" name="Rectangle 960"/>
              <p:cNvSpPr/>
              <p:nvPr/>
            </p:nvSpPr>
            <p:spPr>
              <a:xfrm>
                <a:off x="2007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0" name="Rectangle 961"/>
              <p:cNvSpPr/>
              <p:nvPr/>
            </p:nvSpPr>
            <p:spPr>
              <a:xfrm>
                <a:off x="2012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1" name="Rectangle 962"/>
              <p:cNvSpPr/>
              <p:nvPr/>
            </p:nvSpPr>
            <p:spPr>
              <a:xfrm>
                <a:off x="2017" y="301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2" name="Rectangle 963"/>
              <p:cNvSpPr/>
              <p:nvPr/>
            </p:nvSpPr>
            <p:spPr>
              <a:xfrm>
                <a:off x="2028" y="30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3" name="Rectangle 964"/>
              <p:cNvSpPr/>
              <p:nvPr/>
            </p:nvSpPr>
            <p:spPr>
              <a:xfrm>
                <a:off x="2033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4" name="Rectangle 965"/>
              <p:cNvSpPr/>
              <p:nvPr/>
            </p:nvSpPr>
            <p:spPr>
              <a:xfrm>
                <a:off x="2038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5" name="Rectangle 966"/>
              <p:cNvSpPr/>
              <p:nvPr/>
            </p:nvSpPr>
            <p:spPr>
              <a:xfrm>
                <a:off x="2048" y="29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6" name="Rectangle 967"/>
              <p:cNvSpPr/>
              <p:nvPr/>
            </p:nvSpPr>
            <p:spPr>
              <a:xfrm>
                <a:off x="2053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7" name="Rectangle 968"/>
              <p:cNvSpPr/>
              <p:nvPr/>
            </p:nvSpPr>
            <p:spPr>
              <a:xfrm>
                <a:off x="2058" y="2984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8" name="Rectangle 969"/>
              <p:cNvSpPr/>
              <p:nvPr/>
            </p:nvSpPr>
            <p:spPr>
              <a:xfrm>
                <a:off x="2064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49" name="Rectangle 970"/>
              <p:cNvSpPr/>
              <p:nvPr/>
            </p:nvSpPr>
            <p:spPr>
              <a:xfrm>
                <a:off x="2074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0" name="Rectangle 971"/>
              <p:cNvSpPr/>
              <p:nvPr/>
            </p:nvSpPr>
            <p:spPr>
              <a:xfrm>
                <a:off x="2079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1" name="Rectangle 972"/>
              <p:cNvSpPr/>
              <p:nvPr/>
            </p:nvSpPr>
            <p:spPr>
              <a:xfrm>
                <a:off x="2084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2" name="Rectangle 973"/>
              <p:cNvSpPr/>
              <p:nvPr/>
            </p:nvSpPr>
            <p:spPr>
              <a:xfrm>
                <a:off x="2089" y="295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3" name="Rectangle 974"/>
              <p:cNvSpPr/>
              <p:nvPr/>
            </p:nvSpPr>
            <p:spPr>
              <a:xfrm>
                <a:off x="2100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4" name="Rectangle 975"/>
              <p:cNvSpPr/>
              <p:nvPr/>
            </p:nvSpPr>
            <p:spPr>
              <a:xfrm>
                <a:off x="2105" y="29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5" name="Rectangle 976"/>
              <p:cNvSpPr/>
              <p:nvPr/>
            </p:nvSpPr>
            <p:spPr>
              <a:xfrm>
                <a:off x="2110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6" name="Rectangle 977"/>
              <p:cNvSpPr/>
              <p:nvPr/>
            </p:nvSpPr>
            <p:spPr>
              <a:xfrm>
                <a:off x="2115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7" name="Rectangle 978"/>
              <p:cNvSpPr/>
              <p:nvPr/>
            </p:nvSpPr>
            <p:spPr>
              <a:xfrm>
                <a:off x="2125" y="293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8" name="Rectangle 979"/>
              <p:cNvSpPr/>
              <p:nvPr/>
            </p:nvSpPr>
            <p:spPr>
              <a:xfrm>
                <a:off x="2131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59" name="Rectangle 980"/>
              <p:cNvSpPr/>
              <p:nvPr/>
            </p:nvSpPr>
            <p:spPr>
              <a:xfrm>
                <a:off x="2136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0" name="Rectangle 981"/>
              <p:cNvSpPr/>
              <p:nvPr/>
            </p:nvSpPr>
            <p:spPr>
              <a:xfrm>
                <a:off x="2141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1" name="Rectangle 982"/>
              <p:cNvSpPr/>
              <p:nvPr/>
            </p:nvSpPr>
            <p:spPr>
              <a:xfrm>
                <a:off x="2151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2" name="Rectangle 983"/>
              <p:cNvSpPr/>
              <p:nvPr/>
            </p:nvSpPr>
            <p:spPr>
              <a:xfrm>
                <a:off x="2156" y="290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3" name="Rectangle 984"/>
              <p:cNvSpPr/>
              <p:nvPr/>
            </p:nvSpPr>
            <p:spPr>
              <a:xfrm>
                <a:off x="2162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4" name="Rectangle 985"/>
              <p:cNvSpPr/>
              <p:nvPr/>
            </p:nvSpPr>
            <p:spPr>
              <a:xfrm>
                <a:off x="2172" y="28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5" name="Rectangle 986"/>
              <p:cNvSpPr/>
              <p:nvPr/>
            </p:nvSpPr>
            <p:spPr>
              <a:xfrm>
                <a:off x="2177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6" name="Rectangle 987"/>
              <p:cNvSpPr/>
              <p:nvPr/>
            </p:nvSpPr>
            <p:spPr>
              <a:xfrm>
                <a:off x="2182" y="288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7" name="Rectangle 988"/>
              <p:cNvSpPr/>
              <p:nvPr/>
            </p:nvSpPr>
            <p:spPr>
              <a:xfrm>
                <a:off x="2187" y="288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8" name="Rectangle 989"/>
              <p:cNvSpPr/>
              <p:nvPr/>
            </p:nvSpPr>
            <p:spPr>
              <a:xfrm>
                <a:off x="2198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69" name="Rectangle 990"/>
              <p:cNvSpPr/>
              <p:nvPr/>
            </p:nvSpPr>
            <p:spPr>
              <a:xfrm>
                <a:off x="2203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0" name="Rectangle 991"/>
              <p:cNvSpPr/>
              <p:nvPr/>
            </p:nvSpPr>
            <p:spPr>
              <a:xfrm>
                <a:off x="2208" y="28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1" name="Rectangle 992"/>
              <p:cNvSpPr/>
              <p:nvPr/>
            </p:nvSpPr>
            <p:spPr>
              <a:xfrm>
                <a:off x="2213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2" name="Rectangle 993"/>
              <p:cNvSpPr/>
              <p:nvPr/>
            </p:nvSpPr>
            <p:spPr>
              <a:xfrm>
                <a:off x="2223" y="285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3" name="Rectangle 994"/>
              <p:cNvSpPr/>
              <p:nvPr/>
            </p:nvSpPr>
            <p:spPr>
              <a:xfrm>
                <a:off x="2229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4" name="Rectangle 995"/>
              <p:cNvSpPr/>
              <p:nvPr/>
            </p:nvSpPr>
            <p:spPr>
              <a:xfrm>
                <a:off x="2234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5" name="Rectangle 996"/>
              <p:cNvSpPr/>
              <p:nvPr/>
            </p:nvSpPr>
            <p:spPr>
              <a:xfrm>
                <a:off x="2239" y="28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6" name="Rectangle 997"/>
              <p:cNvSpPr/>
              <p:nvPr/>
            </p:nvSpPr>
            <p:spPr>
              <a:xfrm>
                <a:off x="2249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7" name="Rectangle 998"/>
              <p:cNvSpPr/>
              <p:nvPr/>
            </p:nvSpPr>
            <p:spPr>
              <a:xfrm>
                <a:off x="2254" y="283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8" name="Rectangle 999"/>
              <p:cNvSpPr/>
              <p:nvPr/>
            </p:nvSpPr>
            <p:spPr>
              <a:xfrm>
                <a:off x="2260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79" name="Rectangle 1000"/>
              <p:cNvSpPr/>
              <p:nvPr/>
            </p:nvSpPr>
            <p:spPr>
              <a:xfrm>
                <a:off x="2270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0" name="Rectangle 1001"/>
              <p:cNvSpPr/>
              <p:nvPr/>
            </p:nvSpPr>
            <p:spPr>
              <a:xfrm>
                <a:off x="2275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1" name="Rectangle 1002"/>
              <p:cNvSpPr/>
              <p:nvPr/>
            </p:nvSpPr>
            <p:spPr>
              <a:xfrm>
                <a:off x="2280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2" name="Rectangle 1003"/>
              <p:cNvSpPr/>
              <p:nvPr/>
            </p:nvSpPr>
            <p:spPr>
              <a:xfrm>
                <a:off x="2285" y="280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3" name="Rectangle 1004"/>
              <p:cNvSpPr/>
              <p:nvPr/>
            </p:nvSpPr>
            <p:spPr>
              <a:xfrm>
                <a:off x="2296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4" name="Rectangle 1005"/>
              <p:cNvSpPr/>
              <p:nvPr/>
            </p:nvSpPr>
            <p:spPr>
              <a:xfrm>
                <a:off x="2301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5" name="Rectangle 1006"/>
              <p:cNvSpPr/>
              <p:nvPr/>
            </p:nvSpPr>
            <p:spPr>
              <a:xfrm>
                <a:off x="2306" y="27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6" name="Rectangle 1007"/>
              <p:cNvSpPr/>
              <p:nvPr/>
            </p:nvSpPr>
            <p:spPr>
              <a:xfrm>
                <a:off x="2311" y="278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7" name="Rectangle 1008"/>
              <p:cNvSpPr/>
              <p:nvPr/>
            </p:nvSpPr>
            <p:spPr>
              <a:xfrm>
                <a:off x="2321" y="277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8" name="Rectangle 1009"/>
              <p:cNvSpPr/>
              <p:nvPr/>
            </p:nvSpPr>
            <p:spPr>
              <a:xfrm>
                <a:off x="2327" y="2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989" name="Rectangle 1010"/>
              <p:cNvSpPr/>
              <p:nvPr/>
            </p:nvSpPr>
            <p:spPr>
              <a:xfrm>
                <a:off x="2332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3" name="Group 1011"/>
            <p:cNvGrpSpPr/>
            <p:nvPr/>
          </p:nvGrpSpPr>
          <p:grpSpPr>
            <a:xfrm>
              <a:off x="1347" y="2443"/>
              <a:ext cx="1402" cy="1036"/>
              <a:chOff x="1347" y="2443"/>
              <a:chExt cx="1402" cy="1036"/>
            </a:xfrm>
          </p:grpSpPr>
          <p:sp>
            <p:nvSpPr>
              <p:cNvPr id="32590" name="Rectangle 1012"/>
              <p:cNvSpPr/>
              <p:nvPr/>
            </p:nvSpPr>
            <p:spPr>
              <a:xfrm>
                <a:off x="2337" y="27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91" name="Rectangle 1013"/>
              <p:cNvSpPr/>
              <p:nvPr/>
            </p:nvSpPr>
            <p:spPr>
              <a:xfrm>
                <a:off x="2347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92" name="Rectangle 1014"/>
              <p:cNvSpPr/>
              <p:nvPr/>
            </p:nvSpPr>
            <p:spPr>
              <a:xfrm>
                <a:off x="2352" y="27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93" name="Rectangle 1015"/>
              <p:cNvSpPr/>
              <p:nvPr/>
            </p:nvSpPr>
            <p:spPr>
              <a:xfrm>
                <a:off x="2357" y="274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94" name="Rectangle 1016"/>
              <p:cNvSpPr/>
              <p:nvPr/>
            </p:nvSpPr>
            <p:spPr>
              <a:xfrm>
                <a:off x="2363" y="2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95" name="Rectangle 1017"/>
              <p:cNvSpPr/>
              <p:nvPr/>
            </p:nvSpPr>
            <p:spPr>
              <a:xfrm>
                <a:off x="2373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96" name="Rectangle 1018"/>
              <p:cNvSpPr/>
              <p:nvPr/>
            </p:nvSpPr>
            <p:spPr>
              <a:xfrm>
                <a:off x="2378" y="27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97" name="Rectangle 1019"/>
              <p:cNvSpPr/>
              <p:nvPr/>
            </p:nvSpPr>
            <p:spPr>
              <a:xfrm>
                <a:off x="2383" y="272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98" name="Rectangle 1020"/>
              <p:cNvSpPr/>
              <p:nvPr/>
            </p:nvSpPr>
            <p:spPr>
              <a:xfrm>
                <a:off x="2394" y="27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99" name="Rectangle 1021"/>
              <p:cNvSpPr/>
              <p:nvPr/>
            </p:nvSpPr>
            <p:spPr>
              <a:xfrm>
                <a:off x="2399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0" name="Rectangle 1022"/>
              <p:cNvSpPr/>
              <p:nvPr/>
            </p:nvSpPr>
            <p:spPr>
              <a:xfrm>
                <a:off x="2404" y="2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1" name="Rectangle 1023"/>
              <p:cNvSpPr/>
              <p:nvPr/>
            </p:nvSpPr>
            <p:spPr>
              <a:xfrm>
                <a:off x="2409" y="2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2" name="Rectangle 1024"/>
              <p:cNvSpPr/>
              <p:nvPr/>
            </p:nvSpPr>
            <p:spPr>
              <a:xfrm>
                <a:off x="2419" y="270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3" name="Rectangle 1025"/>
              <p:cNvSpPr/>
              <p:nvPr/>
            </p:nvSpPr>
            <p:spPr>
              <a:xfrm>
                <a:off x="2425" y="26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4" name="Rectangle 1026"/>
              <p:cNvSpPr/>
              <p:nvPr/>
            </p:nvSpPr>
            <p:spPr>
              <a:xfrm>
                <a:off x="2430" y="26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5" name="Rectangle 1027"/>
              <p:cNvSpPr/>
              <p:nvPr/>
            </p:nvSpPr>
            <p:spPr>
              <a:xfrm>
                <a:off x="2435" y="26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6" name="Rectangle 1028"/>
              <p:cNvSpPr/>
              <p:nvPr/>
            </p:nvSpPr>
            <p:spPr>
              <a:xfrm>
                <a:off x="2445" y="268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7" name="Rectangle 1029"/>
              <p:cNvSpPr/>
              <p:nvPr/>
            </p:nvSpPr>
            <p:spPr>
              <a:xfrm>
                <a:off x="2450" y="2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8" name="Rectangle 1030"/>
              <p:cNvSpPr/>
              <p:nvPr/>
            </p:nvSpPr>
            <p:spPr>
              <a:xfrm>
                <a:off x="2455" y="267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09" name="Rectangle 1031"/>
              <p:cNvSpPr/>
              <p:nvPr/>
            </p:nvSpPr>
            <p:spPr>
              <a:xfrm>
                <a:off x="2461" y="26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0" name="Rectangle 1032"/>
              <p:cNvSpPr/>
              <p:nvPr/>
            </p:nvSpPr>
            <p:spPr>
              <a:xfrm>
                <a:off x="2471" y="26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1" name="Rectangle 1033"/>
              <p:cNvSpPr/>
              <p:nvPr/>
            </p:nvSpPr>
            <p:spPr>
              <a:xfrm>
                <a:off x="2476" y="26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2" name="Rectangle 1034"/>
              <p:cNvSpPr/>
              <p:nvPr/>
            </p:nvSpPr>
            <p:spPr>
              <a:xfrm>
                <a:off x="2481" y="265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3" name="Rectangle 1035"/>
              <p:cNvSpPr/>
              <p:nvPr/>
            </p:nvSpPr>
            <p:spPr>
              <a:xfrm>
                <a:off x="2492" y="264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4" name="Rectangle 1036"/>
              <p:cNvSpPr/>
              <p:nvPr/>
            </p:nvSpPr>
            <p:spPr>
              <a:xfrm>
                <a:off x="2497" y="26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5" name="Rectangle 1037"/>
              <p:cNvSpPr/>
              <p:nvPr/>
            </p:nvSpPr>
            <p:spPr>
              <a:xfrm>
                <a:off x="2502" y="26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6" name="Rectangle 1038"/>
              <p:cNvSpPr/>
              <p:nvPr/>
            </p:nvSpPr>
            <p:spPr>
              <a:xfrm>
                <a:off x="2507" y="26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7" name="Rectangle 1039"/>
              <p:cNvSpPr/>
              <p:nvPr/>
            </p:nvSpPr>
            <p:spPr>
              <a:xfrm>
                <a:off x="2517" y="26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8" name="Rectangle 1040"/>
              <p:cNvSpPr/>
              <p:nvPr/>
            </p:nvSpPr>
            <p:spPr>
              <a:xfrm>
                <a:off x="2522" y="261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19" name="Rectangle 1041"/>
              <p:cNvSpPr/>
              <p:nvPr/>
            </p:nvSpPr>
            <p:spPr>
              <a:xfrm>
                <a:off x="2528" y="261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0" name="Rectangle 1042"/>
              <p:cNvSpPr/>
              <p:nvPr/>
            </p:nvSpPr>
            <p:spPr>
              <a:xfrm>
                <a:off x="2533" y="2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1" name="Rectangle 1043"/>
              <p:cNvSpPr/>
              <p:nvPr/>
            </p:nvSpPr>
            <p:spPr>
              <a:xfrm>
                <a:off x="2543" y="2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2" name="Rectangle 1044"/>
              <p:cNvSpPr/>
              <p:nvPr/>
            </p:nvSpPr>
            <p:spPr>
              <a:xfrm>
                <a:off x="2548" y="25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3" name="Rectangle 1045"/>
              <p:cNvSpPr/>
              <p:nvPr/>
            </p:nvSpPr>
            <p:spPr>
              <a:xfrm>
                <a:off x="2553" y="259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4" name="Rectangle 1046"/>
              <p:cNvSpPr/>
              <p:nvPr/>
            </p:nvSpPr>
            <p:spPr>
              <a:xfrm>
                <a:off x="2559" y="25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5" name="Rectangle 1047"/>
              <p:cNvSpPr/>
              <p:nvPr/>
            </p:nvSpPr>
            <p:spPr>
              <a:xfrm>
                <a:off x="2569" y="25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6" name="Rectangle 1048"/>
              <p:cNvSpPr/>
              <p:nvPr/>
            </p:nvSpPr>
            <p:spPr>
              <a:xfrm>
                <a:off x="2574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7" name="Rectangle 1049"/>
              <p:cNvSpPr/>
              <p:nvPr/>
            </p:nvSpPr>
            <p:spPr>
              <a:xfrm>
                <a:off x="2579" y="25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8" name="Rectangle 1050"/>
              <p:cNvSpPr/>
              <p:nvPr/>
            </p:nvSpPr>
            <p:spPr>
              <a:xfrm>
                <a:off x="2589" y="256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29" name="Rectangle 1051"/>
              <p:cNvSpPr/>
              <p:nvPr/>
            </p:nvSpPr>
            <p:spPr>
              <a:xfrm>
                <a:off x="2595" y="25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0" name="Rectangle 1052"/>
              <p:cNvSpPr/>
              <p:nvPr/>
            </p:nvSpPr>
            <p:spPr>
              <a:xfrm>
                <a:off x="2600" y="25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1" name="Rectangle 1053"/>
              <p:cNvSpPr/>
              <p:nvPr/>
            </p:nvSpPr>
            <p:spPr>
              <a:xfrm>
                <a:off x="2605" y="25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2" name="Rectangle 1054"/>
              <p:cNvSpPr/>
              <p:nvPr/>
            </p:nvSpPr>
            <p:spPr>
              <a:xfrm>
                <a:off x="2615" y="254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3" name="Rectangle 1055"/>
              <p:cNvSpPr/>
              <p:nvPr/>
            </p:nvSpPr>
            <p:spPr>
              <a:xfrm>
                <a:off x="2620" y="254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4" name="Rectangle 1056"/>
              <p:cNvSpPr/>
              <p:nvPr/>
            </p:nvSpPr>
            <p:spPr>
              <a:xfrm>
                <a:off x="2626" y="2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5" name="Rectangle 1057"/>
              <p:cNvSpPr/>
              <p:nvPr/>
            </p:nvSpPr>
            <p:spPr>
              <a:xfrm>
                <a:off x="2631" y="25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6" name="Rectangle 1058"/>
              <p:cNvSpPr/>
              <p:nvPr/>
            </p:nvSpPr>
            <p:spPr>
              <a:xfrm>
                <a:off x="2641" y="25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7" name="Rectangle 1059"/>
              <p:cNvSpPr/>
              <p:nvPr/>
            </p:nvSpPr>
            <p:spPr>
              <a:xfrm>
                <a:off x="2646" y="25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8" name="Rectangle 1060"/>
              <p:cNvSpPr/>
              <p:nvPr/>
            </p:nvSpPr>
            <p:spPr>
              <a:xfrm>
                <a:off x="2651" y="251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39" name="Rectangle 1061"/>
              <p:cNvSpPr/>
              <p:nvPr/>
            </p:nvSpPr>
            <p:spPr>
              <a:xfrm>
                <a:off x="2657" y="251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0" name="Rectangle 1062"/>
              <p:cNvSpPr/>
              <p:nvPr/>
            </p:nvSpPr>
            <p:spPr>
              <a:xfrm>
                <a:off x="2667" y="2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1" name="Rectangle 1063"/>
              <p:cNvSpPr/>
              <p:nvPr/>
            </p:nvSpPr>
            <p:spPr>
              <a:xfrm>
                <a:off x="2672" y="25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2" name="Rectangle 1064"/>
              <p:cNvSpPr/>
              <p:nvPr/>
            </p:nvSpPr>
            <p:spPr>
              <a:xfrm>
                <a:off x="2677" y="24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3" name="Rectangle 1065"/>
              <p:cNvSpPr/>
              <p:nvPr/>
            </p:nvSpPr>
            <p:spPr>
              <a:xfrm>
                <a:off x="2682" y="249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4" name="Rectangle 1066"/>
              <p:cNvSpPr/>
              <p:nvPr/>
            </p:nvSpPr>
            <p:spPr>
              <a:xfrm>
                <a:off x="2693" y="24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5" name="Rectangle 1067"/>
              <p:cNvSpPr/>
              <p:nvPr/>
            </p:nvSpPr>
            <p:spPr>
              <a:xfrm>
                <a:off x="2698" y="24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6" name="Rectangle 1068"/>
              <p:cNvSpPr/>
              <p:nvPr/>
            </p:nvSpPr>
            <p:spPr>
              <a:xfrm>
                <a:off x="2703" y="247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7" name="Rectangle 1069"/>
              <p:cNvSpPr/>
              <p:nvPr/>
            </p:nvSpPr>
            <p:spPr>
              <a:xfrm>
                <a:off x="2713" y="2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8" name="Rectangle 1070"/>
              <p:cNvSpPr/>
              <p:nvPr/>
            </p:nvSpPr>
            <p:spPr>
              <a:xfrm>
                <a:off x="2718" y="246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49" name="Rectangle 1071"/>
              <p:cNvSpPr/>
              <p:nvPr/>
            </p:nvSpPr>
            <p:spPr>
              <a:xfrm>
                <a:off x="2724" y="24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0" name="Rectangle 1072"/>
              <p:cNvSpPr/>
              <p:nvPr/>
            </p:nvSpPr>
            <p:spPr>
              <a:xfrm>
                <a:off x="2729" y="245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1" name="Rectangle 1073"/>
              <p:cNvSpPr/>
              <p:nvPr/>
            </p:nvSpPr>
            <p:spPr>
              <a:xfrm>
                <a:off x="2739" y="24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2" name="Rectangle 1074"/>
              <p:cNvSpPr/>
              <p:nvPr/>
            </p:nvSpPr>
            <p:spPr>
              <a:xfrm>
                <a:off x="2744" y="244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3" name="Rectangle 1075"/>
              <p:cNvSpPr/>
              <p:nvPr/>
            </p:nvSpPr>
            <p:spPr>
              <a:xfrm>
                <a:off x="1347" y="34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4" name="Rectangle 1076"/>
              <p:cNvSpPr/>
              <p:nvPr/>
            </p:nvSpPr>
            <p:spPr>
              <a:xfrm>
                <a:off x="1352" y="342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5" name="Rectangle 1077"/>
              <p:cNvSpPr/>
              <p:nvPr/>
            </p:nvSpPr>
            <p:spPr>
              <a:xfrm>
                <a:off x="1362" y="343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6" name="Rectangle 1078"/>
              <p:cNvSpPr/>
              <p:nvPr/>
            </p:nvSpPr>
            <p:spPr>
              <a:xfrm>
                <a:off x="1373" y="34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7" name="Rectangle 1079"/>
              <p:cNvSpPr/>
              <p:nvPr/>
            </p:nvSpPr>
            <p:spPr>
              <a:xfrm>
                <a:off x="1383" y="34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8" name="Rectangle 1080"/>
              <p:cNvSpPr/>
              <p:nvPr/>
            </p:nvSpPr>
            <p:spPr>
              <a:xfrm>
                <a:off x="1393" y="344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59" name="Rectangle 1081"/>
              <p:cNvSpPr/>
              <p:nvPr/>
            </p:nvSpPr>
            <p:spPr>
              <a:xfrm>
                <a:off x="1399" y="34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0" name="Rectangle 1082"/>
              <p:cNvSpPr/>
              <p:nvPr/>
            </p:nvSpPr>
            <p:spPr>
              <a:xfrm>
                <a:off x="1409" y="34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1" name="Rectangle 1083"/>
              <p:cNvSpPr/>
              <p:nvPr/>
            </p:nvSpPr>
            <p:spPr>
              <a:xfrm>
                <a:off x="1419" y="346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2" name="Rectangle 1084"/>
              <p:cNvSpPr/>
              <p:nvPr/>
            </p:nvSpPr>
            <p:spPr>
              <a:xfrm>
                <a:off x="1430" y="34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3" name="Rectangle 1085"/>
              <p:cNvSpPr/>
              <p:nvPr/>
            </p:nvSpPr>
            <p:spPr>
              <a:xfrm>
                <a:off x="1440" y="34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4" name="Rectangle 1086"/>
              <p:cNvSpPr/>
              <p:nvPr/>
            </p:nvSpPr>
            <p:spPr>
              <a:xfrm>
                <a:off x="1347" y="34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5" name="Rectangle 1087"/>
              <p:cNvSpPr/>
              <p:nvPr/>
            </p:nvSpPr>
            <p:spPr>
              <a:xfrm>
                <a:off x="1352" y="341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6" name="Rectangle 1088"/>
              <p:cNvSpPr/>
              <p:nvPr/>
            </p:nvSpPr>
            <p:spPr>
              <a:xfrm>
                <a:off x="1357" y="341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7" name="Rectangle 1089"/>
              <p:cNvSpPr/>
              <p:nvPr/>
            </p:nvSpPr>
            <p:spPr>
              <a:xfrm>
                <a:off x="1368" y="34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8" name="Rectangle 1090"/>
              <p:cNvSpPr/>
              <p:nvPr/>
            </p:nvSpPr>
            <p:spPr>
              <a:xfrm>
                <a:off x="1373" y="3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69" name="Rectangle 1091"/>
              <p:cNvSpPr/>
              <p:nvPr/>
            </p:nvSpPr>
            <p:spPr>
              <a:xfrm>
                <a:off x="1378" y="339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0" name="Rectangle 1092"/>
              <p:cNvSpPr/>
              <p:nvPr/>
            </p:nvSpPr>
            <p:spPr>
              <a:xfrm>
                <a:off x="1383" y="33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1" name="Rectangle 1093"/>
              <p:cNvSpPr/>
              <p:nvPr/>
            </p:nvSpPr>
            <p:spPr>
              <a:xfrm>
                <a:off x="1393" y="338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2" name="Rectangle 1094"/>
              <p:cNvSpPr/>
              <p:nvPr/>
            </p:nvSpPr>
            <p:spPr>
              <a:xfrm>
                <a:off x="1399" y="33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3" name="Rectangle 1095"/>
              <p:cNvSpPr/>
              <p:nvPr/>
            </p:nvSpPr>
            <p:spPr>
              <a:xfrm>
                <a:off x="1404" y="33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4" name="Rectangle 1096"/>
              <p:cNvSpPr/>
              <p:nvPr/>
            </p:nvSpPr>
            <p:spPr>
              <a:xfrm>
                <a:off x="1409" y="3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5" name="Rectangle 1097"/>
              <p:cNvSpPr/>
              <p:nvPr/>
            </p:nvSpPr>
            <p:spPr>
              <a:xfrm>
                <a:off x="1419" y="3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6" name="Rectangle 1098"/>
              <p:cNvSpPr/>
              <p:nvPr/>
            </p:nvSpPr>
            <p:spPr>
              <a:xfrm>
                <a:off x="1424" y="3360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7" name="Rectangle 1099"/>
              <p:cNvSpPr/>
              <p:nvPr/>
            </p:nvSpPr>
            <p:spPr>
              <a:xfrm>
                <a:off x="1430" y="33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8" name="Rectangle 1100"/>
              <p:cNvSpPr/>
              <p:nvPr/>
            </p:nvSpPr>
            <p:spPr>
              <a:xfrm>
                <a:off x="1440" y="33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79" name="Rectangle 1101"/>
              <p:cNvSpPr/>
              <p:nvPr/>
            </p:nvSpPr>
            <p:spPr>
              <a:xfrm>
                <a:off x="1445" y="33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0" name="Rectangle 1102"/>
              <p:cNvSpPr/>
              <p:nvPr/>
            </p:nvSpPr>
            <p:spPr>
              <a:xfrm>
                <a:off x="1450" y="33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1" name="Rectangle 1103"/>
              <p:cNvSpPr/>
              <p:nvPr/>
            </p:nvSpPr>
            <p:spPr>
              <a:xfrm>
                <a:off x="1455" y="333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2" name="Rectangle 1104"/>
              <p:cNvSpPr/>
              <p:nvPr/>
            </p:nvSpPr>
            <p:spPr>
              <a:xfrm>
                <a:off x="1466" y="332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3" name="Rectangle 1105"/>
              <p:cNvSpPr/>
              <p:nvPr/>
            </p:nvSpPr>
            <p:spPr>
              <a:xfrm>
                <a:off x="1471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4" name="Rectangle 1106"/>
              <p:cNvSpPr/>
              <p:nvPr/>
            </p:nvSpPr>
            <p:spPr>
              <a:xfrm>
                <a:off x="1476" y="33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5" name="Rectangle 1107"/>
              <p:cNvSpPr/>
              <p:nvPr/>
            </p:nvSpPr>
            <p:spPr>
              <a:xfrm>
                <a:off x="1481" y="331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6" name="Rectangle 1108"/>
              <p:cNvSpPr/>
              <p:nvPr/>
            </p:nvSpPr>
            <p:spPr>
              <a:xfrm>
                <a:off x="1491" y="330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7" name="Rectangle 1109"/>
              <p:cNvSpPr/>
              <p:nvPr/>
            </p:nvSpPr>
            <p:spPr>
              <a:xfrm>
                <a:off x="1497" y="33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8" name="Rectangle 1110"/>
              <p:cNvSpPr/>
              <p:nvPr/>
            </p:nvSpPr>
            <p:spPr>
              <a:xfrm>
                <a:off x="1502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89" name="Rectangle 1111"/>
              <p:cNvSpPr/>
              <p:nvPr/>
            </p:nvSpPr>
            <p:spPr>
              <a:xfrm>
                <a:off x="1507" y="329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0" name="Rectangle 1112"/>
              <p:cNvSpPr/>
              <p:nvPr/>
            </p:nvSpPr>
            <p:spPr>
              <a:xfrm>
                <a:off x="1517" y="32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1" name="Rectangle 1113"/>
              <p:cNvSpPr/>
              <p:nvPr/>
            </p:nvSpPr>
            <p:spPr>
              <a:xfrm>
                <a:off x="1522" y="32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2" name="Rectangle 1114"/>
              <p:cNvSpPr/>
              <p:nvPr/>
            </p:nvSpPr>
            <p:spPr>
              <a:xfrm>
                <a:off x="1527" y="327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3" name="Rectangle 1115"/>
              <p:cNvSpPr/>
              <p:nvPr/>
            </p:nvSpPr>
            <p:spPr>
              <a:xfrm>
                <a:off x="1533" y="32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4" name="Rectangle 1116"/>
              <p:cNvSpPr/>
              <p:nvPr/>
            </p:nvSpPr>
            <p:spPr>
              <a:xfrm>
                <a:off x="1543" y="3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5" name="Rectangle 1117"/>
              <p:cNvSpPr/>
              <p:nvPr/>
            </p:nvSpPr>
            <p:spPr>
              <a:xfrm>
                <a:off x="1548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6" name="Rectangle 1118"/>
              <p:cNvSpPr/>
              <p:nvPr/>
            </p:nvSpPr>
            <p:spPr>
              <a:xfrm>
                <a:off x="1553" y="325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7" name="Rectangle 1119"/>
              <p:cNvSpPr/>
              <p:nvPr/>
            </p:nvSpPr>
            <p:spPr>
              <a:xfrm>
                <a:off x="1558" y="325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8" name="Rectangle 1120"/>
              <p:cNvSpPr/>
              <p:nvPr/>
            </p:nvSpPr>
            <p:spPr>
              <a:xfrm>
                <a:off x="1569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699" name="Rectangle 1121"/>
              <p:cNvSpPr/>
              <p:nvPr/>
            </p:nvSpPr>
            <p:spPr>
              <a:xfrm>
                <a:off x="1574" y="32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0" name="Rectangle 1122"/>
              <p:cNvSpPr/>
              <p:nvPr/>
            </p:nvSpPr>
            <p:spPr>
              <a:xfrm>
                <a:off x="1579" y="32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1" name="Rectangle 1123"/>
              <p:cNvSpPr/>
              <p:nvPr/>
            </p:nvSpPr>
            <p:spPr>
              <a:xfrm>
                <a:off x="1584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2" name="Rectangle 1124"/>
              <p:cNvSpPr/>
              <p:nvPr/>
            </p:nvSpPr>
            <p:spPr>
              <a:xfrm>
                <a:off x="1594" y="322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3" name="Rectangle 1125"/>
              <p:cNvSpPr/>
              <p:nvPr/>
            </p:nvSpPr>
            <p:spPr>
              <a:xfrm>
                <a:off x="1600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4" name="Rectangle 1126"/>
              <p:cNvSpPr/>
              <p:nvPr/>
            </p:nvSpPr>
            <p:spPr>
              <a:xfrm>
                <a:off x="1605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5" name="Rectangle 1127"/>
              <p:cNvSpPr/>
              <p:nvPr/>
            </p:nvSpPr>
            <p:spPr>
              <a:xfrm>
                <a:off x="1615" y="32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6" name="Rectangle 1128"/>
              <p:cNvSpPr/>
              <p:nvPr/>
            </p:nvSpPr>
            <p:spPr>
              <a:xfrm>
                <a:off x="1620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7" name="Rectangle 1129"/>
              <p:cNvSpPr/>
              <p:nvPr/>
            </p:nvSpPr>
            <p:spPr>
              <a:xfrm>
                <a:off x="1625" y="320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8" name="Rectangle 1130"/>
              <p:cNvSpPr/>
              <p:nvPr/>
            </p:nvSpPr>
            <p:spPr>
              <a:xfrm>
                <a:off x="1631" y="31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09" name="Rectangle 1131"/>
              <p:cNvSpPr/>
              <p:nvPr/>
            </p:nvSpPr>
            <p:spPr>
              <a:xfrm>
                <a:off x="1641" y="319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0" name="Rectangle 1132"/>
              <p:cNvSpPr/>
              <p:nvPr/>
            </p:nvSpPr>
            <p:spPr>
              <a:xfrm>
                <a:off x="1646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1" name="Rectangle 1133"/>
              <p:cNvSpPr/>
              <p:nvPr/>
            </p:nvSpPr>
            <p:spPr>
              <a:xfrm>
                <a:off x="1651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2" name="Rectangle 1134"/>
              <p:cNvSpPr/>
              <p:nvPr/>
            </p:nvSpPr>
            <p:spPr>
              <a:xfrm>
                <a:off x="1656" y="317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3" name="Rectangle 1135"/>
              <p:cNvSpPr/>
              <p:nvPr/>
            </p:nvSpPr>
            <p:spPr>
              <a:xfrm>
                <a:off x="1667" y="31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4" name="Rectangle 1136"/>
              <p:cNvSpPr/>
              <p:nvPr/>
            </p:nvSpPr>
            <p:spPr>
              <a:xfrm>
                <a:off x="1672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5" name="Rectangle 1137"/>
              <p:cNvSpPr/>
              <p:nvPr/>
            </p:nvSpPr>
            <p:spPr>
              <a:xfrm>
                <a:off x="1677" y="31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6" name="Rectangle 1138"/>
              <p:cNvSpPr/>
              <p:nvPr/>
            </p:nvSpPr>
            <p:spPr>
              <a:xfrm>
                <a:off x="1682" y="315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7" name="Rectangle 1139"/>
              <p:cNvSpPr/>
              <p:nvPr/>
            </p:nvSpPr>
            <p:spPr>
              <a:xfrm>
                <a:off x="1692" y="314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8" name="Rectangle 1140"/>
              <p:cNvSpPr/>
              <p:nvPr/>
            </p:nvSpPr>
            <p:spPr>
              <a:xfrm>
                <a:off x="1698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19" name="Rectangle 1141"/>
              <p:cNvSpPr/>
              <p:nvPr/>
            </p:nvSpPr>
            <p:spPr>
              <a:xfrm>
                <a:off x="1703" y="31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0" name="Rectangle 1142"/>
              <p:cNvSpPr/>
              <p:nvPr/>
            </p:nvSpPr>
            <p:spPr>
              <a:xfrm>
                <a:off x="1708" y="31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1" name="Rectangle 1143"/>
              <p:cNvSpPr/>
              <p:nvPr/>
            </p:nvSpPr>
            <p:spPr>
              <a:xfrm>
                <a:off x="1718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2" name="Rectangle 1144"/>
              <p:cNvSpPr/>
              <p:nvPr/>
            </p:nvSpPr>
            <p:spPr>
              <a:xfrm>
                <a:off x="1723" y="3123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3" name="Rectangle 1145"/>
              <p:cNvSpPr/>
              <p:nvPr/>
            </p:nvSpPr>
            <p:spPr>
              <a:xfrm>
                <a:off x="1729" y="31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4" name="Rectangle 1146"/>
              <p:cNvSpPr/>
              <p:nvPr/>
            </p:nvSpPr>
            <p:spPr>
              <a:xfrm>
                <a:off x="1734" y="31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5" name="Rectangle 1147"/>
              <p:cNvSpPr/>
              <p:nvPr/>
            </p:nvSpPr>
            <p:spPr>
              <a:xfrm>
                <a:off x="1744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6" name="Rectangle 1148"/>
              <p:cNvSpPr/>
              <p:nvPr/>
            </p:nvSpPr>
            <p:spPr>
              <a:xfrm>
                <a:off x="1749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7" name="Rectangle 1149"/>
              <p:cNvSpPr/>
              <p:nvPr/>
            </p:nvSpPr>
            <p:spPr>
              <a:xfrm>
                <a:off x="1754" y="309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8" name="Rectangle 1150"/>
              <p:cNvSpPr/>
              <p:nvPr/>
            </p:nvSpPr>
            <p:spPr>
              <a:xfrm>
                <a:off x="1765" y="30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29" name="Rectangle 1151"/>
              <p:cNvSpPr/>
              <p:nvPr/>
            </p:nvSpPr>
            <p:spPr>
              <a:xfrm>
                <a:off x="1770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0" name="Rectangle 1152"/>
              <p:cNvSpPr/>
              <p:nvPr/>
            </p:nvSpPr>
            <p:spPr>
              <a:xfrm>
                <a:off x="1775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1" name="Rectangle 1153"/>
              <p:cNvSpPr/>
              <p:nvPr/>
            </p:nvSpPr>
            <p:spPr>
              <a:xfrm>
                <a:off x="1780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2" name="Rectangle 1154"/>
              <p:cNvSpPr/>
              <p:nvPr/>
            </p:nvSpPr>
            <p:spPr>
              <a:xfrm>
                <a:off x="1790" y="307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3" name="Rectangle 1155"/>
              <p:cNvSpPr/>
              <p:nvPr/>
            </p:nvSpPr>
            <p:spPr>
              <a:xfrm>
                <a:off x="1796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4" name="Rectangle 1156"/>
              <p:cNvSpPr/>
              <p:nvPr/>
            </p:nvSpPr>
            <p:spPr>
              <a:xfrm>
                <a:off x="1801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5" name="Rectangle 1157"/>
              <p:cNvSpPr/>
              <p:nvPr/>
            </p:nvSpPr>
            <p:spPr>
              <a:xfrm>
                <a:off x="1806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6" name="Rectangle 1158"/>
              <p:cNvSpPr/>
              <p:nvPr/>
            </p:nvSpPr>
            <p:spPr>
              <a:xfrm>
                <a:off x="1816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7" name="Rectangle 1159"/>
              <p:cNvSpPr/>
              <p:nvPr/>
            </p:nvSpPr>
            <p:spPr>
              <a:xfrm>
                <a:off x="1821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8" name="Rectangle 1160"/>
              <p:cNvSpPr/>
              <p:nvPr/>
            </p:nvSpPr>
            <p:spPr>
              <a:xfrm>
                <a:off x="1826" y="304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39" name="Rectangle 1161"/>
              <p:cNvSpPr/>
              <p:nvPr/>
            </p:nvSpPr>
            <p:spPr>
              <a:xfrm>
                <a:off x="1832" y="30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0" name="Rectangle 1162"/>
              <p:cNvSpPr/>
              <p:nvPr/>
            </p:nvSpPr>
            <p:spPr>
              <a:xfrm>
                <a:off x="1842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1" name="Rectangle 1163"/>
              <p:cNvSpPr/>
              <p:nvPr/>
            </p:nvSpPr>
            <p:spPr>
              <a:xfrm>
                <a:off x="1847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2" name="Rectangle 1164"/>
              <p:cNvSpPr/>
              <p:nvPr/>
            </p:nvSpPr>
            <p:spPr>
              <a:xfrm>
                <a:off x="1852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3" name="Rectangle 1165"/>
              <p:cNvSpPr/>
              <p:nvPr/>
            </p:nvSpPr>
            <p:spPr>
              <a:xfrm>
                <a:off x="1857" y="301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4" name="Rectangle 1166"/>
              <p:cNvSpPr/>
              <p:nvPr/>
            </p:nvSpPr>
            <p:spPr>
              <a:xfrm>
                <a:off x="1868" y="30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5" name="Rectangle 1167"/>
              <p:cNvSpPr/>
              <p:nvPr/>
            </p:nvSpPr>
            <p:spPr>
              <a:xfrm>
                <a:off x="1873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6" name="Rectangle 1168"/>
              <p:cNvSpPr/>
              <p:nvPr/>
            </p:nvSpPr>
            <p:spPr>
              <a:xfrm>
                <a:off x="1878" y="30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7" name="Rectangle 1169"/>
              <p:cNvSpPr/>
              <p:nvPr/>
            </p:nvSpPr>
            <p:spPr>
              <a:xfrm>
                <a:off x="1883" y="299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8" name="Rectangle 1170"/>
              <p:cNvSpPr/>
              <p:nvPr/>
            </p:nvSpPr>
            <p:spPr>
              <a:xfrm>
                <a:off x="1894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49" name="Rectangle 1171"/>
              <p:cNvSpPr/>
              <p:nvPr/>
            </p:nvSpPr>
            <p:spPr>
              <a:xfrm>
                <a:off x="1899" y="298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0" name="Rectangle 1172"/>
              <p:cNvSpPr/>
              <p:nvPr/>
            </p:nvSpPr>
            <p:spPr>
              <a:xfrm>
                <a:off x="1904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1" name="Rectangle 1173"/>
              <p:cNvSpPr/>
              <p:nvPr/>
            </p:nvSpPr>
            <p:spPr>
              <a:xfrm>
                <a:off x="1909" y="29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2" name="Rectangle 1174"/>
              <p:cNvSpPr/>
              <p:nvPr/>
            </p:nvSpPr>
            <p:spPr>
              <a:xfrm>
                <a:off x="1919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3" name="Rectangle 1175"/>
              <p:cNvSpPr/>
              <p:nvPr/>
            </p:nvSpPr>
            <p:spPr>
              <a:xfrm>
                <a:off x="1924" y="296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4" name="Rectangle 1176"/>
              <p:cNvSpPr/>
              <p:nvPr/>
            </p:nvSpPr>
            <p:spPr>
              <a:xfrm>
                <a:off x="1930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5" name="Rectangle 1177"/>
              <p:cNvSpPr/>
              <p:nvPr/>
            </p:nvSpPr>
            <p:spPr>
              <a:xfrm>
                <a:off x="1940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6" name="Rectangle 1178"/>
              <p:cNvSpPr/>
              <p:nvPr/>
            </p:nvSpPr>
            <p:spPr>
              <a:xfrm>
                <a:off x="1945" y="29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7" name="Rectangle 1179"/>
              <p:cNvSpPr/>
              <p:nvPr/>
            </p:nvSpPr>
            <p:spPr>
              <a:xfrm>
                <a:off x="1950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8" name="Rectangle 1180"/>
              <p:cNvSpPr/>
              <p:nvPr/>
            </p:nvSpPr>
            <p:spPr>
              <a:xfrm>
                <a:off x="1955" y="293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59" name="Rectangle 1181"/>
              <p:cNvSpPr/>
              <p:nvPr/>
            </p:nvSpPr>
            <p:spPr>
              <a:xfrm>
                <a:off x="1966" y="29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0" name="Rectangle 1182"/>
              <p:cNvSpPr/>
              <p:nvPr/>
            </p:nvSpPr>
            <p:spPr>
              <a:xfrm>
                <a:off x="1971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1" name="Rectangle 1183"/>
              <p:cNvSpPr/>
              <p:nvPr/>
            </p:nvSpPr>
            <p:spPr>
              <a:xfrm>
                <a:off x="1976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2" name="Rectangle 1184"/>
              <p:cNvSpPr/>
              <p:nvPr/>
            </p:nvSpPr>
            <p:spPr>
              <a:xfrm>
                <a:off x="1981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3" name="Rectangle 1185"/>
              <p:cNvSpPr/>
              <p:nvPr/>
            </p:nvSpPr>
            <p:spPr>
              <a:xfrm>
                <a:off x="1991" y="291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4" name="Rectangle 1186"/>
              <p:cNvSpPr/>
              <p:nvPr/>
            </p:nvSpPr>
            <p:spPr>
              <a:xfrm>
                <a:off x="1997" y="29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5" name="Rectangle 1187"/>
              <p:cNvSpPr/>
              <p:nvPr/>
            </p:nvSpPr>
            <p:spPr>
              <a:xfrm>
                <a:off x="2002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6" name="Rectangle 1188"/>
              <p:cNvSpPr/>
              <p:nvPr/>
            </p:nvSpPr>
            <p:spPr>
              <a:xfrm>
                <a:off x="2007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7" name="Rectangle 1189"/>
              <p:cNvSpPr/>
              <p:nvPr/>
            </p:nvSpPr>
            <p:spPr>
              <a:xfrm>
                <a:off x="2017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8" name="Rectangle 1190"/>
              <p:cNvSpPr/>
              <p:nvPr/>
            </p:nvSpPr>
            <p:spPr>
              <a:xfrm>
                <a:off x="2022" y="288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69" name="Rectangle 1191"/>
              <p:cNvSpPr/>
              <p:nvPr/>
            </p:nvSpPr>
            <p:spPr>
              <a:xfrm>
                <a:off x="2028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0" name="Rectangle 1192"/>
              <p:cNvSpPr/>
              <p:nvPr/>
            </p:nvSpPr>
            <p:spPr>
              <a:xfrm>
                <a:off x="2033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1" name="Rectangle 1193"/>
              <p:cNvSpPr/>
              <p:nvPr/>
            </p:nvSpPr>
            <p:spPr>
              <a:xfrm>
                <a:off x="2043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2" name="Rectangle 1194"/>
              <p:cNvSpPr/>
              <p:nvPr/>
            </p:nvSpPr>
            <p:spPr>
              <a:xfrm>
                <a:off x="2048" y="28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3" name="Rectangle 1195"/>
              <p:cNvSpPr/>
              <p:nvPr/>
            </p:nvSpPr>
            <p:spPr>
              <a:xfrm>
                <a:off x="2053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4" name="Rectangle 1196"/>
              <p:cNvSpPr/>
              <p:nvPr/>
            </p:nvSpPr>
            <p:spPr>
              <a:xfrm>
                <a:off x="2058" y="285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5" name="Rectangle 1197"/>
              <p:cNvSpPr/>
              <p:nvPr/>
            </p:nvSpPr>
            <p:spPr>
              <a:xfrm>
                <a:off x="2069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6" name="Rectangle 1198"/>
              <p:cNvSpPr/>
              <p:nvPr/>
            </p:nvSpPr>
            <p:spPr>
              <a:xfrm>
                <a:off x="2074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7" name="Rectangle 1199"/>
              <p:cNvSpPr/>
              <p:nvPr/>
            </p:nvSpPr>
            <p:spPr>
              <a:xfrm>
                <a:off x="2079" y="28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8" name="Rectangle 1200"/>
              <p:cNvSpPr/>
              <p:nvPr/>
            </p:nvSpPr>
            <p:spPr>
              <a:xfrm>
                <a:off x="2089" y="283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79" name="Rectangle 1201"/>
              <p:cNvSpPr/>
              <p:nvPr/>
            </p:nvSpPr>
            <p:spPr>
              <a:xfrm>
                <a:off x="2095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0" name="Rectangle 1202"/>
              <p:cNvSpPr/>
              <p:nvPr/>
            </p:nvSpPr>
            <p:spPr>
              <a:xfrm>
                <a:off x="2100" y="28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1" name="Rectangle 1203"/>
              <p:cNvSpPr/>
              <p:nvPr/>
            </p:nvSpPr>
            <p:spPr>
              <a:xfrm>
                <a:off x="2105" y="28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2" name="Rectangle 1204"/>
              <p:cNvSpPr/>
              <p:nvPr/>
            </p:nvSpPr>
            <p:spPr>
              <a:xfrm>
                <a:off x="2115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3" name="Rectangle 1205"/>
              <p:cNvSpPr/>
              <p:nvPr/>
            </p:nvSpPr>
            <p:spPr>
              <a:xfrm>
                <a:off x="2120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4" name="Rectangle 1206"/>
              <p:cNvSpPr/>
              <p:nvPr/>
            </p:nvSpPr>
            <p:spPr>
              <a:xfrm>
                <a:off x="2125" y="280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5" name="Rectangle 1207"/>
              <p:cNvSpPr/>
              <p:nvPr/>
            </p:nvSpPr>
            <p:spPr>
              <a:xfrm>
                <a:off x="2131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6" name="Rectangle 1208"/>
              <p:cNvSpPr/>
              <p:nvPr/>
            </p:nvSpPr>
            <p:spPr>
              <a:xfrm>
                <a:off x="2141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7" name="Rectangle 1209"/>
              <p:cNvSpPr/>
              <p:nvPr/>
            </p:nvSpPr>
            <p:spPr>
              <a:xfrm>
                <a:off x="2146" y="27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8" name="Rectangle 1210"/>
              <p:cNvSpPr/>
              <p:nvPr/>
            </p:nvSpPr>
            <p:spPr>
              <a:xfrm>
                <a:off x="2151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789" name="Rectangle 1211"/>
              <p:cNvSpPr/>
              <p:nvPr/>
            </p:nvSpPr>
            <p:spPr>
              <a:xfrm>
                <a:off x="2156" y="277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4" name="Group 1212"/>
            <p:cNvGrpSpPr/>
            <p:nvPr/>
          </p:nvGrpSpPr>
          <p:grpSpPr>
            <a:xfrm>
              <a:off x="1631" y="2392"/>
              <a:ext cx="1304" cy="1190"/>
              <a:chOff x="1631" y="2392"/>
              <a:chExt cx="1304" cy="1190"/>
            </a:xfrm>
          </p:grpSpPr>
          <p:sp>
            <p:nvSpPr>
              <p:cNvPr id="32390" name="Rectangle 1213"/>
              <p:cNvSpPr/>
              <p:nvPr/>
            </p:nvSpPr>
            <p:spPr>
              <a:xfrm>
                <a:off x="2167" y="2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91" name="Rectangle 1214"/>
              <p:cNvSpPr/>
              <p:nvPr/>
            </p:nvSpPr>
            <p:spPr>
              <a:xfrm>
                <a:off x="2172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92" name="Rectangle 1215"/>
              <p:cNvSpPr/>
              <p:nvPr/>
            </p:nvSpPr>
            <p:spPr>
              <a:xfrm>
                <a:off x="2177" y="27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93" name="Rectangle 1216"/>
              <p:cNvSpPr/>
              <p:nvPr/>
            </p:nvSpPr>
            <p:spPr>
              <a:xfrm>
                <a:off x="2182" y="275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94" name="Rectangle 1217"/>
              <p:cNvSpPr/>
              <p:nvPr/>
            </p:nvSpPr>
            <p:spPr>
              <a:xfrm>
                <a:off x="2193" y="27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95" name="Rectangle 1218"/>
              <p:cNvSpPr/>
              <p:nvPr/>
            </p:nvSpPr>
            <p:spPr>
              <a:xfrm>
                <a:off x="2198" y="274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96" name="Rectangle 1219"/>
              <p:cNvSpPr/>
              <p:nvPr/>
            </p:nvSpPr>
            <p:spPr>
              <a:xfrm>
                <a:off x="2203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97" name="Rectangle 1220"/>
              <p:cNvSpPr/>
              <p:nvPr/>
            </p:nvSpPr>
            <p:spPr>
              <a:xfrm>
                <a:off x="2208" y="27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98" name="Rectangle 1221"/>
              <p:cNvSpPr/>
              <p:nvPr/>
            </p:nvSpPr>
            <p:spPr>
              <a:xfrm>
                <a:off x="2218" y="27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99" name="Rectangle 1222"/>
              <p:cNvSpPr/>
              <p:nvPr/>
            </p:nvSpPr>
            <p:spPr>
              <a:xfrm>
                <a:off x="2223" y="272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0" name="Rectangle 1223"/>
              <p:cNvSpPr/>
              <p:nvPr/>
            </p:nvSpPr>
            <p:spPr>
              <a:xfrm>
                <a:off x="2229" y="27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1" name="Rectangle 1224"/>
              <p:cNvSpPr/>
              <p:nvPr/>
            </p:nvSpPr>
            <p:spPr>
              <a:xfrm>
                <a:off x="2234" y="271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2" name="Rectangle 1225"/>
              <p:cNvSpPr/>
              <p:nvPr/>
            </p:nvSpPr>
            <p:spPr>
              <a:xfrm>
                <a:off x="2244" y="2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3" name="Rectangle 1226"/>
              <p:cNvSpPr/>
              <p:nvPr/>
            </p:nvSpPr>
            <p:spPr>
              <a:xfrm>
                <a:off x="2249" y="2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4" name="Rectangle 1227"/>
              <p:cNvSpPr/>
              <p:nvPr/>
            </p:nvSpPr>
            <p:spPr>
              <a:xfrm>
                <a:off x="2254" y="270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5" name="Rectangle 1228"/>
              <p:cNvSpPr/>
              <p:nvPr/>
            </p:nvSpPr>
            <p:spPr>
              <a:xfrm>
                <a:off x="2265" y="26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6" name="Rectangle 1229"/>
              <p:cNvSpPr/>
              <p:nvPr/>
            </p:nvSpPr>
            <p:spPr>
              <a:xfrm>
                <a:off x="2270" y="26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7" name="Rectangle 1230"/>
              <p:cNvSpPr/>
              <p:nvPr/>
            </p:nvSpPr>
            <p:spPr>
              <a:xfrm>
                <a:off x="2275" y="26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8" name="Rectangle 1231"/>
              <p:cNvSpPr/>
              <p:nvPr/>
            </p:nvSpPr>
            <p:spPr>
              <a:xfrm>
                <a:off x="2280" y="268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09" name="Rectangle 1232"/>
              <p:cNvSpPr/>
              <p:nvPr/>
            </p:nvSpPr>
            <p:spPr>
              <a:xfrm>
                <a:off x="2290" y="267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0" name="Rectangle 1233"/>
              <p:cNvSpPr/>
              <p:nvPr/>
            </p:nvSpPr>
            <p:spPr>
              <a:xfrm>
                <a:off x="2296" y="26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1" name="Rectangle 1234"/>
              <p:cNvSpPr/>
              <p:nvPr/>
            </p:nvSpPr>
            <p:spPr>
              <a:xfrm>
                <a:off x="2301" y="26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2" name="Rectangle 1235"/>
              <p:cNvSpPr/>
              <p:nvPr/>
            </p:nvSpPr>
            <p:spPr>
              <a:xfrm>
                <a:off x="2306" y="26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3" name="Rectangle 1236"/>
              <p:cNvSpPr/>
              <p:nvPr/>
            </p:nvSpPr>
            <p:spPr>
              <a:xfrm>
                <a:off x="2316" y="26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4" name="Rectangle 1237"/>
              <p:cNvSpPr/>
              <p:nvPr/>
            </p:nvSpPr>
            <p:spPr>
              <a:xfrm>
                <a:off x="2321" y="265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5" name="Rectangle 1238"/>
              <p:cNvSpPr/>
              <p:nvPr/>
            </p:nvSpPr>
            <p:spPr>
              <a:xfrm>
                <a:off x="2327" y="264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6" name="Rectangle 1239"/>
              <p:cNvSpPr/>
              <p:nvPr/>
            </p:nvSpPr>
            <p:spPr>
              <a:xfrm>
                <a:off x="2332" y="2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7" name="Rectangle 1240"/>
              <p:cNvSpPr/>
              <p:nvPr/>
            </p:nvSpPr>
            <p:spPr>
              <a:xfrm>
                <a:off x="2342" y="26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8" name="Rectangle 1241"/>
              <p:cNvSpPr/>
              <p:nvPr/>
            </p:nvSpPr>
            <p:spPr>
              <a:xfrm>
                <a:off x="2347" y="26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19" name="Rectangle 1242"/>
              <p:cNvSpPr/>
              <p:nvPr/>
            </p:nvSpPr>
            <p:spPr>
              <a:xfrm>
                <a:off x="2352" y="26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0" name="Rectangle 1243"/>
              <p:cNvSpPr/>
              <p:nvPr/>
            </p:nvSpPr>
            <p:spPr>
              <a:xfrm>
                <a:off x="2357" y="261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1" name="Rectangle 1244"/>
              <p:cNvSpPr/>
              <p:nvPr/>
            </p:nvSpPr>
            <p:spPr>
              <a:xfrm>
                <a:off x="2368" y="261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2" name="Rectangle 1245"/>
              <p:cNvSpPr/>
              <p:nvPr/>
            </p:nvSpPr>
            <p:spPr>
              <a:xfrm>
                <a:off x="2373" y="2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3" name="Rectangle 1246"/>
              <p:cNvSpPr/>
              <p:nvPr/>
            </p:nvSpPr>
            <p:spPr>
              <a:xfrm>
                <a:off x="2378" y="2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4" name="Rectangle 1247"/>
              <p:cNvSpPr/>
              <p:nvPr/>
            </p:nvSpPr>
            <p:spPr>
              <a:xfrm>
                <a:off x="2383" y="259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5" name="Rectangle 1248"/>
              <p:cNvSpPr/>
              <p:nvPr/>
            </p:nvSpPr>
            <p:spPr>
              <a:xfrm>
                <a:off x="2394" y="25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6" name="Rectangle 1249"/>
              <p:cNvSpPr/>
              <p:nvPr/>
            </p:nvSpPr>
            <p:spPr>
              <a:xfrm>
                <a:off x="2399" y="25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7" name="Rectangle 1250"/>
              <p:cNvSpPr/>
              <p:nvPr/>
            </p:nvSpPr>
            <p:spPr>
              <a:xfrm>
                <a:off x="2404" y="25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8" name="Rectangle 1251"/>
              <p:cNvSpPr/>
              <p:nvPr/>
            </p:nvSpPr>
            <p:spPr>
              <a:xfrm>
                <a:off x="2414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29" name="Rectangle 1252"/>
              <p:cNvSpPr/>
              <p:nvPr/>
            </p:nvSpPr>
            <p:spPr>
              <a:xfrm>
                <a:off x="2419" y="257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0" name="Rectangle 1253"/>
              <p:cNvSpPr/>
              <p:nvPr/>
            </p:nvSpPr>
            <p:spPr>
              <a:xfrm>
                <a:off x="2425" y="25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1" name="Rectangle 1254"/>
              <p:cNvSpPr/>
              <p:nvPr/>
            </p:nvSpPr>
            <p:spPr>
              <a:xfrm>
                <a:off x="2430" y="25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2" name="Rectangle 1255"/>
              <p:cNvSpPr/>
              <p:nvPr/>
            </p:nvSpPr>
            <p:spPr>
              <a:xfrm>
                <a:off x="2440" y="25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3" name="Rectangle 1256"/>
              <p:cNvSpPr/>
              <p:nvPr/>
            </p:nvSpPr>
            <p:spPr>
              <a:xfrm>
                <a:off x="2445" y="25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4" name="Rectangle 1257"/>
              <p:cNvSpPr/>
              <p:nvPr/>
            </p:nvSpPr>
            <p:spPr>
              <a:xfrm>
                <a:off x="2450" y="254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5" name="Rectangle 1258"/>
              <p:cNvSpPr/>
              <p:nvPr/>
            </p:nvSpPr>
            <p:spPr>
              <a:xfrm>
                <a:off x="2455" y="25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6" name="Rectangle 1259"/>
              <p:cNvSpPr/>
              <p:nvPr/>
            </p:nvSpPr>
            <p:spPr>
              <a:xfrm>
                <a:off x="2466" y="2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7" name="Rectangle 1260"/>
              <p:cNvSpPr/>
              <p:nvPr/>
            </p:nvSpPr>
            <p:spPr>
              <a:xfrm>
                <a:off x="2471" y="25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8" name="Rectangle 1261"/>
              <p:cNvSpPr/>
              <p:nvPr/>
            </p:nvSpPr>
            <p:spPr>
              <a:xfrm>
                <a:off x="2476" y="25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39" name="Rectangle 1262"/>
              <p:cNvSpPr/>
              <p:nvPr/>
            </p:nvSpPr>
            <p:spPr>
              <a:xfrm>
                <a:off x="2481" y="252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0" name="Rectangle 1263"/>
              <p:cNvSpPr/>
              <p:nvPr/>
            </p:nvSpPr>
            <p:spPr>
              <a:xfrm>
                <a:off x="2492" y="25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1" name="Rectangle 1264"/>
              <p:cNvSpPr/>
              <p:nvPr/>
            </p:nvSpPr>
            <p:spPr>
              <a:xfrm>
                <a:off x="2497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2" name="Rectangle 1265"/>
              <p:cNvSpPr/>
              <p:nvPr/>
            </p:nvSpPr>
            <p:spPr>
              <a:xfrm>
                <a:off x="2502" y="2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3" name="Rectangle 1266"/>
              <p:cNvSpPr/>
              <p:nvPr/>
            </p:nvSpPr>
            <p:spPr>
              <a:xfrm>
                <a:off x="2507" y="25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4" name="Rectangle 1267"/>
              <p:cNvSpPr/>
              <p:nvPr/>
            </p:nvSpPr>
            <p:spPr>
              <a:xfrm>
                <a:off x="2517" y="24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5" name="Rectangle 1268"/>
              <p:cNvSpPr/>
              <p:nvPr/>
            </p:nvSpPr>
            <p:spPr>
              <a:xfrm>
                <a:off x="2522" y="249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6" name="Rectangle 1269"/>
              <p:cNvSpPr/>
              <p:nvPr/>
            </p:nvSpPr>
            <p:spPr>
              <a:xfrm>
                <a:off x="2528" y="24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7" name="Rectangle 1270"/>
              <p:cNvSpPr/>
              <p:nvPr/>
            </p:nvSpPr>
            <p:spPr>
              <a:xfrm>
                <a:off x="2533" y="24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8" name="Rectangle 1271"/>
              <p:cNvSpPr/>
              <p:nvPr/>
            </p:nvSpPr>
            <p:spPr>
              <a:xfrm>
                <a:off x="2543" y="247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49" name="Rectangle 1272"/>
              <p:cNvSpPr/>
              <p:nvPr/>
            </p:nvSpPr>
            <p:spPr>
              <a:xfrm>
                <a:off x="2548" y="2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0" name="Rectangle 1273"/>
              <p:cNvSpPr/>
              <p:nvPr/>
            </p:nvSpPr>
            <p:spPr>
              <a:xfrm>
                <a:off x="2553" y="246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1" name="Rectangle 1274"/>
              <p:cNvSpPr/>
              <p:nvPr/>
            </p:nvSpPr>
            <p:spPr>
              <a:xfrm>
                <a:off x="2559" y="24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2" name="Rectangle 1275"/>
              <p:cNvSpPr/>
              <p:nvPr/>
            </p:nvSpPr>
            <p:spPr>
              <a:xfrm>
                <a:off x="2569" y="245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3" name="Rectangle 1276"/>
              <p:cNvSpPr/>
              <p:nvPr/>
            </p:nvSpPr>
            <p:spPr>
              <a:xfrm>
                <a:off x="2574" y="24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4" name="Rectangle 1277"/>
              <p:cNvSpPr/>
              <p:nvPr/>
            </p:nvSpPr>
            <p:spPr>
              <a:xfrm>
                <a:off x="2579" y="244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5" name="Rectangle 1278"/>
              <p:cNvSpPr/>
              <p:nvPr/>
            </p:nvSpPr>
            <p:spPr>
              <a:xfrm>
                <a:off x="2589" y="243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6" name="Rectangle 1279"/>
              <p:cNvSpPr/>
              <p:nvPr/>
            </p:nvSpPr>
            <p:spPr>
              <a:xfrm>
                <a:off x="2595" y="24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7" name="Rectangle 1280"/>
              <p:cNvSpPr/>
              <p:nvPr/>
            </p:nvSpPr>
            <p:spPr>
              <a:xfrm>
                <a:off x="2600" y="24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8" name="Rectangle 1281"/>
              <p:cNvSpPr/>
              <p:nvPr/>
            </p:nvSpPr>
            <p:spPr>
              <a:xfrm>
                <a:off x="2605" y="24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59" name="Rectangle 1282"/>
              <p:cNvSpPr/>
              <p:nvPr/>
            </p:nvSpPr>
            <p:spPr>
              <a:xfrm>
                <a:off x="2615" y="24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0" name="Rectangle 1283"/>
              <p:cNvSpPr/>
              <p:nvPr/>
            </p:nvSpPr>
            <p:spPr>
              <a:xfrm>
                <a:off x="2620" y="241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1" name="Rectangle 1284"/>
              <p:cNvSpPr/>
              <p:nvPr/>
            </p:nvSpPr>
            <p:spPr>
              <a:xfrm>
                <a:off x="2626" y="240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2" name="Rectangle 1285"/>
              <p:cNvSpPr/>
              <p:nvPr/>
            </p:nvSpPr>
            <p:spPr>
              <a:xfrm>
                <a:off x="2631" y="2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3" name="Rectangle 1286"/>
              <p:cNvSpPr/>
              <p:nvPr/>
            </p:nvSpPr>
            <p:spPr>
              <a:xfrm>
                <a:off x="2641" y="23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4" name="Rectangle 1287"/>
              <p:cNvSpPr/>
              <p:nvPr/>
            </p:nvSpPr>
            <p:spPr>
              <a:xfrm>
                <a:off x="2646" y="23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5" name="Rectangle 1288"/>
              <p:cNvSpPr/>
              <p:nvPr/>
            </p:nvSpPr>
            <p:spPr>
              <a:xfrm>
                <a:off x="2837" y="24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6" name="Rectangle 1289"/>
              <p:cNvSpPr/>
              <p:nvPr/>
            </p:nvSpPr>
            <p:spPr>
              <a:xfrm>
                <a:off x="2842" y="24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7" name="Rectangle 1290"/>
              <p:cNvSpPr/>
              <p:nvPr/>
            </p:nvSpPr>
            <p:spPr>
              <a:xfrm>
                <a:off x="2852" y="250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8" name="Rectangle 1291"/>
              <p:cNvSpPr/>
              <p:nvPr/>
            </p:nvSpPr>
            <p:spPr>
              <a:xfrm>
                <a:off x="2863" y="25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69" name="Rectangle 1292"/>
              <p:cNvSpPr/>
              <p:nvPr/>
            </p:nvSpPr>
            <p:spPr>
              <a:xfrm>
                <a:off x="2873" y="251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0" name="Rectangle 1293"/>
              <p:cNvSpPr/>
              <p:nvPr/>
            </p:nvSpPr>
            <p:spPr>
              <a:xfrm>
                <a:off x="2883" y="251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1" name="Rectangle 1294"/>
              <p:cNvSpPr/>
              <p:nvPr/>
            </p:nvSpPr>
            <p:spPr>
              <a:xfrm>
                <a:off x="2889" y="25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2" name="Rectangle 1295"/>
              <p:cNvSpPr/>
              <p:nvPr/>
            </p:nvSpPr>
            <p:spPr>
              <a:xfrm>
                <a:off x="2899" y="25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3" name="Rectangle 1296"/>
              <p:cNvSpPr/>
              <p:nvPr/>
            </p:nvSpPr>
            <p:spPr>
              <a:xfrm>
                <a:off x="2909" y="25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4" name="Rectangle 1297"/>
              <p:cNvSpPr/>
              <p:nvPr/>
            </p:nvSpPr>
            <p:spPr>
              <a:xfrm>
                <a:off x="2919" y="253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5" name="Rectangle 1298"/>
              <p:cNvSpPr/>
              <p:nvPr/>
            </p:nvSpPr>
            <p:spPr>
              <a:xfrm>
                <a:off x="2930" y="25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6" name="Rectangle 1299"/>
              <p:cNvSpPr/>
              <p:nvPr/>
            </p:nvSpPr>
            <p:spPr>
              <a:xfrm>
                <a:off x="1631" y="35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7" name="Rectangle 1300"/>
              <p:cNvSpPr/>
              <p:nvPr/>
            </p:nvSpPr>
            <p:spPr>
              <a:xfrm>
                <a:off x="1636" y="3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8" name="Rectangle 1301"/>
              <p:cNvSpPr/>
              <p:nvPr/>
            </p:nvSpPr>
            <p:spPr>
              <a:xfrm>
                <a:off x="1641" y="356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79" name="Rectangle 1302"/>
              <p:cNvSpPr/>
              <p:nvPr/>
            </p:nvSpPr>
            <p:spPr>
              <a:xfrm>
                <a:off x="1651" y="35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0" name="Rectangle 1303"/>
              <p:cNvSpPr/>
              <p:nvPr/>
            </p:nvSpPr>
            <p:spPr>
              <a:xfrm>
                <a:off x="1656" y="355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1" name="Rectangle 1304"/>
              <p:cNvSpPr/>
              <p:nvPr/>
            </p:nvSpPr>
            <p:spPr>
              <a:xfrm>
                <a:off x="1662" y="35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2" name="Rectangle 1305"/>
              <p:cNvSpPr/>
              <p:nvPr/>
            </p:nvSpPr>
            <p:spPr>
              <a:xfrm>
                <a:off x="1667" y="35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3" name="Rectangle 1306"/>
              <p:cNvSpPr/>
              <p:nvPr/>
            </p:nvSpPr>
            <p:spPr>
              <a:xfrm>
                <a:off x="1677" y="35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4" name="Rectangle 1307"/>
              <p:cNvSpPr/>
              <p:nvPr/>
            </p:nvSpPr>
            <p:spPr>
              <a:xfrm>
                <a:off x="1682" y="3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5" name="Rectangle 1308"/>
              <p:cNvSpPr/>
              <p:nvPr/>
            </p:nvSpPr>
            <p:spPr>
              <a:xfrm>
                <a:off x="1687" y="353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6" name="Rectangle 1309"/>
              <p:cNvSpPr/>
              <p:nvPr/>
            </p:nvSpPr>
            <p:spPr>
              <a:xfrm>
                <a:off x="1692" y="352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7" name="Rectangle 1310"/>
              <p:cNvSpPr/>
              <p:nvPr/>
            </p:nvSpPr>
            <p:spPr>
              <a:xfrm>
                <a:off x="1703" y="35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8" name="Rectangle 1311"/>
              <p:cNvSpPr/>
              <p:nvPr/>
            </p:nvSpPr>
            <p:spPr>
              <a:xfrm>
                <a:off x="1708" y="35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89" name="Rectangle 1312"/>
              <p:cNvSpPr/>
              <p:nvPr/>
            </p:nvSpPr>
            <p:spPr>
              <a:xfrm>
                <a:off x="1713" y="35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0" name="Rectangle 1313"/>
              <p:cNvSpPr/>
              <p:nvPr/>
            </p:nvSpPr>
            <p:spPr>
              <a:xfrm>
                <a:off x="1718" y="350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1" name="Rectangle 1314"/>
              <p:cNvSpPr/>
              <p:nvPr/>
            </p:nvSpPr>
            <p:spPr>
              <a:xfrm>
                <a:off x="1729" y="349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2" name="Rectangle 1315"/>
              <p:cNvSpPr/>
              <p:nvPr/>
            </p:nvSpPr>
            <p:spPr>
              <a:xfrm>
                <a:off x="1734" y="34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3" name="Rectangle 1316"/>
              <p:cNvSpPr/>
              <p:nvPr/>
            </p:nvSpPr>
            <p:spPr>
              <a:xfrm>
                <a:off x="1739" y="34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4" name="Rectangle 1317"/>
              <p:cNvSpPr/>
              <p:nvPr/>
            </p:nvSpPr>
            <p:spPr>
              <a:xfrm>
                <a:off x="1744" y="348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5" name="Rectangle 1318"/>
              <p:cNvSpPr/>
              <p:nvPr/>
            </p:nvSpPr>
            <p:spPr>
              <a:xfrm>
                <a:off x="1754" y="34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6" name="Rectangle 1319"/>
              <p:cNvSpPr/>
              <p:nvPr/>
            </p:nvSpPr>
            <p:spPr>
              <a:xfrm>
                <a:off x="1759" y="347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7" name="Rectangle 1320"/>
              <p:cNvSpPr/>
              <p:nvPr/>
            </p:nvSpPr>
            <p:spPr>
              <a:xfrm>
                <a:off x="1765" y="3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8" name="Rectangle 1321"/>
              <p:cNvSpPr/>
              <p:nvPr/>
            </p:nvSpPr>
            <p:spPr>
              <a:xfrm>
                <a:off x="1770" y="346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499" name="Rectangle 1322"/>
              <p:cNvSpPr/>
              <p:nvPr/>
            </p:nvSpPr>
            <p:spPr>
              <a:xfrm>
                <a:off x="1780" y="34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0" name="Rectangle 1323"/>
              <p:cNvSpPr/>
              <p:nvPr/>
            </p:nvSpPr>
            <p:spPr>
              <a:xfrm>
                <a:off x="1785" y="34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1" name="Rectangle 1324"/>
              <p:cNvSpPr/>
              <p:nvPr/>
            </p:nvSpPr>
            <p:spPr>
              <a:xfrm>
                <a:off x="1790" y="344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2" name="Rectangle 1325"/>
              <p:cNvSpPr/>
              <p:nvPr/>
            </p:nvSpPr>
            <p:spPr>
              <a:xfrm>
                <a:off x="1796" y="34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3" name="Rectangle 1326"/>
              <p:cNvSpPr/>
              <p:nvPr/>
            </p:nvSpPr>
            <p:spPr>
              <a:xfrm>
                <a:off x="1806" y="3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4" name="Rectangle 1327"/>
              <p:cNvSpPr/>
              <p:nvPr/>
            </p:nvSpPr>
            <p:spPr>
              <a:xfrm>
                <a:off x="1811" y="34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5" name="Rectangle 1328"/>
              <p:cNvSpPr/>
              <p:nvPr/>
            </p:nvSpPr>
            <p:spPr>
              <a:xfrm>
                <a:off x="1816" y="342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6" name="Rectangle 1329"/>
              <p:cNvSpPr/>
              <p:nvPr/>
            </p:nvSpPr>
            <p:spPr>
              <a:xfrm>
                <a:off x="1821" y="342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7" name="Rectangle 1330"/>
              <p:cNvSpPr/>
              <p:nvPr/>
            </p:nvSpPr>
            <p:spPr>
              <a:xfrm>
                <a:off x="1832" y="341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8" name="Rectangle 1331"/>
              <p:cNvSpPr/>
              <p:nvPr/>
            </p:nvSpPr>
            <p:spPr>
              <a:xfrm>
                <a:off x="1837" y="34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09" name="Rectangle 1332"/>
              <p:cNvSpPr/>
              <p:nvPr/>
            </p:nvSpPr>
            <p:spPr>
              <a:xfrm>
                <a:off x="1842" y="34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0" name="Rectangle 1333"/>
              <p:cNvSpPr/>
              <p:nvPr/>
            </p:nvSpPr>
            <p:spPr>
              <a:xfrm>
                <a:off x="1847" y="3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1" name="Rectangle 1334"/>
              <p:cNvSpPr/>
              <p:nvPr/>
            </p:nvSpPr>
            <p:spPr>
              <a:xfrm>
                <a:off x="1857" y="339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2" name="Rectangle 1335"/>
              <p:cNvSpPr/>
              <p:nvPr/>
            </p:nvSpPr>
            <p:spPr>
              <a:xfrm>
                <a:off x="1863" y="33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3" name="Rectangle 1336"/>
              <p:cNvSpPr/>
              <p:nvPr/>
            </p:nvSpPr>
            <p:spPr>
              <a:xfrm>
                <a:off x="1868" y="33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4" name="Rectangle 1337"/>
              <p:cNvSpPr/>
              <p:nvPr/>
            </p:nvSpPr>
            <p:spPr>
              <a:xfrm>
                <a:off x="1878" y="33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5" name="Rectangle 1338"/>
              <p:cNvSpPr/>
              <p:nvPr/>
            </p:nvSpPr>
            <p:spPr>
              <a:xfrm>
                <a:off x="1883" y="33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6" name="Rectangle 1339"/>
              <p:cNvSpPr/>
              <p:nvPr/>
            </p:nvSpPr>
            <p:spPr>
              <a:xfrm>
                <a:off x="1888" y="337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7" name="Rectangle 1340"/>
              <p:cNvSpPr/>
              <p:nvPr/>
            </p:nvSpPr>
            <p:spPr>
              <a:xfrm>
                <a:off x="1894" y="3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8" name="Rectangle 1341"/>
              <p:cNvSpPr/>
              <p:nvPr/>
            </p:nvSpPr>
            <p:spPr>
              <a:xfrm>
                <a:off x="1904" y="336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19" name="Rectangle 1342"/>
              <p:cNvSpPr/>
              <p:nvPr/>
            </p:nvSpPr>
            <p:spPr>
              <a:xfrm>
                <a:off x="1909" y="33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0" name="Rectangle 1343"/>
              <p:cNvSpPr/>
              <p:nvPr/>
            </p:nvSpPr>
            <p:spPr>
              <a:xfrm>
                <a:off x="1914" y="33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1" name="Rectangle 1344"/>
              <p:cNvSpPr/>
              <p:nvPr/>
            </p:nvSpPr>
            <p:spPr>
              <a:xfrm>
                <a:off x="1919" y="33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2" name="Rectangle 1345"/>
              <p:cNvSpPr/>
              <p:nvPr/>
            </p:nvSpPr>
            <p:spPr>
              <a:xfrm>
                <a:off x="1930" y="33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3" name="Rectangle 1346"/>
              <p:cNvSpPr/>
              <p:nvPr/>
            </p:nvSpPr>
            <p:spPr>
              <a:xfrm>
                <a:off x="1935" y="33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4" name="Rectangle 1347"/>
              <p:cNvSpPr/>
              <p:nvPr/>
            </p:nvSpPr>
            <p:spPr>
              <a:xfrm>
                <a:off x="1940" y="332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5" name="Rectangle 1348"/>
              <p:cNvSpPr/>
              <p:nvPr/>
            </p:nvSpPr>
            <p:spPr>
              <a:xfrm>
                <a:off x="1945" y="33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6" name="Rectangle 1349"/>
              <p:cNvSpPr/>
              <p:nvPr/>
            </p:nvSpPr>
            <p:spPr>
              <a:xfrm>
                <a:off x="1955" y="331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7" name="Rectangle 1350"/>
              <p:cNvSpPr/>
              <p:nvPr/>
            </p:nvSpPr>
            <p:spPr>
              <a:xfrm>
                <a:off x="1961" y="331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8" name="Rectangle 1351"/>
              <p:cNvSpPr/>
              <p:nvPr/>
            </p:nvSpPr>
            <p:spPr>
              <a:xfrm>
                <a:off x="1966" y="33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29" name="Rectangle 1352"/>
              <p:cNvSpPr/>
              <p:nvPr/>
            </p:nvSpPr>
            <p:spPr>
              <a:xfrm>
                <a:off x="1971" y="33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0" name="Rectangle 1353"/>
              <p:cNvSpPr/>
              <p:nvPr/>
            </p:nvSpPr>
            <p:spPr>
              <a:xfrm>
                <a:off x="1981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1" name="Rectangle 1354"/>
              <p:cNvSpPr/>
              <p:nvPr/>
            </p:nvSpPr>
            <p:spPr>
              <a:xfrm>
                <a:off x="1986" y="329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2" name="Rectangle 1355"/>
              <p:cNvSpPr/>
              <p:nvPr/>
            </p:nvSpPr>
            <p:spPr>
              <a:xfrm>
                <a:off x="1991" y="328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3" name="Rectangle 1356"/>
              <p:cNvSpPr/>
              <p:nvPr/>
            </p:nvSpPr>
            <p:spPr>
              <a:xfrm>
                <a:off x="1997" y="32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4" name="Rectangle 1357"/>
              <p:cNvSpPr/>
              <p:nvPr/>
            </p:nvSpPr>
            <p:spPr>
              <a:xfrm>
                <a:off x="2007" y="32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5" name="Rectangle 1358"/>
              <p:cNvSpPr/>
              <p:nvPr/>
            </p:nvSpPr>
            <p:spPr>
              <a:xfrm>
                <a:off x="2012" y="32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6" name="Rectangle 1359"/>
              <p:cNvSpPr/>
              <p:nvPr/>
            </p:nvSpPr>
            <p:spPr>
              <a:xfrm>
                <a:off x="2017" y="3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7" name="Rectangle 1360"/>
              <p:cNvSpPr/>
              <p:nvPr/>
            </p:nvSpPr>
            <p:spPr>
              <a:xfrm>
                <a:off x="2022" y="326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8" name="Rectangle 1361"/>
              <p:cNvSpPr/>
              <p:nvPr/>
            </p:nvSpPr>
            <p:spPr>
              <a:xfrm>
                <a:off x="2033" y="325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39" name="Rectangle 1362"/>
              <p:cNvSpPr/>
              <p:nvPr/>
            </p:nvSpPr>
            <p:spPr>
              <a:xfrm>
                <a:off x="2038" y="32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0" name="Rectangle 1363"/>
              <p:cNvSpPr/>
              <p:nvPr/>
            </p:nvSpPr>
            <p:spPr>
              <a:xfrm>
                <a:off x="2043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1" name="Rectangle 1364"/>
              <p:cNvSpPr/>
              <p:nvPr/>
            </p:nvSpPr>
            <p:spPr>
              <a:xfrm>
                <a:off x="2048" y="32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2" name="Rectangle 1365"/>
              <p:cNvSpPr/>
              <p:nvPr/>
            </p:nvSpPr>
            <p:spPr>
              <a:xfrm>
                <a:off x="2058" y="323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3" name="Rectangle 1366"/>
              <p:cNvSpPr/>
              <p:nvPr/>
            </p:nvSpPr>
            <p:spPr>
              <a:xfrm>
                <a:off x="2064" y="32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4" name="Rectangle 1367"/>
              <p:cNvSpPr/>
              <p:nvPr/>
            </p:nvSpPr>
            <p:spPr>
              <a:xfrm>
                <a:off x="2069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5" name="Rectangle 1368"/>
              <p:cNvSpPr/>
              <p:nvPr/>
            </p:nvSpPr>
            <p:spPr>
              <a:xfrm>
                <a:off x="2074" y="32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6" name="Rectangle 1369"/>
              <p:cNvSpPr/>
              <p:nvPr/>
            </p:nvSpPr>
            <p:spPr>
              <a:xfrm>
                <a:off x="2084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7" name="Rectangle 1370"/>
              <p:cNvSpPr/>
              <p:nvPr/>
            </p:nvSpPr>
            <p:spPr>
              <a:xfrm>
                <a:off x="2089" y="321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8" name="Rectangle 1371"/>
              <p:cNvSpPr/>
              <p:nvPr/>
            </p:nvSpPr>
            <p:spPr>
              <a:xfrm>
                <a:off x="2095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49" name="Rectangle 1372"/>
              <p:cNvSpPr/>
              <p:nvPr/>
            </p:nvSpPr>
            <p:spPr>
              <a:xfrm>
                <a:off x="2100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0" name="Rectangle 1373"/>
              <p:cNvSpPr/>
              <p:nvPr/>
            </p:nvSpPr>
            <p:spPr>
              <a:xfrm>
                <a:off x="2110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1" name="Rectangle 1374"/>
              <p:cNvSpPr/>
              <p:nvPr/>
            </p:nvSpPr>
            <p:spPr>
              <a:xfrm>
                <a:off x="2115" y="319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2" name="Rectangle 1375"/>
              <p:cNvSpPr/>
              <p:nvPr/>
            </p:nvSpPr>
            <p:spPr>
              <a:xfrm>
                <a:off x="2120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3" name="Rectangle 1376"/>
              <p:cNvSpPr/>
              <p:nvPr/>
            </p:nvSpPr>
            <p:spPr>
              <a:xfrm>
                <a:off x="2125" y="318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4" name="Rectangle 1377"/>
              <p:cNvSpPr/>
              <p:nvPr/>
            </p:nvSpPr>
            <p:spPr>
              <a:xfrm>
                <a:off x="2136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5" name="Rectangle 1378"/>
              <p:cNvSpPr/>
              <p:nvPr/>
            </p:nvSpPr>
            <p:spPr>
              <a:xfrm>
                <a:off x="2141" y="31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6" name="Rectangle 1379"/>
              <p:cNvSpPr/>
              <p:nvPr/>
            </p:nvSpPr>
            <p:spPr>
              <a:xfrm>
                <a:off x="2146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7" name="Rectangle 1380"/>
              <p:cNvSpPr/>
              <p:nvPr/>
            </p:nvSpPr>
            <p:spPr>
              <a:xfrm>
                <a:off x="2151" y="316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8" name="Rectangle 1381"/>
              <p:cNvSpPr/>
              <p:nvPr/>
            </p:nvSpPr>
            <p:spPr>
              <a:xfrm>
                <a:off x="2162" y="315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59" name="Rectangle 1382"/>
              <p:cNvSpPr/>
              <p:nvPr/>
            </p:nvSpPr>
            <p:spPr>
              <a:xfrm>
                <a:off x="2167" y="31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0" name="Rectangle 1383"/>
              <p:cNvSpPr/>
              <p:nvPr/>
            </p:nvSpPr>
            <p:spPr>
              <a:xfrm>
                <a:off x="2172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1" name="Rectangle 1384"/>
              <p:cNvSpPr/>
              <p:nvPr/>
            </p:nvSpPr>
            <p:spPr>
              <a:xfrm>
                <a:off x="2177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2" name="Rectangle 1385"/>
              <p:cNvSpPr/>
              <p:nvPr/>
            </p:nvSpPr>
            <p:spPr>
              <a:xfrm>
                <a:off x="2187" y="313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3" name="Rectangle 1386"/>
              <p:cNvSpPr/>
              <p:nvPr/>
            </p:nvSpPr>
            <p:spPr>
              <a:xfrm>
                <a:off x="2193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4" name="Rectangle 1387"/>
              <p:cNvSpPr/>
              <p:nvPr/>
            </p:nvSpPr>
            <p:spPr>
              <a:xfrm>
                <a:off x="2198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5" name="Rectangle 1388"/>
              <p:cNvSpPr/>
              <p:nvPr/>
            </p:nvSpPr>
            <p:spPr>
              <a:xfrm>
                <a:off x="2203" y="31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6" name="Rectangle 1389"/>
              <p:cNvSpPr/>
              <p:nvPr/>
            </p:nvSpPr>
            <p:spPr>
              <a:xfrm>
                <a:off x="2213" y="31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7" name="Rectangle 1390"/>
              <p:cNvSpPr/>
              <p:nvPr/>
            </p:nvSpPr>
            <p:spPr>
              <a:xfrm>
                <a:off x="2218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8" name="Rectangle 1391"/>
              <p:cNvSpPr/>
              <p:nvPr/>
            </p:nvSpPr>
            <p:spPr>
              <a:xfrm>
                <a:off x="2223" y="310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69" name="Rectangle 1392"/>
              <p:cNvSpPr/>
              <p:nvPr/>
            </p:nvSpPr>
            <p:spPr>
              <a:xfrm>
                <a:off x="2229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0" name="Rectangle 1393"/>
              <p:cNvSpPr/>
              <p:nvPr/>
            </p:nvSpPr>
            <p:spPr>
              <a:xfrm>
                <a:off x="2239" y="30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1" name="Rectangle 1394"/>
              <p:cNvSpPr/>
              <p:nvPr/>
            </p:nvSpPr>
            <p:spPr>
              <a:xfrm>
                <a:off x="2244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2" name="Rectangle 1395"/>
              <p:cNvSpPr/>
              <p:nvPr/>
            </p:nvSpPr>
            <p:spPr>
              <a:xfrm>
                <a:off x="2249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3" name="Rectangle 1396"/>
              <p:cNvSpPr/>
              <p:nvPr/>
            </p:nvSpPr>
            <p:spPr>
              <a:xfrm>
                <a:off x="2254" y="307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4" name="Rectangle 1397"/>
              <p:cNvSpPr/>
              <p:nvPr/>
            </p:nvSpPr>
            <p:spPr>
              <a:xfrm>
                <a:off x="2265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5" name="Rectangle 1398"/>
              <p:cNvSpPr/>
              <p:nvPr/>
            </p:nvSpPr>
            <p:spPr>
              <a:xfrm>
                <a:off x="2270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6" name="Rectangle 1399"/>
              <p:cNvSpPr/>
              <p:nvPr/>
            </p:nvSpPr>
            <p:spPr>
              <a:xfrm>
                <a:off x="2275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7" name="Rectangle 1400"/>
              <p:cNvSpPr/>
              <p:nvPr/>
            </p:nvSpPr>
            <p:spPr>
              <a:xfrm>
                <a:off x="2280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8" name="Rectangle 1401"/>
              <p:cNvSpPr/>
              <p:nvPr/>
            </p:nvSpPr>
            <p:spPr>
              <a:xfrm>
                <a:off x="2290" y="305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79" name="Rectangle 1402"/>
              <p:cNvSpPr/>
              <p:nvPr/>
            </p:nvSpPr>
            <p:spPr>
              <a:xfrm>
                <a:off x="2296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0" name="Rectangle 1403"/>
              <p:cNvSpPr/>
              <p:nvPr/>
            </p:nvSpPr>
            <p:spPr>
              <a:xfrm>
                <a:off x="2301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1" name="Rectangle 1404"/>
              <p:cNvSpPr/>
              <p:nvPr/>
            </p:nvSpPr>
            <p:spPr>
              <a:xfrm>
                <a:off x="2311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2" name="Rectangle 1405"/>
              <p:cNvSpPr/>
              <p:nvPr/>
            </p:nvSpPr>
            <p:spPr>
              <a:xfrm>
                <a:off x="2316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3" name="Rectangle 1406"/>
              <p:cNvSpPr/>
              <p:nvPr/>
            </p:nvSpPr>
            <p:spPr>
              <a:xfrm>
                <a:off x="2321" y="302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4" name="Rectangle 1407"/>
              <p:cNvSpPr/>
              <p:nvPr/>
            </p:nvSpPr>
            <p:spPr>
              <a:xfrm>
                <a:off x="2327" y="302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5" name="Rectangle 1408"/>
              <p:cNvSpPr/>
              <p:nvPr/>
            </p:nvSpPr>
            <p:spPr>
              <a:xfrm>
                <a:off x="2337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6" name="Rectangle 1409"/>
              <p:cNvSpPr/>
              <p:nvPr/>
            </p:nvSpPr>
            <p:spPr>
              <a:xfrm>
                <a:off x="2342" y="30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7" name="Rectangle 1410"/>
              <p:cNvSpPr/>
              <p:nvPr/>
            </p:nvSpPr>
            <p:spPr>
              <a:xfrm>
                <a:off x="2347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8" name="Rectangle 1411"/>
              <p:cNvSpPr/>
              <p:nvPr/>
            </p:nvSpPr>
            <p:spPr>
              <a:xfrm>
                <a:off x="2352" y="300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589" name="Rectangle 1412"/>
              <p:cNvSpPr/>
              <p:nvPr/>
            </p:nvSpPr>
            <p:spPr>
              <a:xfrm>
                <a:off x="2363" y="29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5" name="Group 1413"/>
            <p:cNvGrpSpPr/>
            <p:nvPr/>
          </p:nvGrpSpPr>
          <p:grpSpPr>
            <a:xfrm>
              <a:off x="1533" y="2541"/>
              <a:ext cx="1402" cy="1041"/>
              <a:chOff x="1533" y="2541"/>
              <a:chExt cx="1402" cy="1041"/>
            </a:xfrm>
          </p:grpSpPr>
          <p:sp>
            <p:nvSpPr>
              <p:cNvPr id="32190" name="Rectangle 1414"/>
              <p:cNvSpPr/>
              <p:nvPr/>
            </p:nvSpPr>
            <p:spPr>
              <a:xfrm>
                <a:off x="2368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91" name="Rectangle 1415"/>
              <p:cNvSpPr/>
              <p:nvPr/>
            </p:nvSpPr>
            <p:spPr>
              <a:xfrm>
                <a:off x="2373" y="298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92" name="Rectangle 1416"/>
              <p:cNvSpPr/>
              <p:nvPr/>
            </p:nvSpPr>
            <p:spPr>
              <a:xfrm>
                <a:off x="2378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93" name="Rectangle 1417"/>
              <p:cNvSpPr/>
              <p:nvPr/>
            </p:nvSpPr>
            <p:spPr>
              <a:xfrm>
                <a:off x="2388" y="297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94" name="Rectangle 1418"/>
              <p:cNvSpPr/>
              <p:nvPr/>
            </p:nvSpPr>
            <p:spPr>
              <a:xfrm>
                <a:off x="2394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95" name="Rectangle 1419"/>
              <p:cNvSpPr/>
              <p:nvPr/>
            </p:nvSpPr>
            <p:spPr>
              <a:xfrm>
                <a:off x="2399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96" name="Rectangle 1420"/>
              <p:cNvSpPr/>
              <p:nvPr/>
            </p:nvSpPr>
            <p:spPr>
              <a:xfrm>
                <a:off x="2404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97" name="Rectangle 1421"/>
              <p:cNvSpPr/>
              <p:nvPr/>
            </p:nvSpPr>
            <p:spPr>
              <a:xfrm>
                <a:off x="2414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98" name="Rectangle 1422"/>
              <p:cNvSpPr/>
              <p:nvPr/>
            </p:nvSpPr>
            <p:spPr>
              <a:xfrm>
                <a:off x="2419" y="294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99" name="Rectangle 1423"/>
              <p:cNvSpPr/>
              <p:nvPr/>
            </p:nvSpPr>
            <p:spPr>
              <a:xfrm>
                <a:off x="2425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0" name="Rectangle 1424"/>
              <p:cNvSpPr/>
              <p:nvPr/>
            </p:nvSpPr>
            <p:spPr>
              <a:xfrm>
                <a:off x="2430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1" name="Rectangle 1425"/>
              <p:cNvSpPr/>
              <p:nvPr/>
            </p:nvSpPr>
            <p:spPr>
              <a:xfrm>
                <a:off x="2440" y="29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2" name="Rectangle 1426"/>
              <p:cNvSpPr/>
              <p:nvPr/>
            </p:nvSpPr>
            <p:spPr>
              <a:xfrm>
                <a:off x="2445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3" name="Rectangle 1427"/>
              <p:cNvSpPr/>
              <p:nvPr/>
            </p:nvSpPr>
            <p:spPr>
              <a:xfrm>
                <a:off x="2450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4" name="Rectangle 1428"/>
              <p:cNvSpPr/>
              <p:nvPr/>
            </p:nvSpPr>
            <p:spPr>
              <a:xfrm>
                <a:off x="2455" y="291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5" name="Rectangle 1429"/>
              <p:cNvSpPr/>
              <p:nvPr/>
            </p:nvSpPr>
            <p:spPr>
              <a:xfrm>
                <a:off x="2466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6" name="Rectangle 1430"/>
              <p:cNvSpPr/>
              <p:nvPr/>
            </p:nvSpPr>
            <p:spPr>
              <a:xfrm>
                <a:off x="2471" y="29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7" name="Rectangle 1431"/>
              <p:cNvSpPr/>
              <p:nvPr/>
            </p:nvSpPr>
            <p:spPr>
              <a:xfrm>
                <a:off x="2476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8" name="Rectangle 1432"/>
              <p:cNvSpPr/>
              <p:nvPr/>
            </p:nvSpPr>
            <p:spPr>
              <a:xfrm>
                <a:off x="2481" y="289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09" name="Rectangle 1433"/>
              <p:cNvSpPr/>
              <p:nvPr/>
            </p:nvSpPr>
            <p:spPr>
              <a:xfrm>
                <a:off x="2492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0" name="Rectangle 1434"/>
              <p:cNvSpPr/>
              <p:nvPr/>
            </p:nvSpPr>
            <p:spPr>
              <a:xfrm>
                <a:off x="2497" y="288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1" name="Rectangle 1435"/>
              <p:cNvSpPr/>
              <p:nvPr/>
            </p:nvSpPr>
            <p:spPr>
              <a:xfrm>
                <a:off x="2502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2" name="Rectangle 1436"/>
              <p:cNvSpPr/>
              <p:nvPr/>
            </p:nvSpPr>
            <p:spPr>
              <a:xfrm>
                <a:off x="2507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3" name="Rectangle 1437"/>
              <p:cNvSpPr/>
              <p:nvPr/>
            </p:nvSpPr>
            <p:spPr>
              <a:xfrm>
                <a:off x="2517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4" name="Rectangle 1438"/>
              <p:cNvSpPr/>
              <p:nvPr/>
            </p:nvSpPr>
            <p:spPr>
              <a:xfrm>
                <a:off x="2522" y="286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5" name="Rectangle 1439"/>
              <p:cNvSpPr/>
              <p:nvPr/>
            </p:nvSpPr>
            <p:spPr>
              <a:xfrm>
                <a:off x="2528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6" name="Rectangle 1440"/>
              <p:cNvSpPr/>
              <p:nvPr/>
            </p:nvSpPr>
            <p:spPr>
              <a:xfrm>
                <a:off x="2533" y="28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7" name="Rectangle 1441"/>
              <p:cNvSpPr/>
              <p:nvPr/>
            </p:nvSpPr>
            <p:spPr>
              <a:xfrm>
                <a:off x="2543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8" name="Rectangle 1442"/>
              <p:cNvSpPr/>
              <p:nvPr/>
            </p:nvSpPr>
            <p:spPr>
              <a:xfrm>
                <a:off x="2548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19" name="Rectangle 1443"/>
              <p:cNvSpPr/>
              <p:nvPr/>
            </p:nvSpPr>
            <p:spPr>
              <a:xfrm>
                <a:off x="2553" y="284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0" name="Rectangle 1444"/>
              <p:cNvSpPr/>
              <p:nvPr/>
            </p:nvSpPr>
            <p:spPr>
              <a:xfrm>
                <a:off x="2559" y="28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1" name="Rectangle 1445"/>
              <p:cNvSpPr/>
              <p:nvPr/>
            </p:nvSpPr>
            <p:spPr>
              <a:xfrm>
                <a:off x="2569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2" name="Rectangle 1446"/>
              <p:cNvSpPr/>
              <p:nvPr/>
            </p:nvSpPr>
            <p:spPr>
              <a:xfrm>
                <a:off x="2574" y="28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3" name="Rectangle 1447"/>
              <p:cNvSpPr/>
              <p:nvPr/>
            </p:nvSpPr>
            <p:spPr>
              <a:xfrm>
                <a:off x="2579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4" name="Rectangle 1448"/>
              <p:cNvSpPr/>
              <p:nvPr/>
            </p:nvSpPr>
            <p:spPr>
              <a:xfrm>
                <a:off x="2584" y="281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5" name="Rectangle 1449"/>
              <p:cNvSpPr/>
              <p:nvPr/>
            </p:nvSpPr>
            <p:spPr>
              <a:xfrm>
                <a:off x="2595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6" name="Rectangle 1450"/>
              <p:cNvSpPr/>
              <p:nvPr/>
            </p:nvSpPr>
            <p:spPr>
              <a:xfrm>
                <a:off x="2600" y="28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7" name="Rectangle 1451"/>
              <p:cNvSpPr/>
              <p:nvPr/>
            </p:nvSpPr>
            <p:spPr>
              <a:xfrm>
                <a:off x="2605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8" name="Rectangle 1452"/>
              <p:cNvSpPr/>
              <p:nvPr/>
            </p:nvSpPr>
            <p:spPr>
              <a:xfrm>
                <a:off x="2610" y="27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29" name="Rectangle 1453"/>
              <p:cNvSpPr/>
              <p:nvPr/>
            </p:nvSpPr>
            <p:spPr>
              <a:xfrm>
                <a:off x="2620" y="278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0" name="Rectangle 1454"/>
              <p:cNvSpPr/>
              <p:nvPr/>
            </p:nvSpPr>
            <p:spPr>
              <a:xfrm>
                <a:off x="2626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1" name="Rectangle 1455"/>
              <p:cNvSpPr/>
              <p:nvPr/>
            </p:nvSpPr>
            <p:spPr>
              <a:xfrm>
                <a:off x="2631" y="2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2" name="Rectangle 1456"/>
              <p:cNvSpPr/>
              <p:nvPr/>
            </p:nvSpPr>
            <p:spPr>
              <a:xfrm>
                <a:off x="2636" y="2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3" name="Rectangle 1457"/>
              <p:cNvSpPr/>
              <p:nvPr/>
            </p:nvSpPr>
            <p:spPr>
              <a:xfrm>
                <a:off x="2646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4" name="Rectangle 1458"/>
              <p:cNvSpPr/>
              <p:nvPr/>
            </p:nvSpPr>
            <p:spPr>
              <a:xfrm>
                <a:off x="2651" y="276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5" name="Rectangle 1459"/>
              <p:cNvSpPr/>
              <p:nvPr/>
            </p:nvSpPr>
            <p:spPr>
              <a:xfrm>
                <a:off x="2657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6" name="Rectangle 1460"/>
              <p:cNvSpPr/>
              <p:nvPr/>
            </p:nvSpPr>
            <p:spPr>
              <a:xfrm>
                <a:off x="2662" y="27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7" name="Rectangle 1461"/>
              <p:cNvSpPr/>
              <p:nvPr/>
            </p:nvSpPr>
            <p:spPr>
              <a:xfrm>
                <a:off x="2672" y="274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8" name="Rectangle 1462"/>
              <p:cNvSpPr/>
              <p:nvPr/>
            </p:nvSpPr>
            <p:spPr>
              <a:xfrm>
                <a:off x="2677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39" name="Rectangle 1463"/>
              <p:cNvSpPr/>
              <p:nvPr/>
            </p:nvSpPr>
            <p:spPr>
              <a:xfrm>
                <a:off x="2682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0" name="Rectangle 1464"/>
              <p:cNvSpPr/>
              <p:nvPr/>
            </p:nvSpPr>
            <p:spPr>
              <a:xfrm>
                <a:off x="2687" y="27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1" name="Rectangle 1465"/>
              <p:cNvSpPr/>
              <p:nvPr/>
            </p:nvSpPr>
            <p:spPr>
              <a:xfrm>
                <a:off x="2698" y="272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2" name="Rectangle 1466"/>
              <p:cNvSpPr/>
              <p:nvPr/>
            </p:nvSpPr>
            <p:spPr>
              <a:xfrm>
                <a:off x="2703" y="27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3" name="Rectangle 1467"/>
              <p:cNvSpPr/>
              <p:nvPr/>
            </p:nvSpPr>
            <p:spPr>
              <a:xfrm>
                <a:off x="2708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4" name="Rectangle 1468"/>
              <p:cNvSpPr/>
              <p:nvPr/>
            </p:nvSpPr>
            <p:spPr>
              <a:xfrm>
                <a:off x="2713" y="271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5" name="Rectangle 1469"/>
              <p:cNvSpPr/>
              <p:nvPr/>
            </p:nvSpPr>
            <p:spPr>
              <a:xfrm>
                <a:off x="2724" y="2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6" name="Rectangle 1470"/>
              <p:cNvSpPr/>
              <p:nvPr/>
            </p:nvSpPr>
            <p:spPr>
              <a:xfrm>
                <a:off x="2729" y="27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7" name="Rectangle 1471"/>
              <p:cNvSpPr/>
              <p:nvPr/>
            </p:nvSpPr>
            <p:spPr>
              <a:xfrm>
                <a:off x="2734" y="26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8" name="Rectangle 1472"/>
              <p:cNvSpPr/>
              <p:nvPr/>
            </p:nvSpPr>
            <p:spPr>
              <a:xfrm>
                <a:off x="2744" y="26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49" name="Rectangle 1473"/>
              <p:cNvSpPr/>
              <p:nvPr/>
            </p:nvSpPr>
            <p:spPr>
              <a:xfrm>
                <a:off x="2749" y="26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0" name="Rectangle 1474"/>
              <p:cNvSpPr/>
              <p:nvPr/>
            </p:nvSpPr>
            <p:spPr>
              <a:xfrm>
                <a:off x="2754" y="2680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1" name="Rectangle 1475"/>
              <p:cNvSpPr/>
              <p:nvPr/>
            </p:nvSpPr>
            <p:spPr>
              <a:xfrm>
                <a:off x="2760" y="2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2" name="Rectangle 1476"/>
              <p:cNvSpPr/>
              <p:nvPr/>
            </p:nvSpPr>
            <p:spPr>
              <a:xfrm>
                <a:off x="2770" y="26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3" name="Rectangle 1477"/>
              <p:cNvSpPr/>
              <p:nvPr/>
            </p:nvSpPr>
            <p:spPr>
              <a:xfrm>
                <a:off x="2775" y="26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4" name="Rectangle 1478"/>
              <p:cNvSpPr/>
              <p:nvPr/>
            </p:nvSpPr>
            <p:spPr>
              <a:xfrm>
                <a:off x="2780" y="26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5" name="Rectangle 1479"/>
              <p:cNvSpPr/>
              <p:nvPr/>
            </p:nvSpPr>
            <p:spPr>
              <a:xfrm>
                <a:off x="2785" y="265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6" name="Rectangle 1480"/>
              <p:cNvSpPr/>
              <p:nvPr/>
            </p:nvSpPr>
            <p:spPr>
              <a:xfrm>
                <a:off x="2796" y="26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7" name="Rectangle 1481"/>
              <p:cNvSpPr/>
              <p:nvPr/>
            </p:nvSpPr>
            <p:spPr>
              <a:xfrm>
                <a:off x="2801" y="264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8" name="Rectangle 1482"/>
              <p:cNvSpPr/>
              <p:nvPr/>
            </p:nvSpPr>
            <p:spPr>
              <a:xfrm>
                <a:off x="2806" y="26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59" name="Rectangle 1483"/>
              <p:cNvSpPr/>
              <p:nvPr/>
            </p:nvSpPr>
            <p:spPr>
              <a:xfrm>
                <a:off x="2811" y="26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0" name="Rectangle 1484"/>
              <p:cNvSpPr/>
              <p:nvPr/>
            </p:nvSpPr>
            <p:spPr>
              <a:xfrm>
                <a:off x="2821" y="262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1" name="Rectangle 1485"/>
              <p:cNvSpPr/>
              <p:nvPr/>
            </p:nvSpPr>
            <p:spPr>
              <a:xfrm>
                <a:off x="2827" y="26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2" name="Rectangle 1486"/>
              <p:cNvSpPr/>
              <p:nvPr/>
            </p:nvSpPr>
            <p:spPr>
              <a:xfrm>
                <a:off x="2832" y="26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3" name="Rectangle 1487"/>
              <p:cNvSpPr/>
              <p:nvPr/>
            </p:nvSpPr>
            <p:spPr>
              <a:xfrm>
                <a:off x="2837" y="261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4" name="Rectangle 1488"/>
              <p:cNvSpPr/>
              <p:nvPr/>
            </p:nvSpPr>
            <p:spPr>
              <a:xfrm>
                <a:off x="2847" y="2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5" name="Rectangle 1489"/>
              <p:cNvSpPr/>
              <p:nvPr/>
            </p:nvSpPr>
            <p:spPr>
              <a:xfrm>
                <a:off x="2852" y="260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6" name="Rectangle 1490"/>
              <p:cNvSpPr/>
              <p:nvPr/>
            </p:nvSpPr>
            <p:spPr>
              <a:xfrm>
                <a:off x="2858" y="25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7" name="Rectangle 1491"/>
              <p:cNvSpPr/>
              <p:nvPr/>
            </p:nvSpPr>
            <p:spPr>
              <a:xfrm>
                <a:off x="2863" y="25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8" name="Rectangle 1492"/>
              <p:cNvSpPr/>
              <p:nvPr/>
            </p:nvSpPr>
            <p:spPr>
              <a:xfrm>
                <a:off x="2873" y="25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69" name="Rectangle 1493"/>
              <p:cNvSpPr/>
              <p:nvPr/>
            </p:nvSpPr>
            <p:spPr>
              <a:xfrm>
                <a:off x="2878" y="25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0" name="Rectangle 1494"/>
              <p:cNvSpPr/>
              <p:nvPr/>
            </p:nvSpPr>
            <p:spPr>
              <a:xfrm>
                <a:off x="2883" y="257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1" name="Rectangle 1495"/>
              <p:cNvSpPr/>
              <p:nvPr/>
            </p:nvSpPr>
            <p:spPr>
              <a:xfrm>
                <a:off x="2889" y="25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2" name="Rectangle 1496"/>
              <p:cNvSpPr/>
              <p:nvPr/>
            </p:nvSpPr>
            <p:spPr>
              <a:xfrm>
                <a:off x="2899" y="25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3" name="Rectangle 1497"/>
              <p:cNvSpPr/>
              <p:nvPr/>
            </p:nvSpPr>
            <p:spPr>
              <a:xfrm>
                <a:off x="2904" y="25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4" name="Rectangle 1498"/>
              <p:cNvSpPr/>
              <p:nvPr/>
            </p:nvSpPr>
            <p:spPr>
              <a:xfrm>
                <a:off x="2909" y="25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5" name="Rectangle 1499"/>
              <p:cNvSpPr/>
              <p:nvPr/>
            </p:nvSpPr>
            <p:spPr>
              <a:xfrm>
                <a:off x="2914" y="255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6" name="Rectangle 1500"/>
              <p:cNvSpPr/>
              <p:nvPr/>
            </p:nvSpPr>
            <p:spPr>
              <a:xfrm>
                <a:off x="2925" y="254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7" name="Rectangle 1501"/>
              <p:cNvSpPr/>
              <p:nvPr/>
            </p:nvSpPr>
            <p:spPr>
              <a:xfrm>
                <a:off x="2930" y="25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8" name="Rectangle 1502"/>
              <p:cNvSpPr/>
              <p:nvPr/>
            </p:nvSpPr>
            <p:spPr>
              <a:xfrm>
                <a:off x="1533" y="35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79" name="Rectangle 1503"/>
              <p:cNvSpPr/>
              <p:nvPr/>
            </p:nvSpPr>
            <p:spPr>
              <a:xfrm>
                <a:off x="1538" y="353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0" name="Rectangle 1504"/>
              <p:cNvSpPr/>
              <p:nvPr/>
            </p:nvSpPr>
            <p:spPr>
              <a:xfrm>
                <a:off x="1548" y="35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1" name="Rectangle 1505"/>
              <p:cNvSpPr/>
              <p:nvPr/>
            </p:nvSpPr>
            <p:spPr>
              <a:xfrm>
                <a:off x="1558" y="35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2" name="Rectangle 1506"/>
              <p:cNvSpPr/>
              <p:nvPr/>
            </p:nvSpPr>
            <p:spPr>
              <a:xfrm>
                <a:off x="1569" y="35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3" name="Rectangle 1507"/>
              <p:cNvSpPr/>
              <p:nvPr/>
            </p:nvSpPr>
            <p:spPr>
              <a:xfrm>
                <a:off x="1579" y="35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4" name="Rectangle 1508"/>
              <p:cNvSpPr/>
              <p:nvPr/>
            </p:nvSpPr>
            <p:spPr>
              <a:xfrm>
                <a:off x="1589" y="355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5" name="Rectangle 1509"/>
              <p:cNvSpPr/>
              <p:nvPr/>
            </p:nvSpPr>
            <p:spPr>
              <a:xfrm>
                <a:off x="1600" y="35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6" name="Rectangle 1510"/>
              <p:cNvSpPr/>
              <p:nvPr/>
            </p:nvSpPr>
            <p:spPr>
              <a:xfrm>
                <a:off x="1610" y="356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7" name="Rectangle 1511"/>
              <p:cNvSpPr/>
              <p:nvPr/>
            </p:nvSpPr>
            <p:spPr>
              <a:xfrm>
                <a:off x="1620" y="357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8" name="Rectangle 1512"/>
              <p:cNvSpPr/>
              <p:nvPr/>
            </p:nvSpPr>
            <p:spPr>
              <a:xfrm>
                <a:off x="1631" y="35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89" name="Rectangle 1513"/>
              <p:cNvSpPr/>
              <p:nvPr/>
            </p:nvSpPr>
            <p:spPr>
              <a:xfrm>
                <a:off x="1533" y="35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0" name="Rectangle 1514"/>
              <p:cNvSpPr/>
              <p:nvPr/>
            </p:nvSpPr>
            <p:spPr>
              <a:xfrm>
                <a:off x="1538" y="35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1" name="Rectangle 1515"/>
              <p:cNvSpPr/>
              <p:nvPr/>
            </p:nvSpPr>
            <p:spPr>
              <a:xfrm>
                <a:off x="1543" y="35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2" name="Rectangle 1516"/>
              <p:cNvSpPr/>
              <p:nvPr/>
            </p:nvSpPr>
            <p:spPr>
              <a:xfrm>
                <a:off x="1553" y="35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3" name="Rectangle 1517"/>
              <p:cNvSpPr/>
              <p:nvPr/>
            </p:nvSpPr>
            <p:spPr>
              <a:xfrm>
                <a:off x="1558" y="350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4" name="Rectangle 1518"/>
              <p:cNvSpPr/>
              <p:nvPr/>
            </p:nvSpPr>
            <p:spPr>
              <a:xfrm>
                <a:off x="1564" y="349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5" name="Rectangle 1519"/>
              <p:cNvSpPr/>
              <p:nvPr/>
            </p:nvSpPr>
            <p:spPr>
              <a:xfrm>
                <a:off x="1569" y="34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6" name="Rectangle 1520"/>
              <p:cNvSpPr/>
              <p:nvPr/>
            </p:nvSpPr>
            <p:spPr>
              <a:xfrm>
                <a:off x="1579" y="34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7" name="Rectangle 1521"/>
              <p:cNvSpPr/>
              <p:nvPr/>
            </p:nvSpPr>
            <p:spPr>
              <a:xfrm>
                <a:off x="1584" y="348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8" name="Rectangle 1522"/>
              <p:cNvSpPr/>
              <p:nvPr/>
            </p:nvSpPr>
            <p:spPr>
              <a:xfrm>
                <a:off x="1589" y="34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299" name="Rectangle 1523"/>
              <p:cNvSpPr/>
              <p:nvPr/>
            </p:nvSpPr>
            <p:spPr>
              <a:xfrm>
                <a:off x="1594" y="347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0" name="Rectangle 1524"/>
              <p:cNvSpPr/>
              <p:nvPr/>
            </p:nvSpPr>
            <p:spPr>
              <a:xfrm>
                <a:off x="1605" y="3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1" name="Rectangle 1525"/>
              <p:cNvSpPr/>
              <p:nvPr/>
            </p:nvSpPr>
            <p:spPr>
              <a:xfrm>
                <a:off x="1610" y="346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2" name="Rectangle 1526"/>
              <p:cNvSpPr/>
              <p:nvPr/>
            </p:nvSpPr>
            <p:spPr>
              <a:xfrm>
                <a:off x="1615" y="34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3" name="Rectangle 1527"/>
              <p:cNvSpPr/>
              <p:nvPr/>
            </p:nvSpPr>
            <p:spPr>
              <a:xfrm>
                <a:off x="1620" y="345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4" name="Rectangle 1528"/>
              <p:cNvSpPr/>
              <p:nvPr/>
            </p:nvSpPr>
            <p:spPr>
              <a:xfrm>
                <a:off x="1631" y="34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5" name="Rectangle 1529"/>
              <p:cNvSpPr/>
              <p:nvPr/>
            </p:nvSpPr>
            <p:spPr>
              <a:xfrm>
                <a:off x="1636" y="34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6" name="Rectangle 1530"/>
              <p:cNvSpPr/>
              <p:nvPr/>
            </p:nvSpPr>
            <p:spPr>
              <a:xfrm>
                <a:off x="1641" y="34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7" name="Rectangle 1531"/>
              <p:cNvSpPr/>
              <p:nvPr/>
            </p:nvSpPr>
            <p:spPr>
              <a:xfrm>
                <a:off x="1651" y="34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8" name="Rectangle 1532"/>
              <p:cNvSpPr/>
              <p:nvPr/>
            </p:nvSpPr>
            <p:spPr>
              <a:xfrm>
                <a:off x="1656" y="342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09" name="Rectangle 1533"/>
              <p:cNvSpPr/>
              <p:nvPr/>
            </p:nvSpPr>
            <p:spPr>
              <a:xfrm>
                <a:off x="1662" y="34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0" name="Rectangle 1534"/>
              <p:cNvSpPr/>
              <p:nvPr/>
            </p:nvSpPr>
            <p:spPr>
              <a:xfrm>
                <a:off x="1667" y="341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1" name="Rectangle 1535"/>
              <p:cNvSpPr/>
              <p:nvPr/>
            </p:nvSpPr>
            <p:spPr>
              <a:xfrm>
                <a:off x="1677" y="34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2" name="Rectangle 1536"/>
              <p:cNvSpPr/>
              <p:nvPr/>
            </p:nvSpPr>
            <p:spPr>
              <a:xfrm>
                <a:off x="1682" y="34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3" name="Rectangle 1537"/>
              <p:cNvSpPr/>
              <p:nvPr/>
            </p:nvSpPr>
            <p:spPr>
              <a:xfrm>
                <a:off x="1687" y="3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4" name="Rectangle 1538"/>
              <p:cNvSpPr/>
              <p:nvPr/>
            </p:nvSpPr>
            <p:spPr>
              <a:xfrm>
                <a:off x="1692" y="339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5" name="Rectangle 1539"/>
              <p:cNvSpPr/>
              <p:nvPr/>
            </p:nvSpPr>
            <p:spPr>
              <a:xfrm>
                <a:off x="1703" y="33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6" name="Rectangle 1540"/>
              <p:cNvSpPr/>
              <p:nvPr/>
            </p:nvSpPr>
            <p:spPr>
              <a:xfrm>
                <a:off x="1708" y="33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7" name="Rectangle 1541"/>
              <p:cNvSpPr/>
              <p:nvPr/>
            </p:nvSpPr>
            <p:spPr>
              <a:xfrm>
                <a:off x="1713" y="33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8" name="Rectangle 1542"/>
              <p:cNvSpPr/>
              <p:nvPr/>
            </p:nvSpPr>
            <p:spPr>
              <a:xfrm>
                <a:off x="1718" y="337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19" name="Rectangle 1543"/>
              <p:cNvSpPr/>
              <p:nvPr/>
            </p:nvSpPr>
            <p:spPr>
              <a:xfrm>
                <a:off x="1729" y="3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0" name="Rectangle 1544"/>
              <p:cNvSpPr/>
              <p:nvPr/>
            </p:nvSpPr>
            <p:spPr>
              <a:xfrm>
                <a:off x="1734" y="3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1" name="Rectangle 1545"/>
              <p:cNvSpPr/>
              <p:nvPr/>
            </p:nvSpPr>
            <p:spPr>
              <a:xfrm>
                <a:off x="1739" y="336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2" name="Rectangle 1546"/>
              <p:cNvSpPr/>
              <p:nvPr/>
            </p:nvSpPr>
            <p:spPr>
              <a:xfrm>
                <a:off x="1744" y="33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3" name="Rectangle 1547"/>
              <p:cNvSpPr/>
              <p:nvPr/>
            </p:nvSpPr>
            <p:spPr>
              <a:xfrm>
                <a:off x="1754" y="33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4" name="Rectangle 1548"/>
              <p:cNvSpPr/>
              <p:nvPr/>
            </p:nvSpPr>
            <p:spPr>
              <a:xfrm>
                <a:off x="1759" y="334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5" name="Rectangle 1549"/>
              <p:cNvSpPr/>
              <p:nvPr/>
            </p:nvSpPr>
            <p:spPr>
              <a:xfrm>
                <a:off x="1765" y="33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6" name="Rectangle 1550"/>
              <p:cNvSpPr/>
              <p:nvPr/>
            </p:nvSpPr>
            <p:spPr>
              <a:xfrm>
                <a:off x="1770" y="3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7" name="Rectangle 1551"/>
              <p:cNvSpPr/>
              <p:nvPr/>
            </p:nvSpPr>
            <p:spPr>
              <a:xfrm>
                <a:off x="1780" y="332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8" name="Rectangle 1552"/>
              <p:cNvSpPr/>
              <p:nvPr/>
            </p:nvSpPr>
            <p:spPr>
              <a:xfrm>
                <a:off x="1785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29" name="Rectangle 1553"/>
              <p:cNvSpPr/>
              <p:nvPr/>
            </p:nvSpPr>
            <p:spPr>
              <a:xfrm>
                <a:off x="1790" y="331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0" name="Rectangle 1554"/>
              <p:cNvSpPr/>
              <p:nvPr/>
            </p:nvSpPr>
            <p:spPr>
              <a:xfrm>
                <a:off x="1796" y="331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1" name="Rectangle 1555"/>
              <p:cNvSpPr/>
              <p:nvPr/>
            </p:nvSpPr>
            <p:spPr>
              <a:xfrm>
                <a:off x="1806" y="33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2" name="Rectangle 1556"/>
              <p:cNvSpPr/>
              <p:nvPr/>
            </p:nvSpPr>
            <p:spPr>
              <a:xfrm>
                <a:off x="1811" y="33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3" name="Rectangle 1557"/>
              <p:cNvSpPr/>
              <p:nvPr/>
            </p:nvSpPr>
            <p:spPr>
              <a:xfrm>
                <a:off x="1816" y="3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4" name="Rectangle 1558"/>
              <p:cNvSpPr/>
              <p:nvPr/>
            </p:nvSpPr>
            <p:spPr>
              <a:xfrm>
                <a:off x="1826" y="3293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5" name="Rectangle 1559"/>
              <p:cNvSpPr/>
              <p:nvPr/>
            </p:nvSpPr>
            <p:spPr>
              <a:xfrm>
                <a:off x="1832" y="32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6" name="Rectangle 1560"/>
              <p:cNvSpPr/>
              <p:nvPr/>
            </p:nvSpPr>
            <p:spPr>
              <a:xfrm>
                <a:off x="1837" y="32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7" name="Rectangle 1561"/>
              <p:cNvSpPr/>
              <p:nvPr/>
            </p:nvSpPr>
            <p:spPr>
              <a:xfrm>
                <a:off x="1842" y="32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8" name="Rectangle 1562"/>
              <p:cNvSpPr/>
              <p:nvPr/>
            </p:nvSpPr>
            <p:spPr>
              <a:xfrm>
                <a:off x="1852" y="32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39" name="Rectangle 1563"/>
              <p:cNvSpPr/>
              <p:nvPr/>
            </p:nvSpPr>
            <p:spPr>
              <a:xfrm>
                <a:off x="1857" y="326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0" name="Rectangle 1564"/>
              <p:cNvSpPr/>
              <p:nvPr/>
            </p:nvSpPr>
            <p:spPr>
              <a:xfrm>
                <a:off x="1863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1" name="Rectangle 1565"/>
              <p:cNvSpPr/>
              <p:nvPr/>
            </p:nvSpPr>
            <p:spPr>
              <a:xfrm>
                <a:off x="1868" y="325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2" name="Rectangle 1566"/>
              <p:cNvSpPr/>
              <p:nvPr/>
            </p:nvSpPr>
            <p:spPr>
              <a:xfrm>
                <a:off x="1878" y="32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3" name="Rectangle 1567"/>
              <p:cNvSpPr/>
              <p:nvPr/>
            </p:nvSpPr>
            <p:spPr>
              <a:xfrm>
                <a:off x="1883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4" name="Rectangle 1568"/>
              <p:cNvSpPr/>
              <p:nvPr/>
            </p:nvSpPr>
            <p:spPr>
              <a:xfrm>
                <a:off x="1888" y="324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5" name="Rectangle 1569"/>
              <p:cNvSpPr/>
              <p:nvPr/>
            </p:nvSpPr>
            <p:spPr>
              <a:xfrm>
                <a:off x="1894" y="32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6" name="Rectangle 1570"/>
              <p:cNvSpPr/>
              <p:nvPr/>
            </p:nvSpPr>
            <p:spPr>
              <a:xfrm>
                <a:off x="1904" y="32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7" name="Rectangle 1571"/>
              <p:cNvSpPr/>
              <p:nvPr/>
            </p:nvSpPr>
            <p:spPr>
              <a:xfrm>
                <a:off x="1909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8" name="Rectangle 1572"/>
              <p:cNvSpPr/>
              <p:nvPr/>
            </p:nvSpPr>
            <p:spPr>
              <a:xfrm>
                <a:off x="1914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49" name="Rectangle 1573"/>
              <p:cNvSpPr/>
              <p:nvPr/>
            </p:nvSpPr>
            <p:spPr>
              <a:xfrm>
                <a:off x="1919" y="321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0" name="Rectangle 1574"/>
              <p:cNvSpPr/>
              <p:nvPr/>
            </p:nvSpPr>
            <p:spPr>
              <a:xfrm>
                <a:off x="1930" y="32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1" name="Rectangle 1575"/>
              <p:cNvSpPr/>
              <p:nvPr/>
            </p:nvSpPr>
            <p:spPr>
              <a:xfrm>
                <a:off x="1935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2" name="Rectangle 1576"/>
              <p:cNvSpPr/>
              <p:nvPr/>
            </p:nvSpPr>
            <p:spPr>
              <a:xfrm>
                <a:off x="1940" y="3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3" name="Rectangle 1577"/>
              <p:cNvSpPr/>
              <p:nvPr/>
            </p:nvSpPr>
            <p:spPr>
              <a:xfrm>
                <a:off x="1945" y="31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4" name="Rectangle 1578"/>
              <p:cNvSpPr/>
              <p:nvPr/>
            </p:nvSpPr>
            <p:spPr>
              <a:xfrm>
                <a:off x="1955" y="3190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5" name="Rectangle 1579"/>
              <p:cNvSpPr/>
              <p:nvPr/>
            </p:nvSpPr>
            <p:spPr>
              <a:xfrm>
                <a:off x="1961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6" name="Rectangle 1580"/>
              <p:cNvSpPr/>
              <p:nvPr/>
            </p:nvSpPr>
            <p:spPr>
              <a:xfrm>
                <a:off x="1966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7" name="Rectangle 1581"/>
              <p:cNvSpPr/>
              <p:nvPr/>
            </p:nvSpPr>
            <p:spPr>
              <a:xfrm>
                <a:off x="1971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8" name="Rectangle 1582"/>
              <p:cNvSpPr/>
              <p:nvPr/>
            </p:nvSpPr>
            <p:spPr>
              <a:xfrm>
                <a:off x="1981" y="31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59" name="Rectangle 1583"/>
              <p:cNvSpPr/>
              <p:nvPr/>
            </p:nvSpPr>
            <p:spPr>
              <a:xfrm>
                <a:off x="1986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0" name="Rectangle 1584"/>
              <p:cNvSpPr/>
              <p:nvPr/>
            </p:nvSpPr>
            <p:spPr>
              <a:xfrm>
                <a:off x="1991" y="316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1" name="Rectangle 1585"/>
              <p:cNvSpPr/>
              <p:nvPr/>
            </p:nvSpPr>
            <p:spPr>
              <a:xfrm>
                <a:off x="1997" y="315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2" name="Rectangle 1586"/>
              <p:cNvSpPr/>
              <p:nvPr/>
            </p:nvSpPr>
            <p:spPr>
              <a:xfrm>
                <a:off x="2007" y="31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3" name="Rectangle 1587"/>
              <p:cNvSpPr/>
              <p:nvPr/>
            </p:nvSpPr>
            <p:spPr>
              <a:xfrm>
                <a:off x="2012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4" name="Rectangle 1588"/>
              <p:cNvSpPr/>
              <p:nvPr/>
            </p:nvSpPr>
            <p:spPr>
              <a:xfrm>
                <a:off x="2017" y="313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5" name="Rectangle 1589"/>
              <p:cNvSpPr/>
              <p:nvPr/>
            </p:nvSpPr>
            <p:spPr>
              <a:xfrm>
                <a:off x="2028" y="31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6" name="Rectangle 1590"/>
              <p:cNvSpPr/>
              <p:nvPr/>
            </p:nvSpPr>
            <p:spPr>
              <a:xfrm>
                <a:off x="2033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7" name="Rectangle 1591"/>
              <p:cNvSpPr/>
              <p:nvPr/>
            </p:nvSpPr>
            <p:spPr>
              <a:xfrm>
                <a:off x="2038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8" name="Rectangle 1592"/>
              <p:cNvSpPr/>
              <p:nvPr/>
            </p:nvSpPr>
            <p:spPr>
              <a:xfrm>
                <a:off x="2043" y="31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69" name="Rectangle 1593"/>
              <p:cNvSpPr/>
              <p:nvPr/>
            </p:nvSpPr>
            <p:spPr>
              <a:xfrm>
                <a:off x="2053" y="31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0" name="Rectangle 1594"/>
              <p:cNvSpPr/>
              <p:nvPr/>
            </p:nvSpPr>
            <p:spPr>
              <a:xfrm>
                <a:off x="2058" y="310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1" name="Rectangle 1595"/>
              <p:cNvSpPr/>
              <p:nvPr/>
            </p:nvSpPr>
            <p:spPr>
              <a:xfrm>
                <a:off x="2064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2" name="Rectangle 1596"/>
              <p:cNvSpPr/>
              <p:nvPr/>
            </p:nvSpPr>
            <p:spPr>
              <a:xfrm>
                <a:off x="2069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3" name="Rectangle 1597"/>
              <p:cNvSpPr/>
              <p:nvPr/>
            </p:nvSpPr>
            <p:spPr>
              <a:xfrm>
                <a:off x="2079" y="30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4" name="Rectangle 1598"/>
              <p:cNvSpPr/>
              <p:nvPr/>
            </p:nvSpPr>
            <p:spPr>
              <a:xfrm>
                <a:off x="2084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5" name="Rectangle 1599"/>
              <p:cNvSpPr/>
              <p:nvPr/>
            </p:nvSpPr>
            <p:spPr>
              <a:xfrm>
                <a:off x="2089" y="308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6" name="Rectangle 1600"/>
              <p:cNvSpPr/>
              <p:nvPr/>
            </p:nvSpPr>
            <p:spPr>
              <a:xfrm>
                <a:off x="2095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7" name="Rectangle 1601"/>
              <p:cNvSpPr/>
              <p:nvPr/>
            </p:nvSpPr>
            <p:spPr>
              <a:xfrm>
                <a:off x="2105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8" name="Rectangle 1602"/>
              <p:cNvSpPr/>
              <p:nvPr/>
            </p:nvSpPr>
            <p:spPr>
              <a:xfrm>
                <a:off x="2110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79" name="Rectangle 1603"/>
              <p:cNvSpPr/>
              <p:nvPr/>
            </p:nvSpPr>
            <p:spPr>
              <a:xfrm>
                <a:off x="2115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0" name="Rectangle 1604"/>
              <p:cNvSpPr/>
              <p:nvPr/>
            </p:nvSpPr>
            <p:spPr>
              <a:xfrm>
                <a:off x="2120" y="305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1" name="Rectangle 1605"/>
              <p:cNvSpPr/>
              <p:nvPr/>
            </p:nvSpPr>
            <p:spPr>
              <a:xfrm>
                <a:off x="2131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2" name="Rectangle 1606"/>
              <p:cNvSpPr/>
              <p:nvPr/>
            </p:nvSpPr>
            <p:spPr>
              <a:xfrm>
                <a:off x="2136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3" name="Rectangle 1607"/>
              <p:cNvSpPr/>
              <p:nvPr/>
            </p:nvSpPr>
            <p:spPr>
              <a:xfrm>
                <a:off x="2141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4" name="Rectangle 1608"/>
              <p:cNvSpPr/>
              <p:nvPr/>
            </p:nvSpPr>
            <p:spPr>
              <a:xfrm>
                <a:off x="2146" y="30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5" name="Rectangle 1609"/>
              <p:cNvSpPr/>
              <p:nvPr/>
            </p:nvSpPr>
            <p:spPr>
              <a:xfrm>
                <a:off x="2156" y="303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6" name="Rectangle 1610"/>
              <p:cNvSpPr/>
              <p:nvPr/>
            </p:nvSpPr>
            <p:spPr>
              <a:xfrm>
                <a:off x="2162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7" name="Rectangle 1611"/>
              <p:cNvSpPr/>
              <p:nvPr/>
            </p:nvSpPr>
            <p:spPr>
              <a:xfrm>
                <a:off x="2167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8" name="Rectangle 1612"/>
              <p:cNvSpPr/>
              <p:nvPr/>
            </p:nvSpPr>
            <p:spPr>
              <a:xfrm>
                <a:off x="2172" y="30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389" name="Rectangle 1613"/>
              <p:cNvSpPr/>
              <p:nvPr/>
            </p:nvSpPr>
            <p:spPr>
              <a:xfrm>
                <a:off x="2182" y="30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6" name="Group 1614"/>
            <p:cNvGrpSpPr/>
            <p:nvPr/>
          </p:nvGrpSpPr>
          <p:grpSpPr>
            <a:xfrm>
              <a:off x="1816" y="2490"/>
              <a:ext cx="1310" cy="1190"/>
              <a:chOff x="1816" y="2490"/>
              <a:chExt cx="1310" cy="1190"/>
            </a:xfrm>
          </p:grpSpPr>
          <p:sp>
            <p:nvSpPr>
              <p:cNvPr id="31990" name="Rectangle 1615"/>
              <p:cNvSpPr/>
              <p:nvPr/>
            </p:nvSpPr>
            <p:spPr>
              <a:xfrm>
                <a:off x="2187" y="300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91" name="Rectangle 1616"/>
              <p:cNvSpPr/>
              <p:nvPr/>
            </p:nvSpPr>
            <p:spPr>
              <a:xfrm>
                <a:off x="2193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92" name="Rectangle 1617"/>
              <p:cNvSpPr/>
              <p:nvPr/>
            </p:nvSpPr>
            <p:spPr>
              <a:xfrm>
                <a:off x="2203" y="29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93" name="Rectangle 1618"/>
              <p:cNvSpPr/>
              <p:nvPr/>
            </p:nvSpPr>
            <p:spPr>
              <a:xfrm>
                <a:off x="2208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94" name="Rectangle 1619"/>
              <p:cNvSpPr/>
              <p:nvPr/>
            </p:nvSpPr>
            <p:spPr>
              <a:xfrm>
                <a:off x="2213" y="298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95" name="Rectangle 1620"/>
              <p:cNvSpPr/>
              <p:nvPr/>
            </p:nvSpPr>
            <p:spPr>
              <a:xfrm>
                <a:off x="2218" y="297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96" name="Rectangle 1621"/>
              <p:cNvSpPr/>
              <p:nvPr/>
            </p:nvSpPr>
            <p:spPr>
              <a:xfrm>
                <a:off x="2229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97" name="Rectangle 1622"/>
              <p:cNvSpPr/>
              <p:nvPr/>
            </p:nvSpPr>
            <p:spPr>
              <a:xfrm>
                <a:off x="2234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98" name="Rectangle 1623"/>
              <p:cNvSpPr/>
              <p:nvPr/>
            </p:nvSpPr>
            <p:spPr>
              <a:xfrm>
                <a:off x="2239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99" name="Rectangle 1624"/>
              <p:cNvSpPr/>
              <p:nvPr/>
            </p:nvSpPr>
            <p:spPr>
              <a:xfrm>
                <a:off x="2244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0" name="Rectangle 1625"/>
              <p:cNvSpPr/>
              <p:nvPr/>
            </p:nvSpPr>
            <p:spPr>
              <a:xfrm>
                <a:off x="2254" y="2953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1" name="Rectangle 1626"/>
              <p:cNvSpPr/>
              <p:nvPr/>
            </p:nvSpPr>
            <p:spPr>
              <a:xfrm>
                <a:off x="2260" y="29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2" name="Rectangle 1627"/>
              <p:cNvSpPr/>
              <p:nvPr/>
            </p:nvSpPr>
            <p:spPr>
              <a:xfrm>
                <a:off x="2265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3" name="Rectangle 1628"/>
              <p:cNvSpPr/>
              <p:nvPr/>
            </p:nvSpPr>
            <p:spPr>
              <a:xfrm>
                <a:off x="2270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4" name="Rectangle 1629"/>
              <p:cNvSpPr/>
              <p:nvPr/>
            </p:nvSpPr>
            <p:spPr>
              <a:xfrm>
                <a:off x="2280" y="29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5" name="Rectangle 1630"/>
              <p:cNvSpPr/>
              <p:nvPr/>
            </p:nvSpPr>
            <p:spPr>
              <a:xfrm>
                <a:off x="2285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6" name="Rectangle 1631"/>
              <p:cNvSpPr/>
              <p:nvPr/>
            </p:nvSpPr>
            <p:spPr>
              <a:xfrm>
                <a:off x="2290" y="292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7" name="Rectangle 1632"/>
              <p:cNvSpPr/>
              <p:nvPr/>
            </p:nvSpPr>
            <p:spPr>
              <a:xfrm>
                <a:off x="2296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8" name="Rectangle 1633"/>
              <p:cNvSpPr/>
              <p:nvPr/>
            </p:nvSpPr>
            <p:spPr>
              <a:xfrm>
                <a:off x="2306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09" name="Rectangle 1634"/>
              <p:cNvSpPr/>
              <p:nvPr/>
            </p:nvSpPr>
            <p:spPr>
              <a:xfrm>
                <a:off x="2311" y="29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0" name="Rectangle 1635"/>
              <p:cNvSpPr/>
              <p:nvPr/>
            </p:nvSpPr>
            <p:spPr>
              <a:xfrm>
                <a:off x="2316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1" name="Rectangle 1636"/>
              <p:cNvSpPr/>
              <p:nvPr/>
            </p:nvSpPr>
            <p:spPr>
              <a:xfrm>
                <a:off x="2321" y="289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2" name="Rectangle 1637"/>
              <p:cNvSpPr/>
              <p:nvPr/>
            </p:nvSpPr>
            <p:spPr>
              <a:xfrm>
                <a:off x="2332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3" name="Rectangle 1638"/>
              <p:cNvSpPr/>
              <p:nvPr/>
            </p:nvSpPr>
            <p:spPr>
              <a:xfrm>
                <a:off x="2337" y="288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4" name="Rectangle 1639"/>
              <p:cNvSpPr/>
              <p:nvPr/>
            </p:nvSpPr>
            <p:spPr>
              <a:xfrm>
                <a:off x="2342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5" name="Rectangle 1640"/>
              <p:cNvSpPr/>
              <p:nvPr/>
            </p:nvSpPr>
            <p:spPr>
              <a:xfrm>
                <a:off x="2347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6" name="Rectangle 1641"/>
              <p:cNvSpPr/>
              <p:nvPr/>
            </p:nvSpPr>
            <p:spPr>
              <a:xfrm>
                <a:off x="2357" y="287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7" name="Rectangle 1642"/>
              <p:cNvSpPr/>
              <p:nvPr/>
            </p:nvSpPr>
            <p:spPr>
              <a:xfrm>
                <a:off x="2363" y="28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8" name="Rectangle 1643"/>
              <p:cNvSpPr/>
              <p:nvPr/>
            </p:nvSpPr>
            <p:spPr>
              <a:xfrm>
                <a:off x="2368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19" name="Rectangle 1644"/>
              <p:cNvSpPr/>
              <p:nvPr/>
            </p:nvSpPr>
            <p:spPr>
              <a:xfrm>
                <a:off x="2378" y="28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0" name="Rectangle 1645"/>
              <p:cNvSpPr/>
              <p:nvPr/>
            </p:nvSpPr>
            <p:spPr>
              <a:xfrm>
                <a:off x="2383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1" name="Rectangle 1646"/>
              <p:cNvSpPr/>
              <p:nvPr/>
            </p:nvSpPr>
            <p:spPr>
              <a:xfrm>
                <a:off x="2388" y="284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2" name="Rectangle 1647"/>
              <p:cNvSpPr/>
              <p:nvPr/>
            </p:nvSpPr>
            <p:spPr>
              <a:xfrm>
                <a:off x="2394" y="28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3" name="Rectangle 1648"/>
              <p:cNvSpPr/>
              <p:nvPr/>
            </p:nvSpPr>
            <p:spPr>
              <a:xfrm>
                <a:off x="2404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4" name="Rectangle 1649"/>
              <p:cNvSpPr/>
              <p:nvPr/>
            </p:nvSpPr>
            <p:spPr>
              <a:xfrm>
                <a:off x="2409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5" name="Rectangle 1650"/>
              <p:cNvSpPr/>
              <p:nvPr/>
            </p:nvSpPr>
            <p:spPr>
              <a:xfrm>
                <a:off x="2414" y="28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6" name="Rectangle 1651"/>
              <p:cNvSpPr/>
              <p:nvPr/>
            </p:nvSpPr>
            <p:spPr>
              <a:xfrm>
                <a:off x="2419" y="282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7" name="Rectangle 1652"/>
              <p:cNvSpPr/>
              <p:nvPr/>
            </p:nvSpPr>
            <p:spPr>
              <a:xfrm>
                <a:off x="2430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8" name="Rectangle 1653"/>
              <p:cNvSpPr/>
              <p:nvPr/>
            </p:nvSpPr>
            <p:spPr>
              <a:xfrm>
                <a:off x="2435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29" name="Rectangle 1654"/>
              <p:cNvSpPr/>
              <p:nvPr/>
            </p:nvSpPr>
            <p:spPr>
              <a:xfrm>
                <a:off x="2440" y="28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0" name="Rectangle 1655"/>
              <p:cNvSpPr/>
              <p:nvPr/>
            </p:nvSpPr>
            <p:spPr>
              <a:xfrm>
                <a:off x="2445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1" name="Rectangle 1656"/>
              <p:cNvSpPr/>
              <p:nvPr/>
            </p:nvSpPr>
            <p:spPr>
              <a:xfrm>
                <a:off x="2455" y="279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2" name="Rectangle 1657"/>
              <p:cNvSpPr/>
              <p:nvPr/>
            </p:nvSpPr>
            <p:spPr>
              <a:xfrm>
                <a:off x="2461" y="27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3" name="Rectangle 1658"/>
              <p:cNvSpPr/>
              <p:nvPr/>
            </p:nvSpPr>
            <p:spPr>
              <a:xfrm>
                <a:off x="2466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4" name="Rectangle 1659"/>
              <p:cNvSpPr/>
              <p:nvPr/>
            </p:nvSpPr>
            <p:spPr>
              <a:xfrm>
                <a:off x="2471" y="27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5" name="Rectangle 1660"/>
              <p:cNvSpPr/>
              <p:nvPr/>
            </p:nvSpPr>
            <p:spPr>
              <a:xfrm>
                <a:off x="2481" y="2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6" name="Rectangle 1661"/>
              <p:cNvSpPr/>
              <p:nvPr/>
            </p:nvSpPr>
            <p:spPr>
              <a:xfrm>
                <a:off x="2486" y="276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7" name="Rectangle 1662"/>
              <p:cNvSpPr/>
              <p:nvPr/>
            </p:nvSpPr>
            <p:spPr>
              <a:xfrm>
                <a:off x="2492" y="27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8" name="Rectangle 1663"/>
              <p:cNvSpPr/>
              <p:nvPr/>
            </p:nvSpPr>
            <p:spPr>
              <a:xfrm>
                <a:off x="2497" y="27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39" name="Rectangle 1664"/>
              <p:cNvSpPr/>
              <p:nvPr/>
            </p:nvSpPr>
            <p:spPr>
              <a:xfrm>
                <a:off x="2507" y="27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0" name="Rectangle 1665"/>
              <p:cNvSpPr/>
              <p:nvPr/>
            </p:nvSpPr>
            <p:spPr>
              <a:xfrm>
                <a:off x="2512" y="274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1" name="Rectangle 1666"/>
              <p:cNvSpPr/>
              <p:nvPr/>
            </p:nvSpPr>
            <p:spPr>
              <a:xfrm>
                <a:off x="2517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2" name="Rectangle 1667"/>
              <p:cNvSpPr/>
              <p:nvPr/>
            </p:nvSpPr>
            <p:spPr>
              <a:xfrm>
                <a:off x="2522" y="273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3" name="Rectangle 1668"/>
              <p:cNvSpPr/>
              <p:nvPr/>
            </p:nvSpPr>
            <p:spPr>
              <a:xfrm>
                <a:off x="2533" y="27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4" name="Rectangle 1669"/>
              <p:cNvSpPr/>
              <p:nvPr/>
            </p:nvSpPr>
            <p:spPr>
              <a:xfrm>
                <a:off x="2538" y="272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5" name="Rectangle 1670"/>
              <p:cNvSpPr/>
              <p:nvPr/>
            </p:nvSpPr>
            <p:spPr>
              <a:xfrm>
                <a:off x="2543" y="27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6" name="Rectangle 1671"/>
              <p:cNvSpPr/>
              <p:nvPr/>
            </p:nvSpPr>
            <p:spPr>
              <a:xfrm>
                <a:off x="2548" y="271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7" name="Rectangle 1672"/>
              <p:cNvSpPr/>
              <p:nvPr/>
            </p:nvSpPr>
            <p:spPr>
              <a:xfrm>
                <a:off x="2559" y="2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8" name="Rectangle 1673"/>
              <p:cNvSpPr/>
              <p:nvPr/>
            </p:nvSpPr>
            <p:spPr>
              <a:xfrm>
                <a:off x="2564" y="2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49" name="Rectangle 1674"/>
              <p:cNvSpPr/>
              <p:nvPr/>
            </p:nvSpPr>
            <p:spPr>
              <a:xfrm>
                <a:off x="2569" y="27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0" name="Rectangle 1675"/>
              <p:cNvSpPr/>
              <p:nvPr/>
            </p:nvSpPr>
            <p:spPr>
              <a:xfrm>
                <a:off x="2579" y="26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1" name="Rectangle 1676"/>
              <p:cNvSpPr/>
              <p:nvPr/>
            </p:nvSpPr>
            <p:spPr>
              <a:xfrm>
                <a:off x="2584" y="26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2" name="Rectangle 1677"/>
              <p:cNvSpPr/>
              <p:nvPr/>
            </p:nvSpPr>
            <p:spPr>
              <a:xfrm>
                <a:off x="2589" y="268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3" name="Rectangle 1678"/>
              <p:cNvSpPr/>
              <p:nvPr/>
            </p:nvSpPr>
            <p:spPr>
              <a:xfrm>
                <a:off x="2595" y="268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4" name="Rectangle 1679"/>
              <p:cNvSpPr/>
              <p:nvPr/>
            </p:nvSpPr>
            <p:spPr>
              <a:xfrm>
                <a:off x="2605" y="2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5" name="Rectangle 1680"/>
              <p:cNvSpPr/>
              <p:nvPr/>
            </p:nvSpPr>
            <p:spPr>
              <a:xfrm>
                <a:off x="2610" y="26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6" name="Rectangle 1681"/>
              <p:cNvSpPr/>
              <p:nvPr/>
            </p:nvSpPr>
            <p:spPr>
              <a:xfrm>
                <a:off x="2615" y="26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7" name="Rectangle 1682"/>
              <p:cNvSpPr/>
              <p:nvPr/>
            </p:nvSpPr>
            <p:spPr>
              <a:xfrm>
                <a:off x="2620" y="266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8" name="Rectangle 1683"/>
              <p:cNvSpPr/>
              <p:nvPr/>
            </p:nvSpPr>
            <p:spPr>
              <a:xfrm>
                <a:off x="2631" y="26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59" name="Rectangle 1684"/>
              <p:cNvSpPr/>
              <p:nvPr/>
            </p:nvSpPr>
            <p:spPr>
              <a:xfrm>
                <a:off x="2636" y="26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0" name="Rectangle 1685"/>
              <p:cNvSpPr/>
              <p:nvPr/>
            </p:nvSpPr>
            <p:spPr>
              <a:xfrm>
                <a:off x="2641" y="264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1" name="Rectangle 1686"/>
              <p:cNvSpPr/>
              <p:nvPr/>
            </p:nvSpPr>
            <p:spPr>
              <a:xfrm>
                <a:off x="2646" y="263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2" name="Rectangle 1687"/>
              <p:cNvSpPr/>
              <p:nvPr/>
            </p:nvSpPr>
            <p:spPr>
              <a:xfrm>
                <a:off x="2657" y="26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3" name="Rectangle 1688"/>
              <p:cNvSpPr/>
              <p:nvPr/>
            </p:nvSpPr>
            <p:spPr>
              <a:xfrm>
                <a:off x="2662" y="26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4" name="Rectangle 1689"/>
              <p:cNvSpPr/>
              <p:nvPr/>
            </p:nvSpPr>
            <p:spPr>
              <a:xfrm>
                <a:off x="2667" y="26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5" name="Rectangle 1690"/>
              <p:cNvSpPr/>
              <p:nvPr/>
            </p:nvSpPr>
            <p:spPr>
              <a:xfrm>
                <a:off x="2672" y="26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6" name="Rectangle 1691"/>
              <p:cNvSpPr/>
              <p:nvPr/>
            </p:nvSpPr>
            <p:spPr>
              <a:xfrm>
                <a:off x="2682" y="261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7" name="Rectangle 1692"/>
              <p:cNvSpPr/>
              <p:nvPr/>
            </p:nvSpPr>
            <p:spPr>
              <a:xfrm>
                <a:off x="2687" y="260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8" name="Rectangle 1693"/>
              <p:cNvSpPr/>
              <p:nvPr/>
            </p:nvSpPr>
            <p:spPr>
              <a:xfrm>
                <a:off x="2693" y="2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69" name="Rectangle 1694"/>
              <p:cNvSpPr/>
              <p:nvPr/>
            </p:nvSpPr>
            <p:spPr>
              <a:xfrm>
                <a:off x="2698" y="25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0" name="Rectangle 1695"/>
              <p:cNvSpPr/>
              <p:nvPr/>
            </p:nvSpPr>
            <p:spPr>
              <a:xfrm>
                <a:off x="2708" y="25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1" name="Rectangle 1696"/>
              <p:cNvSpPr/>
              <p:nvPr/>
            </p:nvSpPr>
            <p:spPr>
              <a:xfrm>
                <a:off x="2713" y="25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2" name="Rectangle 1697"/>
              <p:cNvSpPr/>
              <p:nvPr/>
            </p:nvSpPr>
            <p:spPr>
              <a:xfrm>
                <a:off x="2718" y="258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3" name="Rectangle 1698"/>
              <p:cNvSpPr/>
              <p:nvPr/>
            </p:nvSpPr>
            <p:spPr>
              <a:xfrm>
                <a:off x="2724" y="257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4" name="Rectangle 1699"/>
              <p:cNvSpPr/>
              <p:nvPr/>
            </p:nvSpPr>
            <p:spPr>
              <a:xfrm>
                <a:off x="2734" y="2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5" name="Rectangle 1700"/>
              <p:cNvSpPr/>
              <p:nvPr/>
            </p:nvSpPr>
            <p:spPr>
              <a:xfrm>
                <a:off x="2739" y="25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6" name="Rectangle 1701"/>
              <p:cNvSpPr/>
              <p:nvPr/>
            </p:nvSpPr>
            <p:spPr>
              <a:xfrm>
                <a:off x="2744" y="25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7" name="Rectangle 1702"/>
              <p:cNvSpPr/>
              <p:nvPr/>
            </p:nvSpPr>
            <p:spPr>
              <a:xfrm>
                <a:off x="2754" y="255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8" name="Rectangle 1703"/>
              <p:cNvSpPr/>
              <p:nvPr/>
            </p:nvSpPr>
            <p:spPr>
              <a:xfrm>
                <a:off x="2760" y="25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79" name="Rectangle 1704"/>
              <p:cNvSpPr/>
              <p:nvPr/>
            </p:nvSpPr>
            <p:spPr>
              <a:xfrm>
                <a:off x="2765" y="254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0" name="Rectangle 1705"/>
              <p:cNvSpPr/>
              <p:nvPr/>
            </p:nvSpPr>
            <p:spPr>
              <a:xfrm>
                <a:off x="2770" y="2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1" name="Rectangle 1706"/>
              <p:cNvSpPr/>
              <p:nvPr/>
            </p:nvSpPr>
            <p:spPr>
              <a:xfrm>
                <a:off x="2780" y="2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2" name="Rectangle 1707"/>
              <p:cNvSpPr/>
              <p:nvPr/>
            </p:nvSpPr>
            <p:spPr>
              <a:xfrm>
                <a:off x="2785" y="253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3" name="Rectangle 1708"/>
              <p:cNvSpPr/>
              <p:nvPr/>
            </p:nvSpPr>
            <p:spPr>
              <a:xfrm>
                <a:off x="2791" y="25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4" name="Rectangle 1709"/>
              <p:cNvSpPr/>
              <p:nvPr/>
            </p:nvSpPr>
            <p:spPr>
              <a:xfrm>
                <a:off x="2796" y="25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5" name="Rectangle 1710"/>
              <p:cNvSpPr/>
              <p:nvPr/>
            </p:nvSpPr>
            <p:spPr>
              <a:xfrm>
                <a:off x="2806" y="25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6" name="Rectangle 1711"/>
              <p:cNvSpPr/>
              <p:nvPr/>
            </p:nvSpPr>
            <p:spPr>
              <a:xfrm>
                <a:off x="2811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7" name="Rectangle 1712"/>
              <p:cNvSpPr/>
              <p:nvPr/>
            </p:nvSpPr>
            <p:spPr>
              <a:xfrm>
                <a:off x="2816" y="2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8" name="Rectangle 1713"/>
              <p:cNvSpPr/>
              <p:nvPr/>
            </p:nvSpPr>
            <p:spPr>
              <a:xfrm>
                <a:off x="2821" y="250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89" name="Rectangle 1714"/>
              <p:cNvSpPr/>
              <p:nvPr/>
            </p:nvSpPr>
            <p:spPr>
              <a:xfrm>
                <a:off x="2832" y="24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0" name="Rectangle 1715"/>
              <p:cNvSpPr/>
              <p:nvPr/>
            </p:nvSpPr>
            <p:spPr>
              <a:xfrm>
                <a:off x="2837" y="24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1" name="Rectangle 1716"/>
              <p:cNvSpPr/>
              <p:nvPr/>
            </p:nvSpPr>
            <p:spPr>
              <a:xfrm>
                <a:off x="3028" y="25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2" name="Rectangle 1717"/>
              <p:cNvSpPr/>
              <p:nvPr/>
            </p:nvSpPr>
            <p:spPr>
              <a:xfrm>
                <a:off x="3033" y="25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3" name="Rectangle 1718"/>
              <p:cNvSpPr/>
              <p:nvPr/>
            </p:nvSpPr>
            <p:spPr>
              <a:xfrm>
                <a:off x="3043" y="26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4" name="Rectangle 1719"/>
              <p:cNvSpPr/>
              <p:nvPr/>
            </p:nvSpPr>
            <p:spPr>
              <a:xfrm>
                <a:off x="3053" y="260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5" name="Rectangle 1720"/>
              <p:cNvSpPr/>
              <p:nvPr/>
            </p:nvSpPr>
            <p:spPr>
              <a:xfrm>
                <a:off x="3064" y="261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6" name="Rectangle 1721"/>
              <p:cNvSpPr/>
              <p:nvPr/>
            </p:nvSpPr>
            <p:spPr>
              <a:xfrm>
                <a:off x="3074" y="26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7" name="Rectangle 1722"/>
              <p:cNvSpPr/>
              <p:nvPr/>
            </p:nvSpPr>
            <p:spPr>
              <a:xfrm>
                <a:off x="3079" y="262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8" name="Rectangle 1723"/>
              <p:cNvSpPr/>
              <p:nvPr/>
            </p:nvSpPr>
            <p:spPr>
              <a:xfrm>
                <a:off x="3090" y="26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099" name="Rectangle 1724"/>
              <p:cNvSpPr/>
              <p:nvPr/>
            </p:nvSpPr>
            <p:spPr>
              <a:xfrm>
                <a:off x="3100" y="26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0" name="Rectangle 1725"/>
              <p:cNvSpPr/>
              <p:nvPr/>
            </p:nvSpPr>
            <p:spPr>
              <a:xfrm>
                <a:off x="3110" y="263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1" name="Rectangle 1726"/>
              <p:cNvSpPr/>
              <p:nvPr/>
            </p:nvSpPr>
            <p:spPr>
              <a:xfrm>
                <a:off x="3121" y="264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2" name="Rectangle 1727"/>
              <p:cNvSpPr/>
              <p:nvPr/>
            </p:nvSpPr>
            <p:spPr>
              <a:xfrm>
                <a:off x="1816" y="3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3" name="Rectangle 1728"/>
              <p:cNvSpPr/>
              <p:nvPr/>
            </p:nvSpPr>
            <p:spPr>
              <a:xfrm>
                <a:off x="1821" y="366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4" name="Rectangle 1729"/>
              <p:cNvSpPr/>
              <p:nvPr/>
            </p:nvSpPr>
            <p:spPr>
              <a:xfrm>
                <a:off x="1826" y="366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5" name="Rectangle 1730"/>
              <p:cNvSpPr/>
              <p:nvPr/>
            </p:nvSpPr>
            <p:spPr>
              <a:xfrm>
                <a:off x="1837" y="36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6" name="Rectangle 1731"/>
              <p:cNvSpPr/>
              <p:nvPr/>
            </p:nvSpPr>
            <p:spPr>
              <a:xfrm>
                <a:off x="1842" y="365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7" name="Rectangle 1732"/>
              <p:cNvSpPr/>
              <p:nvPr/>
            </p:nvSpPr>
            <p:spPr>
              <a:xfrm>
                <a:off x="1847" y="36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8" name="Rectangle 1733"/>
              <p:cNvSpPr/>
              <p:nvPr/>
            </p:nvSpPr>
            <p:spPr>
              <a:xfrm>
                <a:off x="1852" y="364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09" name="Rectangle 1734"/>
              <p:cNvSpPr/>
              <p:nvPr/>
            </p:nvSpPr>
            <p:spPr>
              <a:xfrm>
                <a:off x="1863" y="36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0" name="Rectangle 1735"/>
              <p:cNvSpPr/>
              <p:nvPr/>
            </p:nvSpPr>
            <p:spPr>
              <a:xfrm>
                <a:off x="1868" y="363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1" name="Rectangle 1736"/>
              <p:cNvSpPr/>
              <p:nvPr/>
            </p:nvSpPr>
            <p:spPr>
              <a:xfrm>
                <a:off x="1873" y="36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2" name="Rectangle 1737"/>
              <p:cNvSpPr/>
              <p:nvPr/>
            </p:nvSpPr>
            <p:spPr>
              <a:xfrm>
                <a:off x="1883" y="36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3" name="Rectangle 1738"/>
              <p:cNvSpPr/>
              <p:nvPr/>
            </p:nvSpPr>
            <p:spPr>
              <a:xfrm>
                <a:off x="1888" y="361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4" name="Rectangle 1739"/>
              <p:cNvSpPr/>
              <p:nvPr/>
            </p:nvSpPr>
            <p:spPr>
              <a:xfrm>
                <a:off x="1894" y="36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5" name="Rectangle 1740"/>
              <p:cNvSpPr/>
              <p:nvPr/>
            </p:nvSpPr>
            <p:spPr>
              <a:xfrm>
                <a:off x="1899" y="3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6" name="Rectangle 1741"/>
              <p:cNvSpPr/>
              <p:nvPr/>
            </p:nvSpPr>
            <p:spPr>
              <a:xfrm>
                <a:off x="1909" y="3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7" name="Rectangle 1742"/>
              <p:cNvSpPr/>
              <p:nvPr/>
            </p:nvSpPr>
            <p:spPr>
              <a:xfrm>
                <a:off x="1914" y="359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8" name="Rectangle 1743"/>
              <p:cNvSpPr/>
              <p:nvPr/>
            </p:nvSpPr>
            <p:spPr>
              <a:xfrm>
                <a:off x="1919" y="35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19" name="Rectangle 1744"/>
              <p:cNvSpPr/>
              <p:nvPr/>
            </p:nvSpPr>
            <p:spPr>
              <a:xfrm>
                <a:off x="1924" y="358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0" name="Rectangle 1745"/>
              <p:cNvSpPr/>
              <p:nvPr/>
            </p:nvSpPr>
            <p:spPr>
              <a:xfrm>
                <a:off x="1935" y="35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1" name="Rectangle 1746"/>
              <p:cNvSpPr/>
              <p:nvPr/>
            </p:nvSpPr>
            <p:spPr>
              <a:xfrm>
                <a:off x="1940" y="35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2" name="Rectangle 1747"/>
              <p:cNvSpPr/>
              <p:nvPr/>
            </p:nvSpPr>
            <p:spPr>
              <a:xfrm>
                <a:off x="1945" y="3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3" name="Rectangle 1748"/>
              <p:cNvSpPr/>
              <p:nvPr/>
            </p:nvSpPr>
            <p:spPr>
              <a:xfrm>
                <a:off x="1950" y="356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4" name="Rectangle 1749"/>
              <p:cNvSpPr/>
              <p:nvPr/>
            </p:nvSpPr>
            <p:spPr>
              <a:xfrm>
                <a:off x="1961" y="35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5" name="Rectangle 1750"/>
              <p:cNvSpPr/>
              <p:nvPr/>
            </p:nvSpPr>
            <p:spPr>
              <a:xfrm>
                <a:off x="1966" y="35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6" name="Rectangle 1751"/>
              <p:cNvSpPr/>
              <p:nvPr/>
            </p:nvSpPr>
            <p:spPr>
              <a:xfrm>
                <a:off x="1971" y="35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7" name="Rectangle 1752"/>
              <p:cNvSpPr/>
              <p:nvPr/>
            </p:nvSpPr>
            <p:spPr>
              <a:xfrm>
                <a:off x="1976" y="35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8" name="Rectangle 1753"/>
              <p:cNvSpPr/>
              <p:nvPr/>
            </p:nvSpPr>
            <p:spPr>
              <a:xfrm>
                <a:off x="1986" y="35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29" name="Rectangle 1754"/>
              <p:cNvSpPr/>
              <p:nvPr/>
            </p:nvSpPr>
            <p:spPr>
              <a:xfrm>
                <a:off x="1991" y="353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0" name="Rectangle 1755"/>
              <p:cNvSpPr/>
              <p:nvPr/>
            </p:nvSpPr>
            <p:spPr>
              <a:xfrm>
                <a:off x="1997" y="353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1" name="Rectangle 1756"/>
              <p:cNvSpPr/>
              <p:nvPr/>
            </p:nvSpPr>
            <p:spPr>
              <a:xfrm>
                <a:off x="2007" y="35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2" name="Rectangle 1757"/>
              <p:cNvSpPr/>
              <p:nvPr/>
            </p:nvSpPr>
            <p:spPr>
              <a:xfrm>
                <a:off x="2012" y="35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3" name="Rectangle 1758"/>
              <p:cNvSpPr/>
              <p:nvPr/>
            </p:nvSpPr>
            <p:spPr>
              <a:xfrm>
                <a:off x="2017" y="35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4" name="Rectangle 1759"/>
              <p:cNvSpPr/>
              <p:nvPr/>
            </p:nvSpPr>
            <p:spPr>
              <a:xfrm>
                <a:off x="2022" y="351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5" name="Rectangle 1760"/>
              <p:cNvSpPr/>
              <p:nvPr/>
            </p:nvSpPr>
            <p:spPr>
              <a:xfrm>
                <a:off x="2033" y="3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6" name="Rectangle 1761"/>
              <p:cNvSpPr/>
              <p:nvPr/>
            </p:nvSpPr>
            <p:spPr>
              <a:xfrm>
                <a:off x="2038" y="349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7" name="Rectangle 1762"/>
              <p:cNvSpPr/>
              <p:nvPr/>
            </p:nvSpPr>
            <p:spPr>
              <a:xfrm>
                <a:off x="2043" y="34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8" name="Rectangle 1763"/>
              <p:cNvSpPr/>
              <p:nvPr/>
            </p:nvSpPr>
            <p:spPr>
              <a:xfrm>
                <a:off x="2048" y="34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39" name="Rectangle 1764"/>
              <p:cNvSpPr/>
              <p:nvPr/>
            </p:nvSpPr>
            <p:spPr>
              <a:xfrm>
                <a:off x="2058" y="348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0" name="Rectangle 1765"/>
              <p:cNvSpPr/>
              <p:nvPr/>
            </p:nvSpPr>
            <p:spPr>
              <a:xfrm>
                <a:off x="2064" y="34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1" name="Rectangle 1766"/>
              <p:cNvSpPr/>
              <p:nvPr/>
            </p:nvSpPr>
            <p:spPr>
              <a:xfrm>
                <a:off x="2069" y="34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2" name="Rectangle 1767"/>
              <p:cNvSpPr/>
              <p:nvPr/>
            </p:nvSpPr>
            <p:spPr>
              <a:xfrm>
                <a:off x="2074" y="34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3" name="Rectangle 1768"/>
              <p:cNvSpPr/>
              <p:nvPr/>
            </p:nvSpPr>
            <p:spPr>
              <a:xfrm>
                <a:off x="2084" y="346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4" name="Rectangle 1769"/>
              <p:cNvSpPr/>
              <p:nvPr/>
            </p:nvSpPr>
            <p:spPr>
              <a:xfrm>
                <a:off x="2089" y="345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5" name="Rectangle 1770"/>
              <p:cNvSpPr/>
              <p:nvPr/>
            </p:nvSpPr>
            <p:spPr>
              <a:xfrm>
                <a:off x="2095" y="34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6" name="Rectangle 1771"/>
              <p:cNvSpPr/>
              <p:nvPr/>
            </p:nvSpPr>
            <p:spPr>
              <a:xfrm>
                <a:off x="2105" y="34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7" name="Rectangle 1772"/>
              <p:cNvSpPr/>
              <p:nvPr/>
            </p:nvSpPr>
            <p:spPr>
              <a:xfrm>
                <a:off x="2110" y="34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8" name="Rectangle 1773"/>
              <p:cNvSpPr/>
              <p:nvPr/>
            </p:nvSpPr>
            <p:spPr>
              <a:xfrm>
                <a:off x="2115" y="3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49" name="Rectangle 1774"/>
              <p:cNvSpPr/>
              <p:nvPr/>
            </p:nvSpPr>
            <p:spPr>
              <a:xfrm>
                <a:off x="2120" y="343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0" name="Rectangle 1775"/>
              <p:cNvSpPr/>
              <p:nvPr/>
            </p:nvSpPr>
            <p:spPr>
              <a:xfrm>
                <a:off x="2131" y="342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1" name="Rectangle 1776"/>
              <p:cNvSpPr/>
              <p:nvPr/>
            </p:nvSpPr>
            <p:spPr>
              <a:xfrm>
                <a:off x="2136" y="34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2" name="Rectangle 1777"/>
              <p:cNvSpPr/>
              <p:nvPr/>
            </p:nvSpPr>
            <p:spPr>
              <a:xfrm>
                <a:off x="2141" y="341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3" name="Rectangle 1778"/>
              <p:cNvSpPr/>
              <p:nvPr/>
            </p:nvSpPr>
            <p:spPr>
              <a:xfrm>
                <a:off x="2146" y="34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4" name="Rectangle 1779"/>
              <p:cNvSpPr/>
              <p:nvPr/>
            </p:nvSpPr>
            <p:spPr>
              <a:xfrm>
                <a:off x="2156" y="340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5" name="Rectangle 1780"/>
              <p:cNvSpPr/>
              <p:nvPr/>
            </p:nvSpPr>
            <p:spPr>
              <a:xfrm>
                <a:off x="2162" y="3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6" name="Rectangle 1781"/>
              <p:cNvSpPr/>
              <p:nvPr/>
            </p:nvSpPr>
            <p:spPr>
              <a:xfrm>
                <a:off x="2167" y="339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7" name="Rectangle 1782"/>
              <p:cNvSpPr/>
              <p:nvPr/>
            </p:nvSpPr>
            <p:spPr>
              <a:xfrm>
                <a:off x="2172" y="33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8" name="Rectangle 1783"/>
              <p:cNvSpPr/>
              <p:nvPr/>
            </p:nvSpPr>
            <p:spPr>
              <a:xfrm>
                <a:off x="2182" y="33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59" name="Rectangle 1784"/>
              <p:cNvSpPr/>
              <p:nvPr/>
            </p:nvSpPr>
            <p:spPr>
              <a:xfrm>
                <a:off x="2187" y="338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0" name="Rectangle 1785"/>
              <p:cNvSpPr/>
              <p:nvPr/>
            </p:nvSpPr>
            <p:spPr>
              <a:xfrm>
                <a:off x="2193" y="33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1" name="Rectangle 1786"/>
              <p:cNvSpPr/>
              <p:nvPr/>
            </p:nvSpPr>
            <p:spPr>
              <a:xfrm>
                <a:off x="2203" y="3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2" name="Rectangle 1787"/>
              <p:cNvSpPr/>
              <p:nvPr/>
            </p:nvSpPr>
            <p:spPr>
              <a:xfrm>
                <a:off x="2208" y="3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3" name="Rectangle 1788"/>
              <p:cNvSpPr/>
              <p:nvPr/>
            </p:nvSpPr>
            <p:spPr>
              <a:xfrm>
                <a:off x="2213" y="336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4" name="Rectangle 1789"/>
              <p:cNvSpPr/>
              <p:nvPr/>
            </p:nvSpPr>
            <p:spPr>
              <a:xfrm>
                <a:off x="2218" y="335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5" name="Rectangle 1790"/>
              <p:cNvSpPr/>
              <p:nvPr/>
            </p:nvSpPr>
            <p:spPr>
              <a:xfrm>
                <a:off x="2229" y="33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6" name="Rectangle 1791"/>
              <p:cNvSpPr/>
              <p:nvPr/>
            </p:nvSpPr>
            <p:spPr>
              <a:xfrm>
                <a:off x="2234" y="33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7" name="Rectangle 1792"/>
              <p:cNvSpPr/>
              <p:nvPr/>
            </p:nvSpPr>
            <p:spPr>
              <a:xfrm>
                <a:off x="2239" y="33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8" name="Rectangle 1793"/>
              <p:cNvSpPr/>
              <p:nvPr/>
            </p:nvSpPr>
            <p:spPr>
              <a:xfrm>
                <a:off x="2244" y="3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69" name="Rectangle 1794"/>
              <p:cNvSpPr/>
              <p:nvPr/>
            </p:nvSpPr>
            <p:spPr>
              <a:xfrm>
                <a:off x="2254" y="3329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0" name="Rectangle 1795"/>
              <p:cNvSpPr/>
              <p:nvPr/>
            </p:nvSpPr>
            <p:spPr>
              <a:xfrm>
                <a:off x="2260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1" name="Rectangle 1796"/>
              <p:cNvSpPr/>
              <p:nvPr/>
            </p:nvSpPr>
            <p:spPr>
              <a:xfrm>
                <a:off x="2265" y="33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2" name="Rectangle 1797"/>
              <p:cNvSpPr/>
              <p:nvPr/>
            </p:nvSpPr>
            <p:spPr>
              <a:xfrm>
                <a:off x="2270" y="331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3" name="Rectangle 1798"/>
              <p:cNvSpPr/>
              <p:nvPr/>
            </p:nvSpPr>
            <p:spPr>
              <a:xfrm>
                <a:off x="2280" y="33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4" name="Rectangle 1799"/>
              <p:cNvSpPr/>
              <p:nvPr/>
            </p:nvSpPr>
            <p:spPr>
              <a:xfrm>
                <a:off x="2285" y="33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5" name="Rectangle 1800"/>
              <p:cNvSpPr/>
              <p:nvPr/>
            </p:nvSpPr>
            <p:spPr>
              <a:xfrm>
                <a:off x="2290" y="329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6" name="Rectangle 1801"/>
              <p:cNvSpPr/>
              <p:nvPr/>
            </p:nvSpPr>
            <p:spPr>
              <a:xfrm>
                <a:off x="2296" y="329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7" name="Rectangle 1802"/>
              <p:cNvSpPr/>
              <p:nvPr/>
            </p:nvSpPr>
            <p:spPr>
              <a:xfrm>
                <a:off x="2306" y="32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8" name="Rectangle 1803"/>
              <p:cNvSpPr/>
              <p:nvPr/>
            </p:nvSpPr>
            <p:spPr>
              <a:xfrm>
                <a:off x="2311" y="32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79" name="Rectangle 1804"/>
              <p:cNvSpPr/>
              <p:nvPr/>
            </p:nvSpPr>
            <p:spPr>
              <a:xfrm>
                <a:off x="2316" y="327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0" name="Rectangle 1805"/>
              <p:cNvSpPr/>
              <p:nvPr/>
            </p:nvSpPr>
            <p:spPr>
              <a:xfrm>
                <a:off x="2327" y="32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1" name="Rectangle 1806"/>
              <p:cNvSpPr/>
              <p:nvPr/>
            </p:nvSpPr>
            <p:spPr>
              <a:xfrm>
                <a:off x="2332" y="3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2" name="Rectangle 1807"/>
              <p:cNvSpPr/>
              <p:nvPr/>
            </p:nvSpPr>
            <p:spPr>
              <a:xfrm>
                <a:off x="2337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3" name="Rectangle 1808"/>
              <p:cNvSpPr/>
              <p:nvPr/>
            </p:nvSpPr>
            <p:spPr>
              <a:xfrm>
                <a:off x="2342" y="325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4" name="Rectangle 1809"/>
              <p:cNvSpPr/>
              <p:nvPr/>
            </p:nvSpPr>
            <p:spPr>
              <a:xfrm>
                <a:off x="2352" y="32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5" name="Rectangle 1810"/>
              <p:cNvSpPr/>
              <p:nvPr/>
            </p:nvSpPr>
            <p:spPr>
              <a:xfrm>
                <a:off x="2357" y="324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6" name="Rectangle 1811"/>
              <p:cNvSpPr/>
              <p:nvPr/>
            </p:nvSpPr>
            <p:spPr>
              <a:xfrm>
                <a:off x="2363" y="32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7" name="Rectangle 1812"/>
              <p:cNvSpPr/>
              <p:nvPr/>
            </p:nvSpPr>
            <p:spPr>
              <a:xfrm>
                <a:off x="2368" y="32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8" name="Rectangle 1813"/>
              <p:cNvSpPr/>
              <p:nvPr/>
            </p:nvSpPr>
            <p:spPr>
              <a:xfrm>
                <a:off x="2378" y="32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2189" name="Rectangle 1814"/>
              <p:cNvSpPr/>
              <p:nvPr/>
            </p:nvSpPr>
            <p:spPr>
              <a:xfrm>
                <a:off x="2383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7" name="Group 1815"/>
            <p:cNvGrpSpPr/>
            <p:nvPr/>
          </p:nvGrpSpPr>
          <p:grpSpPr>
            <a:xfrm>
              <a:off x="1723" y="2644"/>
              <a:ext cx="1403" cy="1036"/>
              <a:chOff x="1723" y="2644"/>
              <a:chExt cx="1403" cy="1036"/>
            </a:xfrm>
          </p:grpSpPr>
          <p:sp>
            <p:nvSpPr>
              <p:cNvPr id="31790" name="Rectangle 1816"/>
              <p:cNvSpPr/>
              <p:nvPr/>
            </p:nvSpPr>
            <p:spPr>
              <a:xfrm>
                <a:off x="2388" y="322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91" name="Rectangle 1817"/>
              <p:cNvSpPr/>
              <p:nvPr/>
            </p:nvSpPr>
            <p:spPr>
              <a:xfrm>
                <a:off x="2394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92" name="Rectangle 1818"/>
              <p:cNvSpPr/>
              <p:nvPr/>
            </p:nvSpPr>
            <p:spPr>
              <a:xfrm>
                <a:off x="2404" y="32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93" name="Rectangle 1819"/>
              <p:cNvSpPr/>
              <p:nvPr/>
            </p:nvSpPr>
            <p:spPr>
              <a:xfrm>
                <a:off x="2409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94" name="Rectangle 1820"/>
              <p:cNvSpPr/>
              <p:nvPr/>
            </p:nvSpPr>
            <p:spPr>
              <a:xfrm>
                <a:off x="2414" y="320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95" name="Rectangle 1821"/>
              <p:cNvSpPr/>
              <p:nvPr/>
            </p:nvSpPr>
            <p:spPr>
              <a:xfrm>
                <a:off x="2425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96" name="Rectangle 1822"/>
              <p:cNvSpPr/>
              <p:nvPr/>
            </p:nvSpPr>
            <p:spPr>
              <a:xfrm>
                <a:off x="2430" y="319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97" name="Rectangle 1823"/>
              <p:cNvSpPr/>
              <p:nvPr/>
            </p:nvSpPr>
            <p:spPr>
              <a:xfrm>
                <a:off x="2435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98" name="Rectangle 1824"/>
              <p:cNvSpPr/>
              <p:nvPr/>
            </p:nvSpPr>
            <p:spPr>
              <a:xfrm>
                <a:off x="2440" y="31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99" name="Rectangle 1825"/>
              <p:cNvSpPr/>
              <p:nvPr/>
            </p:nvSpPr>
            <p:spPr>
              <a:xfrm>
                <a:off x="2450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0" name="Rectangle 1826"/>
              <p:cNvSpPr/>
              <p:nvPr/>
            </p:nvSpPr>
            <p:spPr>
              <a:xfrm>
                <a:off x="2455" y="317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1" name="Rectangle 1827"/>
              <p:cNvSpPr/>
              <p:nvPr/>
            </p:nvSpPr>
            <p:spPr>
              <a:xfrm>
                <a:off x="2461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2" name="Rectangle 1828"/>
              <p:cNvSpPr/>
              <p:nvPr/>
            </p:nvSpPr>
            <p:spPr>
              <a:xfrm>
                <a:off x="2466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3" name="Rectangle 1829"/>
              <p:cNvSpPr/>
              <p:nvPr/>
            </p:nvSpPr>
            <p:spPr>
              <a:xfrm>
                <a:off x="2476" y="315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4" name="Rectangle 1830"/>
              <p:cNvSpPr/>
              <p:nvPr/>
            </p:nvSpPr>
            <p:spPr>
              <a:xfrm>
                <a:off x="2481" y="31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5" name="Rectangle 1831"/>
              <p:cNvSpPr/>
              <p:nvPr/>
            </p:nvSpPr>
            <p:spPr>
              <a:xfrm>
                <a:off x="2486" y="314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6" name="Rectangle 1832"/>
              <p:cNvSpPr/>
              <p:nvPr/>
            </p:nvSpPr>
            <p:spPr>
              <a:xfrm>
                <a:off x="2492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7" name="Rectangle 1833"/>
              <p:cNvSpPr/>
              <p:nvPr/>
            </p:nvSpPr>
            <p:spPr>
              <a:xfrm>
                <a:off x="2502" y="31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8" name="Rectangle 1834"/>
              <p:cNvSpPr/>
              <p:nvPr/>
            </p:nvSpPr>
            <p:spPr>
              <a:xfrm>
                <a:off x="2507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09" name="Rectangle 1835"/>
              <p:cNvSpPr/>
              <p:nvPr/>
            </p:nvSpPr>
            <p:spPr>
              <a:xfrm>
                <a:off x="2512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0" name="Rectangle 1836"/>
              <p:cNvSpPr/>
              <p:nvPr/>
            </p:nvSpPr>
            <p:spPr>
              <a:xfrm>
                <a:off x="2517" y="311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1" name="Rectangle 1837"/>
              <p:cNvSpPr/>
              <p:nvPr/>
            </p:nvSpPr>
            <p:spPr>
              <a:xfrm>
                <a:off x="2528" y="31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2" name="Rectangle 1838"/>
              <p:cNvSpPr/>
              <p:nvPr/>
            </p:nvSpPr>
            <p:spPr>
              <a:xfrm>
                <a:off x="2533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3" name="Rectangle 1839"/>
              <p:cNvSpPr/>
              <p:nvPr/>
            </p:nvSpPr>
            <p:spPr>
              <a:xfrm>
                <a:off x="2538" y="31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4" name="Rectangle 1840"/>
              <p:cNvSpPr/>
              <p:nvPr/>
            </p:nvSpPr>
            <p:spPr>
              <a:xfrm>
                <a:off x="2548" y="30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5" name="Rectangle 1841"/>
              <p:cNvSpPr/>
              <p:nvPr/>
            </p:nvSpPr>
            <p:spPr>
              <a:xfrm>
                <a:off x="2553" y="309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6" name="Rectangle 1842"/>
              <p:cNvSpPr/>
              <p:nvPr/>
            </p:nvSpPr>
            <p:spPr>
              <a:xfrm>
                <a:off x="2559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7" name="Rectangle 1843"/>
              <p:cNvSpPr/>
              <p:nvPr/>
            </p:nvSpPr>
            <p:spPr>
              <a:xfrm>
                <a:off x="2564" y="30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8" name="Rectangle 1844"/>
              <p:cNvSpPr/>
              <p:nvPr/>
            </p:nvSpPr>
            <p:spPr>
              <a:xfrm>
                <a:off x="2574" y="30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19" name="Rectangle 1845"/>
              <p:cNvSpPr/>
              <p:nvPr/>
            </p:nvSpPr>
            <p:spPr>
              <a:xfrm>
                <a:off x="2579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0" name="Rectangle 1846"/>
              <p:cNvSpPr/>
              <p:nvPr/>
            </p:nvSpPr>
            <p:spPr>
              <a:xfrm>
                <a:off x="2584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1" name="Rectangle 1847"/>
              <p:cNvSpPr/>
              <p:nvPr/>
            </p:nvSpPr>
            <p:spPr>
              <a:xfrm>
                <a:off x="2589" y="306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2" name="Rectangle 1848"/>
              <p:cNvSpPr/>
              <p:nvPr/>
            </p:nvSpPr>
            <p:spPr>
              <a:xfrm>
                <a:off x="2600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3" name="Rectangle 1849"/>
              <p:cNvSpPr/>
              <p:nvPr/>
            </p:nvSpPr>
            <p:spPr>
              <a:xfrm>
                <a:off x="2605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4" name="Rectangle 1850"/>
              <p:cNvSpPr/>
              <p:nvPr/>
            </p:nvSpPr>
            <p:spPr>
              <a:xfrm>
                <a:off x="2610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5" name="Rectangle 1851"/>
              <p:cNvSpPr/>
              <p:nvPr/>
            </p:nvSpPr>
            <p:spPr>
              <a:xfrm>
                <a:off x="2615" y="30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6" name="Rectangle 1852"/>
              <p:cNvSpPr/>
              <p:nvPr/>
            </p:nvSpPr>
            <p:spPr>
              <a:xfrm>
                <a:off x="2626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7" name="Rectangle 1853"/>
              <p:cNvSpPr/>
              <p:nvPr/>
            </p:nvSpPr>
            <p:spPr>
              <a:xfrm>
                <a:off x="2631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8" name="Rectangle 1854"/>
              <p:cNvSpPr/>
              <p:nvPr/>
            </p:nvSpPr>
            <p:spPr>
              <a:xfrm>
                <a:off x="2636" y="30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29" name="Rectangle 1855"/>
              <p:cNvSpPr/>
              <p:nvPr/>
            </p:nvSpPr>
            <p:spPr>
              <a:xfrm>
                <a:off x="2646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0" name="Rectangle 1856"/>
              <p:cNvSpPr/>
              <p:nvPr/>
            </p:nvSpPr>
            <p:spPr>
              <a:xfrm>
                <a:off x="2651" y="301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1" name="Rectangle 1857"/>
              <p:cNvSpPr/>
              <p:nvPr/>
            </p:nvSpPr>
            <p:spPr>
              <a:xfrm>
                <a:off x="2657" y="30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2" name="Rectangle 1858"/>
              <p:cNvSpPr/>
              <p:nvPr/>
            </p:nvSpPr>
            <p:spPr>
              <a:xfrm>
                <a:off x="2662" y="30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3" name="Rectangle 1859"/>
              <p:cNvSpPr/>
              <p:nvPr/>
            </p:nvSpPr>
            <p:spPr>
              <a:xfrm>
                <a:off x="2672" y="30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4" name="Rectangle 1860"/>
              <p:cNvSpPr/>
              <p:nvPr/>
            </p:nvSpPr>
            <p:spPr>
              <a:xfrm>
                <a:off x="2677" y="29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5" name="Rectangle 1861"/>
              <p:cNvSpPr/>
              <p:nvPr/>
            </p:nvSpPr>
            <p:spPr>
              <a:xfrm>
                <a:off x="2682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6" name="Rectangle 1862"/>
              <p:cNvSpPr/>
              <p:nvPr/>
            </p:nvSpPr>
            <p:spPr>
              <a:xfrm>
                <a:off x="2687" y="298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7" name="Rectangle 1863"/>
              <p:cNvSpPr/>
              <p:nvPr/>
            </p:nvSpPr>
            <p:spPr>
              <a:xfrm>
                <a:off x="2698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8" name="Rectangle 1864"/>
              <p:cNvSpPr/>
              <p:nvPr/>
            </p:nvSpPr>
            <p:spPr>
              <a:xfrm>
                <a:off x="2703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39" name="Rectangle 1865"/>
              <p:cNvSpPr/>
              <p:nvPr/>
            </p:nvSpPr>
            <p:spPr>
              <a:xfrm>
                <a:off x="2708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0" name="Rectangle 1866"/>
              <p:cNvSpPr/>
              <p:nvPr/>
            </p:nvSpPr>
            <p:spPr>
              <a:xfrm>
                <a:off x="2713" y="296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1" name="Rectangle 1867"/>
              <p:cNvSpPr/>
              <p:nvPr/>
            </p:nvSpPr>
            <p:spPr>
              <a:xfrm>
                <a:off x="2724" y="29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2" name="Rectangle 1868"/>
              <p:cNvSpPr/>
              <p:nvPr/>
            </p:nvSpPr>
            <p:spPr>
              <a:xfrm>
                <a:off x="2729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3" name="Rectangle 1869"/>
              <p:cNvSpPr/>
              <p:nvPr/>
            </p:nvSpPr>
            <p:spPr>
              <a:xfrm>
                <a:off x="2734" y="29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4" name="Rectangle 1870"/>
              <p:cNvSpPr/>
              <p:nvPr/>
            </p:nvSpPr>
            <p:spPr>
              <a:xfrm>
                <a:off x="2739" y="29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5" name="Rectangle 1871"/>
              <p:cNvSpPr/>
              <p:nvPr/>
            </p:nvSpPr>
            <p:spPr>
              <a:xfrm>
                <a:off x="2749" y="29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6" name="Rectangle 1872"/>
              <p:cNvSpPr/>
              <p:nvPr/>
            </p:nvSpPr>
            <p:spPr>
              <a:xfrm>
                <a:off x="2754" y="293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7" name="Rectangle 1873"/>
              <p:cNvSpPr/>
              <p:nvPr/>
            </p:nvSpPr>
            <p:spPr>
              <a:xfrm>
                <a:off x="2760" y="29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8" name="Rectangle 1874"/>
              <p:cNvSpPr/>
              <p:nvPr/>
            </p:nvSpPr>
            <p:spPr>
              <a:xfrm>
                <a:off x="2770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49" name="Rectangle 1875"/>
              <p:cNvSpPr/>
              <p:nvPr/>
            </p:nvSpPr>
            <p:spPr>
              <a:xfrm>
                <a:off x="2775" y="291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0" name="Rectangle 1876"/>
              <p:cNvSpPr/>
              <p:nvPr/>
            </p:nvSpPr>
            <p:spPr>
              <a:xfrm>
                <a:off x="2780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1" name="Rectangle 1877"/>
              <p:cNvSpPr/>
              <p:nvPr/>
            </p:nvSpPr>
            <p:spPr>
              <a:xfrm>
                <a:off x="2785" y="290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2" name="Rectangle 1878"/>
              <p:cNvSpPr/>
              <p:nvPr/>
            </p:nvSpPr>
            <p:spPr>
              <a:xfrm>
                <a:off x="2796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3" name="Rectangle 1879"/>
              <p:cNvSpPr/>
              <p:nvPr/>
            </p:nvSpPr>
            <p:spPr>
              <a:xfrm>
                <a:off x="2801" y="28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4" name="Rectangle 1880"/>
              <p:cNvSpPr/>
              <p:nvPr/>
            </p:nvSpPr>
            <p:spPr>
              <a:xfrm>
                <a:off x="2806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5" name="Rectangle 1881"/>
              <p:cNvSpPr/>
              <p:nvPr/>
            </p:nvSpPr>
            <p:spPr>
              <a:xfrm>
                <a:off x="2811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6" name="Rectangle 1882"/>
              <p:cNvSpPr/>
              <p:nvPr/>
            </p:nvSpPr>
            <p:spPr>
              <a:xfrm>
                <a:off x="2821" y="288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7" name="Rectangle 1883"/>
              <p:cNvSpPr/>
              <p:nvPr/>
            </p:nvSpPr>
            <p:spPr>
              <a:xfrm>
                <a:off x="2827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8" name="Rectangle 1884"/>
              <p:cNvSpPr/>
              <p:nvPr/>
            </p:nvSpPr>
            <p:spPr>
              <a:xfrm>
                <a:off x="2832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59" name="Rectangle 1885"/>
              <p:cNvSpPr/>
              <p:nvPr/>
            </p:nvSpPr>
            <p:spPr>
              <a:xfrm>
                <a:off x="2837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0" name="Rectangle 1886"/>
              <p:cNvSpPr/>
              <p:nvPr/>
            </p:nvSpPr>
            <p:spPr>
              <a:xfrm>
                <a:off x="2847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1" name="Rectangle 1887"/>
              <p:cNvSpPr/>
              <p:nvPr/>
            </p:nvSpPr>
            <p:spPr>
              <a:xfrm>
                <a:off x="2852" y="285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2" name="Rectangle 1888"/>
              <p:cNvSpPr/>
              <p:nvPr/>
            </p:nvSpPr>
            <p:spPr>
              <a:xfrm>
                <a:off x="2858" y="285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3" name="Rectangle 1889"/>
              <p:cNvSpPr/>
              <p:nvPr/>
            </p:nvSpPr>
            <p:spPr>
              <a:xfrm>
                <a:off x="2868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4" name="Rectangle 1890"/>
              <p:cNvSpPr/>
              <p:nvPr/>
            </p:nvSpPr>
            <p:spPr>
              <a:xfrm>
                <a:off x="2873" y="28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5" name="Rectangle 1891"/>
              <p:cNvSpPr/>
              <p:nvPr/>
            </p:nvSpPr>
            <p:spPr>
              <a:xfrm>
                <a:off x="2878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6" name="Rectangle 1892"/>
              <p:cNvSpPr/>
              <p:nvPr/>
            </p:nvSpPr>
            <p:spPr>
              <a:xfrm>
                <a:off x="2883" y="283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7" name="Rectangle 1893"/>
              <p:cNvSpPr/>
              <p:nvPr/>
            </p:nvSpPr>
            <p:spPr>
              <a:xfrm>
                <a:off x="2894" y="28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8" name="Rectangle 1894"/>
              <p:cNvSpPr/>
              <p:nvPr/>
            </p:nvSpPr>
            <p:spPr>
              <a:xfrm>
                <a:off x="2899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69" name="Rectangle 1895"/>
              <p:cNvSpPr/>
              <p:nvPr/>
            </p:nvSpPr>
            <p:spPr>
              <a:xfrm>
                <a:off x="2904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0" name="Rectangle 1896"/>
              <p:cNvSpPr/>
              <p:nvPr/>
            </p:nvSpPr>
            <p:spPr>
              <a:xfrm>
                <a:off x="2909" y="28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1" name="Rectangle 1897"/>
              <p:cNvSpPr/>
              <p:nvPr/>
            </p:nvSpPr>
            <p:spPr>
              <a:xfrm>
                <a:off x="2919" y="280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2" name="Rectangle 1898"/>
              <p:cNvSpPr/>
              <p:nvPr/>
            </p:nvSpPr>
            <p:spPr>
              <a:xfrm>
                <a:off x="2925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3" name="Rectangle 1899"/>
              <p:cNvSpPr/>
              <p:nvPr/>
            </p:nvSpPr>
            <p:spPr>
              <a:xfrm>
                <a:off x="2930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4" name="Rectangle 1900"/>
              <p:cNvSpPr/>
              <p:nvPr/>
            </p:nvSpPr>
            <p:spPr>
              <a:xfrm>
                <a:off x="2935" y="27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5" name="Rectangle 1901"/>
              <p:cNvSpPr/>
              <p:nvPr/>
            </p:nvSpPr>
            <p:spPr>
              <a:xfrm>
                <a:off x="2945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6" name="Rectangle 1902"/>
              <p:cNvSpPr/>
              <p:nvPr/>
            </p:nvSpPr>
            <p:spPr>
              <a:xfrm>
                <a:off x="2950" y="277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7" name="Rectangle 1903"/>
              <p:cNvSpPr/>
              <p:nvPr/>
            </p:nvSpPr>
            <p:spPr>
              <a:xfrm>
                <a:off x="2956" y="2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8" name="Rectangle 1904"/>
              <p:cNvSpPr/>
              <p:nvPr/>
            </p:nvSpPr>
            <p:spPr>
              <a:xfrm>
                <a:off x="2966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79" name="Rectangle 1905"/>
              <p:cNvSpPr/>
              <p:nvPr/>
            </p:nvSpPr>
            <p:spPr>
              <a:xfrm>
                <a:off x="2971" y="27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0" name="Rectangle 1906"/>
              <p:cNvSpPr/>
              <p:nvPr/>
            </p:nvSpPr>
            <p:spPr>
              <a:xfrm>
                <a:off x="2976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1" name="Rectangle 1907"/>
              <p:cNvSpPr/>
              <p:nvPr/>
            </p:nvSpPr>
            <p:spPr>
              <a:xfrm>
                <a:off x="2981" y="275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2" name="Rectangle 1908"/>
              <p:cNvSpPr/>
              <p:nvPr/>
            </p:nvSpPr>
            <p:spPr>
              <a:xfrm>
                <a:off x="2992" y="274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3" name="Rectangle 1909"/>
              <p:cNvSpPr/>
              <p:nvPr/>
            </p:nvSpPr>
            <p:spPr>
              <a:xfrm>
                <a:off x="2997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4" name="Rectangle 1910"/>
              <p:cNvSpPr/>
              <p:nvPr/>
            </p:nvSpPr>
            <p:spPr>
              <a:xfrm>
                <a:off x="3002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5" name="Rectangle 1911"/>
              <p:cNvSpPr/>
              <p:nvPr/>
            </p:nvSpPr>
            <p:spPr>
              <a:xfrm>
                <a:off x="3007" y="27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6" name="Rectangle 1912"/>
              <p:cNvSpPr/>
              <p:nvPr/>
            </p:nvSpPr>
            <p:spPr>
              <a:xfrm>
                <a:off x="3017" y="272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7" name="Rectangle 1913"/>
              <p:cNvSpPr/>
              <p:nvPr/>
            </p:nvSpPr>
            <p:spPr>
              <a:xfrm>
                <a:off x="3023" y="27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8" name="Rectangle 1914"/>
              <p:cNvSpPr/>
              <p:nvPr/>
            </p:nvSpPr>
            <p:spPr>
              <a:xfrm>
                <a:off x="3028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89" name="Rectangle 1915"/>
              <p:cNvSpPr/>
              <p:nvPr/>
            </p:nvSpPr>
            <p:spPr>
              <a:xfrm>
                <a:off x="3033" y="27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0" name="Rectangle 1916"/>
              <p:cNvSpPr/>
              <p:nvPr/>
            </p:nvSpPr>
            <p:spPr>
              <a:xfrm>
                <a:off x="3043" y="2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1" name="Rectangle 1917"/>
              <p:cNvSpPr/>
              <p:nvPr/>
            </p:nvSpPr>
            <p:spPr>
              <a:xfrm>
                <a:off x="3048" y="27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2" name="Rectangle 1918"/>
              <p:cNvSpPr/>
              <p:nvPr/>
            </p:nvSpPr>
            <p:spPr>
              <a:xfrm>
                <a:off x="3053" y="269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3" name="Rectangle 1919"/>
              <p:cNvSpPr/>
              <p:nvPr/>
            </p:nvSpPr>
            <p:spPr>
              <a:xfrm>
                <a:off x="3059" y="26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4" name="Rectangle 1920"/>
              <p:cNvSpPr/>
              <p:nvPr/>
            </p:nvSpPr>
            <p:spPr>
              <a:xfrm>
                <a:off x="3069" y="26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5" name="Rectangle 1921"/>
              <p:cNvSpPr/>
              <p:nvPr/>
            </p:nvSpPr>
            <p:spPr>
              <a:xfrm>
                <a:off x="3074" y="268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6" name="Rectangle 1922"/>
              <p:cNvSpPr/>
              <p:nvPr/>
            </p:nvSpPr>
            <p:spPr>
              <a:xfrm>
                <a:off x="3079" y="267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7" name="Rectangle 1923"/>
              <p:cNvSpPr/>
              <p:nvPr/>
            </p:nvSpPr>
            <p:spPr>
              <a:xfrm>
                <a:off x="3090" y="26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8" name="Rectangle 1924"/>
              <p:cNvSpPr/>
              <p:nvPr/>
            </p:nvSpPr>
            <p:spPr>
              <a:xfrm>
                <a:off x="3095" y="26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899" name="Rectangle 1925"/>
              <p:cNvSpPr/>
              <p:nvPr/>
            </p:nvSpPr>
            <p:spPr>
              <a:xfrm>
                <a:off x="3100" y="26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0" name="Rectangle 1926"/>
              <p:cNvSpPr/>
              <p:nvPr/>
            </p:nvSpPr>
            <p:spPr>
              <a:xfrm>
                <a:off x="3105" y="26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1" name="Rectangle 1927"/>
              <p:cNvSpPr/>
              <p:nvPr/>
            </p:nvSpPr>
            <p:spPr>
              <a:xfrm>
                <a:off x="3115" y="265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2" name="Rectangle 1928"/>
              <p:cNvSpPr/>
              <p:nvPr/>
            </p:nvSpPr>
            <p:spPr>
              <a:xfrm>
                <a:off x="3121" y="264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3" name="Rectangle 1929"/>
              <p:cNvSpPr/>
              <p:nvPr/>
            </p:nvSpPr>
            <p:spPr>
              <a:xfrm>
                <a:off x="1723" y="362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4" name="Rectangle 1930"/>
              <p:cNvSpPr/>
              <p:nvPr/>
            </p:nvSpPr>
            <p:spPr>
              <a:xfrm>
                <a:off x="1729" y="363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5" name="Rectangle 1931"/>
              <p:cNvSpPr/>
              <p:nvPr/>
            </p:nvSpPr>
            <p:spPr>
              <a:xfrm>
                <a:off x="1739" y="3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6" name="Rectangle 1932"/>
              <p:cNvSpPr/>
              <p:nvPr/>
            </p:nvSpPr>
            <p:spPr>
              <a:xfrm>
                <a:off x="1749" y="364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7" name="Rectangle 1933"/>
              <p:cNvSpPr/>
              <p:nvPr/>
            </p:nvSpPr>
            <p:spPr>
              <a:xfrm>
                <a:off x="1759" y="364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8" name="Rectangle 1934"/>
              <p:cNvSpPr/>
              <p:nvPr/>
            </p:nvSpPr>
            <p:spPr>
              <a:xfrm>
                <a:off x="1770" y="365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09" name="Rectangle 1935"/>
              <p:cNvSpPr/>
              <p:nvPr/>
            </p:nvSpPr>
            <p:spPr>
              <a:xfrm>
                <a:off x="1780" y="36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0" name="Rectangle 1936"/>
              <p:cNvSpPr/>
              <p:nvPr/>
            </p:nvSpPr>
            <p:spPr>
              <a:xfrm>
                <a:off x="1790" y="366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1" name="Rectangle 1937"/>
              <p:cNvSpPr/>
              <p:nvPr/>
            </p:nvSpPr>
            <p:spPr>
              <a:xfrm>
                <a:off x="1801" y="366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2" name="Rectangle 1938"/>
              <p:cNvSpPr/>
              <p:nvPr/>
            </p:nvSpPr>
            <p:spPr>
              <a:xfrm>
                <a:off x="1811" y="3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3" name="Rectangle 1939"/>
              <p:cNvSpPr/>
              <p:nvPr/>
            </p:nvSpPr>
            <p:spPr>
              <a:xfrm>
                <a:off x="1723" y="362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4" name="Rectangle 1940"/>
              <p:cNvSpPr/>
              <p:nvPr/>
            </p:nvSpPr>
            <p:spPr>
              <a:xfrm>
                <a:off x="1729" y="36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5" name="Rectangle 1941"/>
              <p:cNvSpPr/>
              <p:nvPr/>
            </p:nvSpPr>
            <p:spPr>
              <a:xfrm>
                <a:off x="1734" y="36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6" name="Rectangle 1942"/>
              <p:cNvSpPr/>
              <p:nvPr/>
            </p:nvSpPr>
            <p:spPr>
              <a:xfrm>
                <a:off x="1744" y="36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7" name="Rectangle 1943"/>
              <p:cNvSpPr/>
              <p:nvPr/>
            </p:nvSpPr>
            <p:spPr>
              <a:xfrm>
                <a:off x="1749" y="3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8" name="Rectangle 1944"/>
              <p:cNvSpPr/>
              <p:nvPr/>
            </p:nvSpPr>
            <p:spPr>
              <a:xfrm>
                <a:off x="1754" y="3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19" name="Rectangle 1945"/>
              <p:cNvSpPr/>
              <p:nvPr/>
            </p:nvSpPr>
            <p:spPr>
              <a:xfrm>
                <a:off x="1759" y="359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0" name="Rectangle 1946"/>
              <p:cNvSpPr/>
              <p:nvPr/>
            </p:nvSpPr>
            <p:spPr>
              <a:xfrm>
                <a:off x="1770" y="35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1" name="Rectangle 1947"/>
              <p:cNvSpPr/>
              <p:nvPr/>
            </p:nvSpPr>
            <p:spPr>
              <a:xfrm>
                <a:off x="1775" y="358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2" name="Rectangle 1948"/>
              <p:cNvSpPr/>
              <p:nvPr/>
            </p:nvSpPr>
            <p:spPr>
              <a:xfrm>
                <a:off x="1780" y="35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3" name="Rectangle 1949"/>
              <p:cNvSpPr/>
              <p:nvPr/>
            </p:nvSpPr>
            <p:spPr>
              <a:xfrm>
                <a:off x="1785" y="357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4" name="Rectangle 1950"/>
              <p:cNvSpPr/>
              <p:nvPr/>
            </p:nvSpPr>
            <p:spPr>
              <a:xfrm>
                <a:off x="1796" y="3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5" name="Rectangle 1951"/>
              <p:cNvSpPr/>
              <p:nvPr/>
            </p:nvSpPr>
            <p:spPr>
              <a:xfrm>
                <a:off x="1801" y="356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6" name="Rectangle 1952"/>
              <p:cNvSpPr/>
              <p:nvPr/>
            </p:nvSpPr>
            <p:spPr>
              <a:xfrm>
                <a:off x="1806" y="35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7" name="Rectangle 1953"/>
              <p:cNvSpPr/>
              <p:nvPr/>
            </p:nvSpPr>
            <p:spPr>
              <a:xfrm>
                <a:off x="1811" y="35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8" name="Rectangle 1954"/>
              <p:cNvSpPr/>
              <p:nvPr/>
            </p:nvSpPr>
            <p:spPr>
              <a:xfrm>
                <a:off x="1821" y="35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29" name="Rectangle 1955"/>
              <p:cNvSpPr/>
              <p:nvPr/>
            </p:nvSpPr>
            <p:spPr>
              <a:xfrm>
                <a:off x="1826" y="354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0" name="Rectangle 1956"/>
              <p:cNvSpPr/>
              <p:nvPr/>
            </p:nvSpPr>
            <p:spPr>
              <a:xfrm>
                <a:off x="1832" y="3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1" name="Rectangle 1957"/>
              <p:cNvSpPr/>
              <p:nvPr/>
            </p:nvSpPr>
            <p:spPr>
              <a:xfrm>
                <a:off x="1842" y="3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2" name="Rectangle 1958"/>
              <p:cNvSpPr/>
              <p:nvPr/>
            </p:nvSpPr>
            <p:spPr>
              <a:xfrm>
                <a:off x="1847" y="353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3" name="Rectangle 1959"/>
              <p:cNvSpPr/>
              <p:nvPr/>
            </p:nvSpPr>
            <p:spPr>
              <a:xfrm>
                <a:off x="1852" y="35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4" name="Rectangle 1960"/>
              <p:cNvSpPr/>
              <p:nvPr/>
            </p:nvSpPr>
            <p:spPr>
              <a:xfrm>
                <a:off x="1857" y="352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5" name="Rectangle 1961"/>
              <p:cNvSpPr/>
              <p:nvPr/>
            </p:nvSpPr>
            <p:spPr>
              <a:xfrm>
                <a:off x="1868" y="35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6" name="Rectangle 1962"/>
              <p:cNvSpPr/>
              <p:nvPr/>
            </p:nvSpPr>
            <p:spPr>
              <a:xfrm>
                <a:off x="1873" y="35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7" name="Rectangle 1963"/>
              <p:cNvSpPr/>
              <p:nvPr/>
            </p:nvSpPr>
            <p:spPr>
              <a:xfrm>
                <a:off x="1878" y="3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8" name="Rectangle 1964"/>
              <p:cNvSpPr/>
              <p:nvPr/>
            </p:nvSpPr>
            <p:spPr>
              <a:xfrm>
                <a:off x="1883" y="3499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39" name="Rectangle 1965"/>
              <p:cNvSpPr/>
              <p:nvPr/>
            </p:nvSpPr>
            <p:spPr>
              <a:xfrm>
                <a:off x="1894" y="34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0" name="Rectangle 1966"/>
              <p:cNvSpPr/>
              <p:nvPr/>
            </p:nvSpPr>
            <p:spPr>
              <a:xfrm>
                <a:off x="1899" y="34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1" name="Rectangle 1967"/>
              <p:cNvSpPr/>
              <p:nvPr/>
            </p:nvSpPr>
            <p:spPr>
              <a:xfrm>
                <a:off x="1904" y="348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2" name="Rectangle 1968"/>
              <p:cNvSpPr/>
              <p:nvPr/>
            </p:nvSpPr>
            <p:spPr>
              <a:xfrm>
                <a:off x="1909" y="34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3" name="Rectangle 1969"/>
              <p:cNvSpPr/>
              <p:nvPr/>
            </p:nvSpPr>
            <p:spPr>
              <a:xfrm>
                <a:off x="1919" y="34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4" name="Rectangle 1970"/>
              <p:cNvSpPr/>
              <p:nvPr/>
            </p:nvSpPr>
            <p:spPr>
              <a:xfrm>
                <a:off x="1924" y="346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5" name="Rectangle 1971"/>
              <p:cNvSpPr/>
              <p:nvPr/>
            </p:nvSpPr>
            <p:spPr>
              <a:xfrm>
                <a:off x="1930" y="346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6" name="Rectangle 1972"/>
              <p:cNvSpPr/>
              <p:nvPr/>
            </p:nvSpPr>
            <p:spPr>
              <a:xfrm>
                <a:off x="1935" y="34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7" name="Rectangle 1973"/>
              <p:cNvSpPr/>
              <p:nvPr/>
            </p:nvSpPr>
            <p:spPr>
              <a:xfrm>
                <a:off x="1945" y="34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8" name="Rectangle 1974"/>
              <p:cNvSpPr/>
              <p:nvPr/>
            </p:nvSpPr>
            <p:spPr>
              <a:xfrm>
                <a:off x="1950" y="34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49" name="Rectangle 1975"/>
              <p:cNvSpPr/>
              <p:nvPr/>
            </p:nvSpPr>
            <p:spPr>
              <a:xfrm>
                <a:off x="1955" y="344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0" name="Rectangle 1976"/>
              <p:cNvSpPr/>
              <p:nvPr/>
            </p:nvSpPr>
            <p:spPr>
              <a:xfrm>
                <a:off x="1961" y="34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1" name="Rectangle 1977"/>
              <p:cNvSpPr/>
              <p:nvPr/>
            </p:nvSpPr>
            <p:spPr>
              <a:xfrm>
                <a:off x="1971" y="34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2" name="Rectangle 1978"/>
              <p:cNvSpPr/>
              <p:nvPr/>
            </p:nvSpPr>
            <p:spPr>
              <a:xfrm>
                <a:off x="1976" y="342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3" name="Rectangle 1979"/>
              <p:cNvSpPr/>
              <p:nvPr/>
            </p:nvSpPr>
            <p:spPr>
              <a:xfrm>
                <a:off x="1981" y="34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4" name="Rectangle 1980"/>
              <p:cNvSpPr/>
              <p:nvPr/>
            </p:nvSpPr>
            <p:spPr>
              <a:xfrm>
                <a:off x="1986" y="341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5" name="Rectangle 1981"/>
              <p:cNvSpPr/>
              <p:nvPr/>
            </p:nvSpPr>
            <p:spPr>
              <a:xfrm>
                <a:off x="1997" y="34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6" name="Rectangle 1982"/>
              <p:cNvSpPr/>
              <p:nvPr/>
            </p:nvSpPr>
            <p:spPr>
              <a:xfrm>
                <a:off x="2002" y="34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7" name="Rectangle 1983"/>
              <p:cNvSpPr/>
              <p:nvPr/>
            </p:nvSpPr>
            <p:spPr>
              <a:xfrm>
                <a:off x="2007" y="3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8" name="Rectangle 1984"/>
              <p:cNvSpPr/>
              <p:nvPr/>
            </p:nvSpPr>
            <p:spPr>
              <a:xfrm>
                <a:off x="2017" y="339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59" name="Rectangle 1985"/>
              <p:cNvSpPr/>
              <p:nvPr/>
            </p:nvSpPr>
            <p:spPr>
              <a:xfrm>
                <a:off x="2022" y="339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0" name="Rectangle 1986"/>
              <p:cNvSpPr/>
              <p:nvPr/>
            </p:nvSpPr>
            <p:spPr>
              <a:xfrm>
                <a:off x="2028" y="33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1" name="Rectangle 1987"/>
              <p:cNvSpPr/>
              <p:nvPr/>
            </p:nvSpPr>
            <p:spPr>
              <a:xfrm>
                <a:off x="2033" y="33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2" name="Rectangle 1988"/>
              <p:cNvSpPr/>
              <p:nvPr/>
            </p:nvSpPr>
            <p:spPr>
              <a:xfrm>
                <a:off x="2043" y="33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3" name="Rectangle 1989"/>
              <p:cNvSpPr/>
              <p:nvPr/>
            </p:nvSpPr>
            <p:spPr>
              <a:xfrm>
                <a:off x="2048" y="3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4" name="Rectangle 1990"/>
              <p:cNvSpPr/>
              <p:nvPr/>
            </p:nvSpPr>
            <p:spPr>
              <a:xfrm>
                <a:off x="2053" y="3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5" name="Rectangle 1991"/>
              <p:cNvSpPr/>
              <p:nvPr/>
            </p:nvSpPr>
            <p:spPr>
              <a:xfrm>
                <a:off x="2058" y="336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6" name="Rectangle 1992"/>
              <p:cNvSpPr/>
              <p:nvPr/>
            </p:nvSpPr>
            <p:spPr>
              <a:xfrm>
                <a:off x="2069" y="33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7" name="Rectangle 1993"/>
              <p:cNvSpPr/>
              <p:nvPr/>
            </p:nvSpPr>
            <p:spPr>
              <a:xfrm>
                <a:off x="2074" y="33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8" name="Rectangle 1994"/>
              <p:cNvSpPr/>
              <p:nvPr/>
            </p:nvSpPr>
            <p:spPr>
              <a:xfrm>
                <a:off x="2079" y="33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69" name="Rectangle 1995"/>
              <p:cNvSpPr/>
              <p:nvPr/>
            </p:nvSpPr>
            <p:spPr>
              <a:xfrm>
                <a:off x="2084" y="334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0" name="Rectangle 1996"/>
              <p:cNvSpPr/>
              <p:nvPr/>
            </p:nvSpPr>
            <p:spPr>
              <a:xfrm>
                <a:off x="2095" y="33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1" name="Rectangle 1997"/>
              <p:cNvSpPr/>
              <p:nvPr/>
            </p:nvSpPr>
            <p:spPr>
              <a:xfrm>
                <a:off x="2100" y="332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2" name="Rectangle 1998"/>
              <p:cNvSpPr/>
              <p:nvPr/>
            </p:nvSpPr>
            <p:spPr>
              <a:xfrm>
                <a:off x="2105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3" name="Rectangle 1999"/>
              <p:cNvSpPr/>
              <p:nvPr/>
            </p:nvSpPr>
            <p:spPr>
              <a:xfrm>
                <a:off x="2110" y="33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4" name="Rectangle 2000"/>
              <p:cNvSpPr/>
              <p:nvPr/>
            </p:nvSpPr>
            <p:spPr>
              <a:xfrm>
                <a:off x="2120" y="331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5" name="Rectangle 2001"/>
              <p:cNvSpPr/>
              <p:nvPr/>
            </p:nvSpPr>
            <p:spPr>
              <a:xfrm>
                <a:off x="2125" y="330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6" name="Rectangle 2002"/>
              <p:cNvSpPr/>
              <p:nvPr/>
            </p:nvSpPr>
            <p:spPr>
              <a:xfrm>
                <a:off x="2131" y="33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7" name="Rectangle 2003"/>
              <p:cNvSpPr/>
              <p:nvPr/>
            </p:nvSpPr>
            <p:spPr>
              <a:xfrm>
                <a:off x="2136" y="3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8" name="Rectangle 2004"/>
              <p:cNvSpPr/>
              <p:nvPr/>
            </p:nvSpPr>
            <p:spPr>
              <a:xfrm>
                <a:off x="2146" y="329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79" name="Rectangle 2005"/>
              <p:cNvSpPr/>
              <p:nvPr/>
            </p:nvSpPr>
            <p:spPr>
              <a:xfrm>
                <a:off x="2151" y="32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0" name="Rectangle 2006"/>
              <p:cNvSpPr/>
              <p:nvPr/>
            </p:nvSpPr>
            <p:spPr>
              <a:xfrm>
                <a:off x="2156" y="328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1" name="Rectangle 2007"/>
              <p:cNvSpPr/>
              <p:nvPr/>
            </p:nvSpPr>
            <p:spPr>
              <a:xfrm>
                <a:off x="2162" y="32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2" name="Rectangle 2008"/>
              <p:cNvSpPr/>
              <p:nvPr/>
            </p:nvSpPr>
            <p:spPr>
              <a:xfrm>
                <a:off x="2172" y="32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3" name="Rectangle 2009"/>
              <p:cNvSpPr/>
              <p:nvPr/>
            </p:nvSpPr>
            <p:spPr>
              <a:xfrm>
                <a:off x="2177" y="3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4" name="Rectangle 2010"/>
              <p:cNvSpPr/>
              <p:nvPr/>
            </p:nvSpPr>
            <p:spPr>
              <a:xfrm>
                <a:off x="2182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5" name="Rectangle 2011"/>
              <p:cNvSpPr/>
              <p:nvPr/>
            </p:nvSpPr>
            <p:spPr>
              <a:xfrm>
                <a:off x="2187" y="325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6" name="Rectangle 2012"/>
              <p:cNvSpPr/>
              <p:nvPr/>
            </p:nvSpPr>
            <p:spPr>
              <a:xfrm>
                <a:off x="2198" y="32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7" name="Rectangle 2013"/>
              <p:cNvSpPr/>
              <p:nvPr/>
            </p:nvSpPr>
            <p:spPr>
              <a:xfrm>
                <a:off x="2203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8" name="Rectangle 2014"/>
              <p:cNvSpPr/>
              <p:nvPr/>
            </p:nvSpPr>
            <p:spPr>
              <a:xfrm>
                <a:off x="2208" y="32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989" name="Rectangle 2015"/>
              <p:cNvSpPr/>
              <p:nvPr/>
            </p:nvSpPr>
            <p:spPr>
              <a:xfrm>
                <a:off x="2218" y="32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8" name="Group 2016"/>
            <p:cNvGrpSpPr/>
            <p:nvPr/>
          </p:nvGrpSpPr>
          <p:grpSpPr>
            <a:xfrm>
              <a:off x="2007" y="2593"/>
              <a:ext cx="1309" cy="1190"/>
              <a:chOff x="2007" y="2593"/>
              <a:chExt cx="1309" cy="1190"/>
            </a:xfrm>
          </p:grpSpPr>
          <p:sp>
            <p:nvSpPr>
              <p:cNvPr id="31590" name="Rectangle 2017"/>
              <p:cNvSpPr/>
              <p:nvPr/>
            </p:nvSpPr>
            <p:spPr>
              <a:xfrm>
                <a:off x="2223" y="323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91" name="Rectangle 2018"/>
              <p:cNvSpPr/>
              <p:nvPr/>
            </p:nvSpPr>
            <p:spPr>
              <a:xfrm>
                <a:off x="2229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92" name="Rectangle 2019"/>
              <p:cNvSpPr/>
              <p:nvPr/>
            </p:nvSpPr>
            <p:spPr>
              <a:xfrm>
                <a:off x="2234" y="32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93" name="Rectangle 2020"/>
              <p:cNvSpPr/>
              <p:nvPr/>
            </p:nvSpPr>
            <p:spPr>
              <a:xfrm>
                <a:off x="2244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94" name="Rectangle 2021"/>
              <p:cNvSpPr/>
              <p:nvPr/>
            </p:nvSpPr>
            <p:spPr>
              <a:xfrm>
                <a:off x="2249" y="32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95" name="Rectangle 2022"/>
              <p:cNvSpPr/>
              <p:nvPr/>
            </p:nvSpPr>
            <p:spPr>
              <a:xfrm>
                <a:off x="2254" y="320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96" name="Rectangle 2023"/>
              <p:cNvSpPr/>
              <p:nvPr/>
            </p:nvSpPr>
            <p:spPr>
              <a:xfrm>
                <a:off x="2260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97" name="Rectangle 2024"/>
              <p:cNvSpPr/>
              <p:nvPr/>
            </p:nvSpPr>
            <p:spPr>
              <a:xfrm>
                <a:off x="2270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98" name="Rectangle 2025"/>
              <p:cNvSpPr/>
              <p:nvPr/>
            </p:nvSpPr>
            <p:spPr>
              <a:xfrm>
                <a:off x="2275" y="319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99" name="Rectangle 2026"/>
              <p:cNvSpPr/>
              <p:nvPr/>
            </p:nvSpPr>
            <p:spPr>
              <a:xfrm>
                <a:off x="2280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0" name="Rectangle 2027"/>
              <p:cNvSpPr/>
              <p:nvPr/>
            </p:nvSpPr>
            <p:spPr>
              <a:xfrm>
                <a:off x="2285" y="318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1" name="Rectangle 2028"/>
              <p:cNvSpPr/>
              <p:nvPr/>
            </p:nvSpPr>
            <p:spPr>
              <a:xfrm>
                <a:off x="2296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2" name="Rectangle 2029"/>
              <p:cNvSpPr/>
              <p:nvPr/>
            </p:nvSpPr>
            <p:spPr>
              <a:xfrm>
                <a:off x="2301" y="31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3" name="Rectangle 2030"/>
              <p:cNvSpPr/>
              <p:nvPr/>
            </p:nvSpPr>
            <p:spPr>
              <a:xfrm>
                <a:off x="2306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4" name="Rectangle 2031"/>
              <p:cNvSpPr/>
              <p:nvPr/>
            </p:nvSpPr>
            <p:spPr>
              <a:xfrm>
                <a:off x="2311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5" name="Rectangle 2032"/>
              <p:cNvSpPr/>
              <p:nvPr/>
            </p:nvSpPr>
            <p:spPr>
              <a:xfrm>
                <a:off x="2321" y="3154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6" name="Rectangle 2033"/>
              <p:cNvSpPr/>
              <p:nvPr/>
            </p:nvSpPr>
            <p:spPr>
              <a:xfrm>
                <a:off x="2327" y="31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7" name="Rectangle 2034"/>
              <p:cNvSpPr/>
              <p:nvPr/>
            </p:nvSpPr>
            <p:spPr>
              <a:xfrm>
                <a:off x="2332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8" name="Rectangle 2035"/>
              <p:cNvSpPr/>
              <p:nvPr/>
            </p:nvSpPr>
            <p:spPr>
              <a:xfrm>
                <a:off x="2337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09" name="Rectangle 2036"/>
              <p:cNvSpPr/>
              <p:nvPr/>
            </p:nvSpPr>
            <p:spPr>
              <a:xfrm>
                <a:off x="2347" y="31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0" name="Rectangle 2037"/>
              <p:cNvSpPr/>
              <p:nvPr/>
            </p:nvSpPr>
            <p:spPr>
              <a:xfrm>
                <a:off x="2352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1" name="Rectangle 2038"/>
              <p:cNvSpPr/>
              <p:nvPr/>
            </p:nvSpPr>
            <p:spPr>
              <a:xfrm>
                <a:off x="2357" y="3123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2" name="Rectangle 2039"/>
              <p:cNvSpPr/>
              <p:nvPr/>
            </p:nvSpPr>
            <p:spPr>
              <a:xfrm>
                <a:off x="2363" y="31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3" name="Rectangle 2040"/>
              <p:cNvSpPr/>
              <p:nvPr/>
            </p:nvSpPr>
            <p:spPr>
              <a:xfrm>
                <a:off x="2373" y="31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4" name="Rectangle 2041"/>
              <p:cNvSpPr/>
              <p:nvPr/>
            </p:nvSpPr>
            <p:spPr>
              <a:xfrm>
                <a:off x="2378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5" name="Rectangle 2042"/>
              <p:cNvSpPr/>
              <p:nvPr/>
            </p:nvSpPr>
            <p:spPr>
              <a:xfrm>
                <a:off x="2383" y="310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6" name="Rectangle 2043"/>
              <p:cNvSpPr/>
              <p:nvPr/>
            </p:nvSpPr>
            <p:spPr>
              <a:xfrm>
                <a:off x="2394" y="30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7" name="Rectangle 2044"/>
              <p:cNvSpPr/>
              <p:nvPr/>
            </p:nvSpPr>
            <p:spPr>
              <a:xfrm>
                <a:off x="2399" y="30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8" name="Rectangle 2045"/>
              <p:cNvSpPr/>
              <p:nvPr/>
            </p:nvSpPr>
            <p:spPr>
              <a:xfrm>
                <a:off x="2404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19" name="Rectangle 2046"/>
              <p:cNvSpPr/>
              <p:nvPr/>
            </p:nvSpPr>
            <p:spPr>
              <a:xfrm>
                <a:off x="2409" y="30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0" name="Rectangle 2047"/>
              <p:cNvSpPr/>
              <p:nvPr/>
            </p:nvSpPr>
            <p:spPr>
              <a:xfrm>
                <a:off x="2419" y="307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1" name="Rectangle 2048"/>
              <p:cNvSpPr/>
              <p:nvPr/>
            </p:nvSpPr>
            <p:spPr>
              <a:xfrm>
                <a:off x="2425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2" name="Rectangle 2049"/>
              <p:cNvSpPr/>
              <p:nvPr/>
            </p:nvSpPr>
            <p:spPr>
              <a:xfrm>
                <a:off x="2430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3" name="Rectangle 2050"/>
              <p:cNvSpPr/>
              <p:nvPr/>
            </p:nvSpPr>
            <p:spPr>
              <a:xfrm>
                <a:off x="2435" y="30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4" name="Rectangle 2051"/>
              <p:cNvSpPr/>
              <p:nvPr/>
            </p:nvSpPr>
            <p:spPr>
              <a:xfrm>
                <a:off x="2445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5" name="Rectangle 2052"/>
              <p:cNvSpPr/>
              <p:nvPr/>
            </p:nvSpPr>
            <p:spPr>
              <a:xfrm>
                <a:off x="2450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6" name="Rectangle 2053"/>
              <p:cNvSpPr/>
              <p:nvPr/>
            </p:nvSpPr>
            <p:spPr>
              <a:xfrm>
                <a:off x="2455" y="304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7" name="Rectangle 2054"/>
              <p:cNvSpPr/>
              <p:nvPr/>
            </p:nvSpPr>
            <p:spPr>
              <a:xfrm>
                <a:off x="2461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8" name="Rectangle 2055"/>
              <p:cNvSpPr/>
              <p:nvPr/>
            </p:nvSpPr>
            <p:spPr>
              <a:xfrm>
                <a:off x="2471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29" name="Rectangle 2056"/>
              <p:cNvSpPr/>
              <p:nvPr/>
            </p:nvSpPr>
            <p:spPr>
              <a:xfrm>
                <a:off x="2476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0" name="Rectangle 2057"/>
              <p:cNvSpPr/>
              <p:nvPr/>
            </p:nvSpPr>
            <p:spPr>
              <a:xfrm>
                <a:off x="2481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1" name="Rectangle 2058"/>
              <p:cNvSpPr/>
              <p:nvPr/>
            </p:nvSpPr>
            <p:spPr>
              <a:xfrm>
                <a:off x="2486" y="302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2" name="Rectangle 2059"/>
              <p:cNvSpPr/>
              <p:nvPr/>
            </p:nvSpPr>
            <p:spPr>
              <a:xfrm>
                <a:off x="2497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3" name="Rectangle 2060"/>
              <p:cNvSpPr/>
              <p:nvPr/>
            </p:nvSpPr>
            <p:spPr>
              <a:xfrm>
                <a:off x="2502" y="30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4" name="Rectangle 2061"/>
              <p:cNvSpPr/>
              <p:nvPr/>
            </p:nvSpPr>
            <p:spPr>
              <a:xfrm>
                <a:off x="2507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5" name="Rectangle 2062"/>
              <p:cNvSpPr/>
              <p:nvPr/>
            </p:nvSpPr>
            <p:spPr>
              <a:xfrm>
                <a:off x="2512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6" name="Rectangle 2063"/>
              <p:cNvSpPr/>
              <p:nvPr/>
            </p:nvSpPr>
            <p:spPr>
              <a:xfrm>
                <a:off x="2522" y="299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7" name="Rectangle 2064"/>
              <p:cNvSpPr/>
              <p:nvPr/>
            </p:nvSpPr>
            <p:spPr>
              <a:xfrm>
                <a:off x="2528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8" name="Rectangle 2065"/>
              <p:cNvSpPr/>
              <p:nvPr/>
            </p:nvSpPr>
            <p:spPr>
              <a:xfrm>
                <a:off x="2533" y="298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39" name="Rectangle 2066"/>
              <p:cNvSpPr/>
              <p:nvPr/>
            </p:nvSpPr>
            <p:spPr>
              <a:xfrm>
                <a:off x="2538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0" name="Rectangle 2067"/>
              <p:cNvSpPr/>
              <p:nvPr/>
            </p:nvSpPr>
            <p:spPr>
              <a:xfrm>
                <a:off x="2548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1" name="Rectangle 2068"/>
              <p:cNvSpPr/>
              <p:nvPr/>
            </p:nvSpPr>
            <p:spPr>
              <a:xfrm>
                <a:off x="2553" y="296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2" name="Rectangle 2069"/>
              <p:cNvSpPr/>
              <p:nvPr/>
            </p:nvSpPr>
            <p:spPr>
              <a:xfrm>
                <a:off x="2559" y="29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3" name="Rectangle 2070"/>
              <p:cNvSpPr/>
              <p:nvPr/>
            </p:nvSpPr>
            <p:spPr>
              <a:xfrm>
                <a:off x="2569" y="29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4" name="Rectangle 2071"/>
              <p:cNvSpPr/>
              <p:nvPr/>
            </p:nvSpPr>
            <p:spPr>
              <a:xfrm>
                <a:off x="2574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5" name="Rectangle 2072"/>
              <p:cNvSpPr/>
              <p:nvPr/>
            </p:nvSpPr>
            <p:spPr>
              <a:xfrm>
                <a:off x="2579" y="29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6" name="Rectangle 2073"/>
              <p:cNvSpPr/>
              <p:nvPr/>
            </p:nvSpPr>
            <p:spPr>
              <a:xfrm>
                <a:off x="2584" y="294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7" name="Rectangle 2074"/>
              <p:cNvSpPr/>
              <p:nvPr/>
            </p:nvSpPr>
            <p:spPr>
              <a:xfrm>
                <a:off x="2595" y="29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8" name="Rectangle 2075"/>
              <p:cNvSpPr/>
              <p:nvPr/>
            </p:nvSpPr>
            <p:spPr>
              <a:xfrm>
                <a:off x="2600" y="29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49" name="Rectangle 2076"/>
              <p:cNvSpPr/>
              <p:nvPr/>
            </p:nvSpPr>
            <p:spPr>
              <a:xfrm>
                <a:off x="2605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0" name="Rectangle 2077"/>
              <p:cNvSpPr/>
              <p:nvPr/>
            </p:nvSpPr>
            <p:spPr>
              <a:xfrm>
                <a:off x="2610" y="29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1" name="Rectangle 2078"/>
              <p:cNvSpPr/>
              <p:nvPr/>
            </p:nvSpPr>
            <p:spPr>
              <a:xfrm>
                <a:off x="2620" y="291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2" name="Rectangle 2079"/>
              <p:cNvSpPr/>
              <p:nvPr/>
            </p:nvSpPr>
            <p:spPr>
              <a:xfrm>
                <a:off x="2626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3" name="Rectangle 2080"/>
              <p:cNvSpPr/>
              <p:nvPr/>
            </p:nvSpPr>
            <p:spPr>
              <a:xfrm>
                <a:off x="2631" y="29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4" name="Rectangle 2081"/>
              <p:cNvSpPr/>
              <p:nvPr/>
            </p:nvSpPr>
            <p:spPr>
              <a:xfrm>
                <a:off x="2636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5" name="Rectangle 2082"/>
              <p:cNvSpPr/>
              <p:nvPr/>
            </p:nvSpPr>
            <p:spPr>
              <a:xfrm>
                <a:off x="2646" y="28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6" name="Rectangle 2083"/>
              <p:cNvSpPr/>
              <p:nvPr/>
            </p:nvSpPr>
            <p:spPr>
              <a:xfrm>
                <a:off x="2651" y="289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7" name="Rectangle 2084"/>
              <p:cNvSpPr/>
              <p:nvPr/>
            </p:nvSpPr>
            <p:spPr>
              <a:xfrm>
                <a:off x="2657" y="288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8" name="Rectangle 2085"/>
              <p:cNvSpPr/>
              <p:nvPr/>
            </p:nvSpPr>
            <p:spPr>
              <a:xfrm>
                <a:off x="2662" y="28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59" name="Rectangle 2086"/>
              <p:cNvSpPr/>
              <p:nvPr/>
            </p:nvSpPr>
            <p:spPr>
              <a:xfrm>
                <a:off x="2672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0" name="Rectangle 2087"/>
              <p:cNvSpPr/>
              <p:nvPr/>
            </p:nvSpPr>
            <p:spPr>
              <a:xfrm>
                <a:off x="2677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1" name="Rectangle 2088"/>
              <p:cNvSpPr/>
              <p:nvPr/>
            </p:nvSpPr>
            <p:spPr>
              <a:xfrm>
                <a:off x="2682" y="28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2" name="Rectangle 2089"/>
              <p:cNvSpPr/>
              <p:nvPr/>
            </p:nvSpPr>
            <p:spPr>
              <a:xfrm>
                <a:off x="2687" y="286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3" name="Rectangle 2090"/>
              <p:cNvSpPr/>
              <p:nvPr/>
            </p:nvSpPr>
            <p:spPr>
              <a:xfrm>
                <a:off x="2698" y="28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4" name="Rectangle 2091"/>
              <p:cNvSpPr/>
              <p:nvPr/>
            </p:nvSpPr>
            <p:spPr>
              <a:xfrm>
                <a:off x="2703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5" name="Rectangle 2092"/>
              <p:cNvSpPr/>
              <p:nvPr/>
            </p:nvSpPr>
            <p:spPr>
              <a:xfrm>
                <a:off x="2708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6" name="Rectangle 2093"/>
              <p:cNvSpPr/>
              <p:nvPr/>
            </p:nvSpPr>
            <p:spPr>
              <a:xfrm>
                <a:off x="2713" y="284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7" name="Rectangle 2094"/>
              <p:cNvSpPr/>
              <p:nvPr/>
            </p:nvSpPr>
            <p:spPr>
              <a:xfrm>
                <a:off x="2724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8" name="Rectangle 2095"/>
              <p:cNvSpPr/>
              <p:nvPr/>
            </p:nvSpPr>
            <p:spPr>
              <a:xfrm>
                <a:off x="2729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69" name="Rectangle 2096"/>
              <p:cNvSpPr/>
              <p:nvPr/>
            </p:nvSpPr>
            <p:spPr>
              <a:xfrm>
                <a:off x="2734" y="28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0" name="Rectangle 2097"/>
              <p:cNvSpPr/>
              <p:nvPr/>
            </p:nvSpPr>
            <p:spPr>
              <a:xfrm>
                <a:off x="2739" y="28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1" name="Rectangle 2098"/>
              <p:cNvSpPr/>
              <p:nvPr/>
            </p:nvSpPr>
            <p:spPr>
              <a:xfrm>
                <a:off x="2749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2" name="Rectangle 2099"/>
              <p:cNvSpPr/>
              <p:nvPr/>
            </p:nvSpPr>
            <p:spPr>
              <a:xfrm>
                <a:off x="2754" y="280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3" name="Rectangle 2100"/>
              <p:cNvSpPr/>
              <p:nvPr/>
            </p:nvSpPr>
            <p:spPr>
              <a:xfrm>
                <a:off x="2760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4" name="Rectangle 2101"/>
              <p:cNvSpPr/>
              <p:nvPr/>
            </p:nvSpPr>
            <p:spPr>
              <a:xfrm>
                <a:off x="2770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5" name="Rectangle 2102"/>
              <p:cNvSpPr/>
              <p:nvPr/>
            </p:nvSpPr>
            <p:spPr>
              <a:xfrm>
                <a:off x="2775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6" name="Rectangle 2103"/>
              <p:cNvSpPr/>
              <p:nvPr/>
            </p:nvSpPr>
            <p:spPr>
              <a:xfrm>
                <a:off x="2780" y="27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7" name="Rectangle 2104"/>
              <p:cNvSpPr/>
              <p:nvPr/>
            </p:nvSpPr>
            <p:spPr>
              <a:xfrm>
                <a:off x="2785" y="278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8" name="Rectangle 2105"/>
              <p:cNvSpPr/>
              <p:nvPr/>
            </p:nvSpPr>
            <p:spPr>
              <a:xfrm>
                <a:off x="2796" y="2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79" name="Rectangle 2106"/>
              <p:cNvSpPr/>
              <p:nvPr/>
            </p:nvSpPr>
            <p:spPr>
              <a:xfrm>
                <a:off x="2801" y="2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0" name="Rectangle 2107"/>
              <p:cNvSpPr/>
              <p:nvPr/>
            </p:nvSpPr>
            <p:spPr>
              <a:xfrm>
                <a:off x="2806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1" name="Rectangle 2108"/>
              <p:cNvSpPr/>
              <p:nvPr/>
            </p:nvSpPr>
            <p:spPr>
              <a:xfrm>
                <a:off x="2811" y="27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2" name="Rectangle 2109"/>
              <p:cNvSpPr/>
              <p:nvPr/>
            </p:nvSpPr>
            <p:spPr>
              <a:xfrm>
                <a:off x="2821" y="275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3" name="Rectangle 2110"/>
              <p:cNvSpPr/>
              <p:nvPr/>
            </p:nvSpPr>
            <p:spPr>
              <a:xfrm>
                <a:off x="2827" y="27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4" name="Rectangle 2111"/>
              <p:cNvSpPr/>
              <p:nvPr/>
            </p:nvSpPr>
            <p:spPr>
              <a:xfrm>
                <a:off x="2832" y="274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5" name="Rectangle 2112"/>
              <p:cNvSpPr/>
              <p:nvPr/>
            </p:nvSpPr>
            <p:spPr>
              <a:xfrm>
                <a:off x="2837" y="2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6" name="Rectangle 2113"/>
              <p:cNvSpPr/>
              <p:nvPr/>
            </p:nvSpPr>
            <p:spPr>
              <a:xfrm>
                <a:off x="2847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7" name="Rectangle 2114"/>
              <p:cNvSpPr/>
              <p:nvPr/>
            </p:nvSpPr>
            <p:spPr>
              <a:xfrm>
                <a:off x="2852" y="273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8" name="Rectangle 2115"/>
              <p:cNvSpPr/>
              <p:nvPr/>
            </p:nvSpPr>
            <p:spPr>
              <a:xfrm>
                <a:off x="2858" y="272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89" name="Rectangle 2116"/>
              <p:cNvSpPr/>
              <p:nvPr/>
            </p:nvSpPr>
            <p:spPr>
              <a:xfrm>
                <a:off x="2863" y="27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0" name="Rectangle 2117"/>
              <p:cNvSpPr/>
              <p:nvPr/>
            </p:nvSpPr>
            <p:spPr>
              <a:xfrm>
                <a:off x="2873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1" name="Rectangle 2118"/>
              <p:cNvSpPr/>
              <p:nvPr/>
            </p:nvSpPr>
            <p:spPr>
              <a:xfrm>
                <a:off x="2878" y="2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2" name="Rectangle 2119"/>
              <p:cNvSpPr/>
              <p:nvPr/>
            </p:nvSpPr>
            <p:spPr>
              <a:xfrm>
                <a:off x="2883" y="270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3" name="Rectangle 2120"/>
              <p:cNvSpPr/>
              <p:nvPr/>
            </p:nvSpPr>
            <p:spPr>
              <a:xfrm>
                <a:off x="2889" y="27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4" name="Rectangle 2121"/>
              <p:cNvSpPr/>
              <p:nvPr/>
            </p:nvSpPr>
            <p:spPr>
              <a:xfrm>
                <a:off x="2899" y="26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5" name="Rectangle 2122"/>
              <p:cNvSpPr/>
              <p:nvPr/>
            </p:nvSpPr>
            <p:spPr>
              <a:xfrm>
                <a:off x="2904" y="26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6" name="Rectangle 2123"/>
              <p:cNvSpPr/>
              <p:nvPr/>
            </p:nvSpPr>
            <p:spPr>
              <a:xfrm>
                <a:off x="2909" y="26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7" name="Rectangle 2124"/>
              <p:cNvSpPr/>
              <p:nvPr/>
            </p:nvSpPr>
            <p:spPr>
              <a:xfrm>
                <a:off x="2914" y="268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8" name="Rectangle 2125"/>
              <p:cNvSpPr/>
              <p:nvPr/>
            </p:nvSpPr>
            <p:spPr>
              <a:xfrm>
                <a:off x="2925" y="2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699" name="Rectangle 2126"/>
              <p:cNvSpPr/>
              <p:nvPr/>
            </p:nvSpPr>
            <p:spPr>
              <a:xfrm>
                <a:off x="2930" y="26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0" name="Rectangle 2127"/>
              <p:cNvSpPr/>
              <p:nvPr/>
            </p:nvSpPr>
            <p:spPr>
              <a:xfrm>
                <a:off x="2935" y="26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1" name="Rectangle 2128"/>
              <p:cNvSpPr/>
              <p:nvPr/>
            </p:nvSpPr>
            <p:spPr>
              <a:xfrm>
                <a:off x="2945" y="26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2" name="Rectangle 2129"/>
              <p:cNvSpPr/>
              <p:nvPr/>
            </p:nvSpPr>
            <p:spPr>
              <a:xfrm>
                <a:off x="2950" y="265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3" name="Rectangle 2130"/>
              <p:cNvSpPr/>
              <p:nvPr/>
            </p:nvSpPr>
            <p:spPr>
              <a:xfrm>
                <a:off x="2956" y="26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4" name="Rectangle 2131"/>
              <p:cNvSpPr/>
              <p:nvPr/>
            </p:nvSpPr>
            <p:spPr>
              <a:xfrm>
                <a:off x="2961" y="264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5" name="Rectangle 2132"/>
              <p:cNvSpPr/>
              <p:nvPr/>
            </p:nvSpPr>
            <p:spPr>
              <a:xfrm>
                <a:off x="2971" y="26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6" name="Rectangle 2133"/>
              <p:cNvSpPr/>
              <p:nvPr/>
            </p:nvSpPr>
            <p:spPr>
              <a:xfrm>
                <a:off x="2976" y="26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7" name="Rectangle 2134"/>
              <p:cNvSpPr/>
              <p:nvPr/>
            </p:nvSpPr>
            <p:spPr>
              <a:xfrm>
                <a:off x="2981" y="26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8" name="Rectangle 2135"/>
              <p:cNvSpPr/>
              <p:nvPr/>
            </p:nvSpPr>
            <p:spPr>
              <a:xfrm>
                <a:off x="2986" y="262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09" name="Rectangle 2136"/>
              <p:cNvSpPr/>
              <p:nvPr/>
            </p:nvSpPr>
            <p:spPr>
              <a:xfrm>
                <a:off x="2997" y="26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0" name="Rectangle 2137"/>
              <p:cNvSpPr/>
              <p:nvPr/>
            </p:nvSpPr>
            <p:spPr>
              <a:xfrm>
                <a:off x="3002" y="261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1" name="Rectangle 2138"/>
              <p:cNvSpPr/>
              <p:nvPr/>
            </p:nvSpPr>
            <p:spPr>
              <a:xfrm>
                <a:off x="3007" y="2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2" name="Rectangle 2139"/>
              <p:cNvSpPr/>
              <p:nvPr/>
            </p:nvSpPr>
            <p:spPr>
              <a:xfrm>
                <a:off x="3012" y="260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3" name="Rectangle 2140"/>
              <p:cNvSpPr/>
              <p:nvPr/>
            </p:nvSpPr>
            <p:spPr>
              <a:xfrm>
                <a:off x="3023" y="25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4" name="Rectangle 2141"/>
              <p:cNvSpPr/>
              <p:nvPr/>
            </p:nvSpPr>
            <p:spPr>
              <a:xfrm>
                <a:off x="3028" y="25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5" name="Rectangle 2142"/>
              <p:cNvSpPr/>
              <p:nvPr/>
            </p:nvSpPr>
            <p:spPr>
              <a:xfrm>
                <a:off x="3218" y="269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6" name="Rectangle 2143"/>
              <p:cNvSpPr/>
              <p:nvPr/>
            </p:nvSpPr>
            <p:spPr>
              <a:xfrm>
                <a:off x="3224" y="27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7" name="Rectangle 2144"/>
              <p:cNvSpPr/>
              <p:nvPr/>
            </p:nvSpPr>
            <p:spPr>
              <a:xfrm>
                <a:off x="3234" y="2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8" name="Rectangle 2145"/>
              <p:cNvSpPr/>
              <p:nvPr/>
            </p:nvSpPr>
            <p:spPr>
              <a:xfrm>
                <a:off x="3244" y="271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19" name="Rectangle 2146"/>
              <p:cNvSpPr/>
              <p:nvPr/>
            </p:nvSpPr>
            <p:spPr>
              <a:xfrm>
                <a:off x="3255" y="271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0" name="Rectangle 2147"/>
              <p:cNvSpPr/>
              <p:nvPr/>
            </p:nvSpPr>
            <p:spPr>
              <a:xfrm>
                <a:off x="3265" y="27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1" name="Rectangle 2148"/>
              <p:cNvSpPr/>
              <p:nvPr/>
            </p:nvSpPr>
            <p:spPr>
              <a:xfrm>
                <a:off x="3275" y="272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2" name="Rectangle 2149"/>
              <p:cNvSpPr/>
              <p:nvPr/>
            </p:nvSpPr>
            <p:spPr>
              <a:xfrm>
                <a:off x="3285" y="27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3" name="Rectangle 2150"/>
              <p:cNvSpPr/>
              <p:nvPr/>
            </p:nvSpPr>
            <p:spPr>
              <a:xfrm>
                <a:off x="3296" y="27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4" name="Rectangle 2151"/>
              <p:cNvSpPr/>
              <p:nvPr/>
            </p:nvSpPr>
            <p:spPr>
              <a:xfrm>
                <a:off x="3306" y="2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5" name="Rectangle 2152"/>
              <p:cNvSpPr/>
              <p:nvPr/>
            </p:nvSpPr>
            <p:spPr>
              <a:xfrm>
                <a:off x="2007" y="3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6" name="Rectangle 2153"/>
              <p:cNvSpPr/>
              <p:nvPr/>
            </p:nvSpPr>
            <p:spPr>
              <a:xfrm>
                <a:off x="2012" y="3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7" name="Rectangle 2154"/>
              <p:cNvSpPr/>
              <p:nvPr/>
            </p:nvSpPr>
            <p:spPr>
              <a:xfrm>
                <a:off x="2017" y="376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8" name="Rectangle 2155"/>
              <p:cNvSpPr/>
              <p:nvPr/>
            </p:nvSpPr>
            <p:spPr>
              <a:xfrm>
                <a:off x="2028" y="37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29" name="Rectangle 2156"/>
              <p:cNvSpPr/>
              <p:nvPr/>
            </p:nvSpPr>
            <p:spPr>
              <a:xfrm>
                <a:off x="2033" y="37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0" name="Rectangle 2157"/>
              <p:cNvSpPr/>
              <p:nvPr/>
            </p:nvSpPr>
            <p:spPr>
              <a:xfrm>
                <a:off x="2038" y="37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1" name="Rectangle 2158"/>
              <p:cNvSpPr/>
              <p:nvPr/>
            </p:nvSpPr>
            <p:spPr>
              <a:xfrm>
                <a:off x="2043" y="374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2" name="Rectangle 2159"/>
              <p:cNvSpPr/>
              <p:nvPr/>
            </p:nvSpPr>
            <p:spPr>
              <a:xfrm>
                <a:off x="2053" y="3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3" name="Rectangle 2160"/>
              <p:cNvSpPr/>
              <p:nvPr/>
            </p:nvSpPr>
            <p:spPr>
              <a:xfrm>
                <a:off x="2058" y="373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4" name="Rectangle 2161"/>
              <p:cNvSpPr/>
              <p:nvPr/>
            </p:nvSpPr>
            <p:spPr>
              <a:xfrm>
                <a:off x="2064" y="37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5" name="Rectangle 2162"/>
              <p:cNvSpPr/>
              <p:nvPr/>
            </p:nvSpPr>
            <p:spPr>
              <a:xfrm>
                <a:off x="2069" y="37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6" name="Rectangle 2163"/>
              <p:cNvSpPr/>
              <p:nvPr/>
            </p:nvSpPr>
            <p:spPr>
              <a:xfrm>
                <a:off x="2079" y="37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7" name="Rectangle 2164"/>
              <p:cNvSpPr/>
              <p:nvPr/>
            </p:nvSpPr>
            <p:spPr>
              <a:xfrm>
                <a:off x="2084" y="37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8" name="Rectangle 2165"/>
              <p:cNvSpPr/>
              <p:nvPr/>
            </p:nvSpPr>
            <p:spPr>
              <a:xfrm>
                <a:off x="2089" y="371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39" name="Rectangle 2166"/>
              <p:cNvSpPr/>
              <p:nvPr/>
            </p:nvSpPr>
            <p:spPr>
              <a:xfrm>
                <a:off x="2095" y="3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0" name="Rectangle 2167"/>
              <p:cNvSpPr/>
              <p:nvPr/>
            </p:nvSpPr>
            <p:spPr>
              <a:xfrm>
                <a:off x="2105" y="370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1" name="Rectangle 2168"/>
              <p:cNvSpPr/>
              <p:nvPr/>
            </p:nvSpPr>
            <p:spPr>
              <a:xfrm>
                <a:off x="2110" y="36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2" name="Rectangle 2169"/>
              <p:cNvSpPr/>
              <p:nvPr/>
            </p:nvSpPr>
            <p:spPr>
              <a:xfrm>
                <a:off x="2115" y="36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3" name="Rectangle 2170"/>
              <p:cNvSpPr/>
              <p:nvPr/>
            </p:nvSpPr>
            <p:spPr>
              <a:xfrm>
                <a:off x="2125" y="368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4" name="Rectangle 2171"/>
              <p:cNvSpPr/>
              <p:nvPr/>
            </p:nvSpPr>
            <p:spPr>
              <a:xfrm>
                <a:off x="2131" y="36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5" name="Rectangle 2172"/>
              <p:cNvSpPr/>
              <p:nvPr/>
            </p:nvSpPr>
            <p:spPr>
              <a:xfrm>
                <a:off x="2136" y="3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6" name="Rectangle 2173"/>
              <p:cNvSpPr/>
              <p:nvPr/>
            </p:nvSpPr>
            <p:spPr>
              <a:xfrm>
                <a:off x="2141" y="366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7" name="Rectangle 2174"/>
              <p:cNvSpPr/>
              <p:nvPr/>
            </p:nvSpPr>
            <p:spPr>
              <a:xfrm>
                <a:off x="2151" y="36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8" name="Rectangle 2175"/>
              <p:cNvSpPr/>
              <p:nvPr/>
            </p:nvSpPr>
            <p:spPr>
              <a:xfrm>
                <a:off x="2156" y="365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49" name="Rectangle 2176"/>
              <p:cNvSpPr/>
              <p:nvPr/>
            </p:nvSpPr>
            <p:spPr>
              <a:xfrm>
                <a:off x="2162" y="365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0" name="Rectangle 2177"/>
              <p:cNvSpPr/>
              <p:nvPr/>
            </p:nvSpPr>
            <p:spPr>
              <a:xfrm>
                <a:off x="2167" y="36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1" name="Rectangle 2178"/>
              <p:cNvSpPr/>
              <p:nvPr/>
            </p:nvSpPr>
            <p:spPr>
              <a:xfrm>
                <a:off x="2177" y="36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2" name="Rectangle 2179"/>
              <p:cNvSpPr/>
              <p:nvPr/>
            </p:nvSpPr>
            <p:spPr>
              <a:xfrm>
                <a:off x="2182" y="36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3" name="Rectangle 2180"/>
              <p:cNvSpPr/>
              <p:nvPr/>
            </p:nvSpPr>
            <p:spPr>
              <a:xfrm>
                <a:off x="2187" y="3633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4" name="Rectangle 2181"/>
              <p:cNvSpPr/>
              <p:nvPr/>
            </p:nvSpPr>
            <p:spPr>
              <a:xfrm>
                <a:off x="2193" y="36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5" name="Rectangle 2182"/>
              <p:cNvSpPr/>
              <p:nvPr/>
            </p:nvSpPr>
            <p:spPr>
              <a:xfrm>
                <a:off x="2203" y="36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6" name="Rectangle 2183"/>
              <p:cNvSpPr/>
              <p:nvPr/>
            </p:nvSpPr>
            <p:spPr>
              <a:xfrm>
                <a:off x="2208" y="36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7" name="Rectangle 2184"/>
              <p:cNvSpPr/>
              <p:nvPr/>
            </p:nvSpPr>
            <p:spPr>
              <a:xfrm>
                <a:off x="2213" y="36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8" name="Rectangle 2185"/>
              <p:cNvSpPr/>
              <p:nvPr/>
            </p:nvSpPr>
            <p:spPr>
              <a:xfrm>
                <a:off x="2218" y="360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59" name="Rectangle 2186"/>
              <p:cNvSpPr/>
              <p:nvPr/>
            </p:nvSpPr>
            <p:spPr>
              <a:xfrm>
                <a:off x="2229" y="3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0" name="Rectangle 2187"/>
              <p:cNvSpPr/>
              <p:nvPr/>
            </p:nvSpPr>
            <p:spPr>
              <a:xfrm>
                <a:off x="2234" y="359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1" name="Rectangle 2188"/>
              <p:cNvSpPr/>
              <p:nvPr/>
            </p:nvSpPr>
            <p:spPr>
              <a:xfrm>
                <a:off x="2239" y="35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2" name="Rectangle 2189"/>
              <p:cNvSpPr/>
              <p:nvPr/>
            </p:nvSpPr>
            <p:spPr>
              <a:xfrm>
                <a:off x="2244" y="358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3" name="Rectangle 2190"/>
              <p:cNvSpPr/>
              <p:nvPr/>
            </p:nvSpPr>
            <p:spPr>
              <a:xfrm>
                <a:off x="2254" y="358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4" name="Rectangle 2191"/>
              <p:cNvSpPr/>
              <p:nvPr/>
            </p:nvSpPr>
            <p:spPr>
              <a:xfrm>
                <a:off x="2260" y="35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5" name="Rectangle 2192"/>
              <p:cNvSpPr/>
              <p:nvPr/>
            </p:nvSpPr>
            <p:spPr>
              <a:xfrm>
                <a:off x="2265" y="3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6" name="Rectangle 2193"/>
              <p:cNvSpPr/>
              <p:nvPr/>
            </p:nvSpPr>
            <p:spPr>
              <a:xfrm>
                <a:off x="2270" y="356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7" name="Rectangle 2194"/>
              <p:cNvSpPr/>
              <p:nvPr/>
            </p:nvSpPr>
            <p:spPr>
              <a:xfrm>
                <a:off x="2280" y="35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8" name="Rectangle 2195"/>
              <p:cNvSpPr/>
              <p:nvPr/>
            </p:nvSpPr>
            <p:spPr>
              <a:xfrm>
                <a:off x="2285" y="35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69" name="Rectangle 2196"/>
              <p:cNvSpPr/>
              <p:nvPr/>
            </p:nvSpPr>
            <p:spPr>
              <a:xfrm>
                <a:off x="2290" y="355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0" name="Rectangle 2197"/>
              <p:cNvSpPr/>
              <p:nvPr/>
            </p:nvSpPr>
            <p:spPr>
              <a:xfrm>
                <a:off x="2301" y="35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1" name="Rectangle 2198"/>
              <p:cNvSpPr/>
              <p:nvPr/>
            </p:nvSpPr>
            <p:spPr>
              <a:xfrm>
                <a:off x="2306" y="35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2" name="Rectangle 2199"/>
              <p:cNvSpPr/>
              <p:nvPr/>
            </p:nvSpPr>
            <p:spPr>
              <a:xfrm>
                <a:off x="2311" y="3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3" name="Rectangle 2200"/>
              <p:cNvSpPr/>
              <p:nvPr/>
            </p:nvSpPr>
            <p:spPr>
              <a:xfrm>
                <a:off x="2316" y="353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4" name="Rectangle 2201"/>
              <p:cNvSpPr/>
              <p:nvPr/>
            </p:nvSpPr>
            <p:spPr>
              <a:xfrm>
                <a:off x="2327" y="35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5" name="Rectangle 2202"/>
              <p:cNvSpPr/>
              <p:nvPr/>
            </p:nvSpPr>
            <p:spPr>
              <a:xfrm>
                <a:off x="2332" y="35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6" name="Rectangle 2203"/>
              <p:cNvSpPr/>
              <p:nvPr/>
            </p:nvSpPr>
            <p:spPr>
              <a:xfrm>
                <a:off x="2337" y="35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7" name="Rectangle 2204"/>
              <p:cNvSpPr/>
              <p:nvPr/>
            </p:nvSpPr>
            <p:spPr>
              <a:xfrm>
                <a:off x="2342" y="35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8" name="Rectangle 2205"/>
              <p:cNvSpPr/>
              <p:nvPr/>
            </p:nvSpPr>
            <p:spPr>
              <a:xfrm>
                <a:off x="2352" y="3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79" name="Rectangle 2206"/>
              <p:cNvSpPr/>
              <p:nvPr/>
            </p:nvSpPr>
            <p:spPr>
              <a:xfrm>
                <a:off x="2357" y="3499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0" name="Rectangle 2207"/>
              <p:cNvSpPr/>
              <p:nvPr/>
            </p:nvSpPr>
            <p:spPr>
              <a:xfrm>
                <a:off x="2363" y="34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1" name="Rectangle 2208"/>
              <p:cNvSpPr/>
              <p:nvPr/>
            </p:nvSpPr>
            <p:spPr>
              <a:xfrm>
                <a:off x="2368" y="34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2" name="Rectangle 2209"/>
              <p:cNvSpPr/>
              <p:nvPr/>
            </p:nvSpPr>
            <p:spPr>
              <a:xfrm>
                <a:off x="2378" y="348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3" name="Rectangle 2210"/>
              <p:cNvSpPr/>
              <p:nvPr/>
            </p:nvSpPr>
            <p:spPr>
              <a:xfrm>
                <a:off x="2383" y="34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4" name="Rectangle 2211"/>
              <p:cNvSpPr/>
              <p:nvPr/>
            </p:nvSpPr>
            <p:spPr>
              <a:xfrm>
                <a:off x="2388" y="347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5" name="Rectangle 2212"/>
              <p:cNvSpPr/>
              <p:nvPr/>
            </p:nvSpPr>
            <p:spPr>
              <a:xfrm>
                <a:off x="2394" y="34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6" name="Rectangle 2213"/>
              <p:cNvSpPr/>
              <p:nvPr/>
            </p:nvSpPr>
            <p:spPr>
              <a:xfrm>
                <a:off x="2404" y="346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7" name="Rectangle 2214"/>
              <p:cNvSpPr/>
              <p:nvPr/>
            </p:nvSpPr>
            <p:spPr>
              <a:xfrm>
                <a:off x="2409" y="34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8" name="Rectangle 2215"/>
              <p:cNvSpPr/>
              <p:nvPr/>
            </p:nvSpPr>
            <p:spPr>
              <a:xfrm>
                <a:off x="2414" y="34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789" name="Rectangle 2216"/>
              <p:cNvSpPr/>
              <p:nvPr/>
            </p:nvSpPr>
            <p:spPr>
              <a:xfrm>
                <a:off x="2419" y="344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89" name="Group 2217"/>
            <p:cNvGrpSpPr/>
            <p:nvPr/>
          </p:nvGrpSpPr>
          <p:grpSpPr>
            <a:xfrm>
              <a:off x="1914" y="2742"/>
              <a:ext cx="1402" cy="1041"/>
              <a:chOff x="1914" y="2742"/>
              <a:chExt cx="1402" cy="1041"/>
            </a:xfrm>
          </p:grpSpPr>
          <p:sp>
            <p:nvSpPr>
              <p:cNvPr id="31390" name="Rectangle 2218"/>
              <p:cNvSpPr/>
              <p:nvPr/>
            </p:nvSpPr>
            <p:spPr>
              <a:xfrm>
                <a:off x="2430" y="34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91" name="Rectangle 2219"/>
              <p:cNvSpPr/>
              <p:nvPr/>
            </p:nvSpPr>
            <p:spPr>
              <a:xfrm>
                <a:off x="2435" y="3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92" name="Rectangle 2220"/>
              <p:cNvSpPr/>
              <p:nvPr/>
            </p:nvSpPr>
            <p:spPr>
              <a:xfrm>
                <a:off x="2440" y="34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93" name="Rectangle 2221"/>
              <p:cNvSpPr/>
              <p:nvPr/>
            </p:nvSpPr>
            <p:spPr>
              <a:xfrm>
                <a:off x="2445" y="342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94" name="Rectangle 2222"/>
              <p:cNvSpPr/>
              <p:nvPr/>
            </p:nvSpPr>
            <p:spPr>
              <a:xfrm>
                <a:off x="2455" y="342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95" name="Rectangle 2223"/>
              <p:cNvSpPr/>
              <p:nvPr/>
            </p:nvSpPr>
            <p:spPr>
              <a:xfrm>
                <a:off x="2461" y="341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96" name="Rectangle 2224"/>
              <p:cNvSpPr/>
              <p:nvPr/>
            </p:nvSpPr>
            <p:spPr>
              <a:xfrm>
                <a:off x="2466" y="34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97" name="Rectangle 2225"/>
              <p:cNvSpPr/>
              <p:nvPr/>
            </p:nvSpPr>
            <p:spPr>
              <a:xfrm>
                <a:off x="2471" y="34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98" name="Rectangle 2226"/>
              <p:cNvSpPr/>
              <p:nvPr/>
            </p:nvSpPr>
            <p:spPr>
              <a:xfrm>
                <a:off x="2481" y="3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99" name="Rectangle 2227"/>
              <p:cNvSpPr/>
              <p:nvPr/>
            </p:nvSpPr>
            <p:spPr>
              <a:xfrm>
                <a:off x="2486" y="339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0" name="Rectangle 2228"/>
              <p:cNvSpPr/>
              <p:nvPr/>
            </p:nvSpPr>
            <p:spPr>
              <a:xfrm>
                <a:off x="2492" y="33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1" name="Rectangle 2229"/>
              <p:cNvSpPr/>
              <p:nvPr/>
            </p:nvSpPr>
            <p:spPr>
              <a:xfrm>
                <a:off x="2502" y="33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2" name="Rectangle 2230"/>
              <p:cNvSpPr/>
              <p:nvPr/>
            </p:nvSpPr>
            <p:spPr>
              <a:xfrm>
                <a:off x="2507" y="33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3" name="Rectangle 2231"/>
              <p:cNvSpPr/>
              <p:nvPr/>
            </p:nvSpPr>
            <p:spPr>
              <a:xfrm>
                <a:off x="2512" y="33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4" name="Rectangle 2232"/>
              <p:cNvSpPr/>
              <p:nvPr/>
            </p:nvSpPr>
            <p:spPr>
              <a:xfrm>
                <a:off x="2517" y="337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5" name="Rectangle 2233"/>
              <p:cNvSpPr/>
              <p:nvPr/>
            </p:nvSpPr>
            <p:spPr>
              <a:xfrm>
                <a:off x="2528" y="3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6" name="Rectangle 2234"/>
              <p:cNvSpPr/>
              <p:nvPr/>
            </p:nvSpPr>
            <p:spPr>
              <a:xfrm>
                <a:off x="2533" y="336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7" name="Rectangle 2235"/>
              <p:cNvSpPr/>
              <p:nvPr/>
            </p:nvSpPr>
            <p:spPr>
              <a:xfrm>
                <a:off x="2538" y="33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8" name="Rectangle 2236"/>
              <p:cNvSpPr/>
              <p:nvPr/>
            </p:nvSpPr>
            <p:spPr>
              <a:xfrm>
                <a:off x="2543" y="33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09" name="Rectangle 2237"/>
              <p:cNvSpPr/>
              <p:nvPr/>
            </p:nvSpPr>
            <p:spPr>
              <a:xfrm>
                <a:off x="2553" y="334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0" name="Rectangle 2238"/>
              <p:cNvSpPr/>
              <p:nvPr/>
            </p:nvSpPr>
            <p:spPr>
              <a:xfrm>
                <a:off x="2559" y="33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1" name="Rectangle 2239"/>
              <p:cNvSpPr/>
              <p:nvPr/>
            </p:nvSpPr>
            <p:spPr>
              <a:xfrm>
                <a:off x="2564" y="33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2" name="Rectangle 2240"/>
              <p:cNvSpPr/>
              <p:nvPr/>
            </p:nvSpPr>
            <p:spPr>
              <a:xfrm>
                <a:off x="2569" y="332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3" name="Rectangle 2241"/>
              <p:cNvSpPr/>
              <p:nvPr/>
            </p:nvSpPr>
            <p:spPr>
              <a:xfrm>
                <a:off x="2579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4" name="Rectangle 2242"/>
              <p:cNvSpPr/>
              <p:nvPr/>
            </p:nvSpPr>
            <p:spPr>
              <a:xfrm>
                <a:off x="2584" y="33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5" name="Rectangle 2243"/>
              <p:cNvSpPr/>
              <p:nvPr/>
            </p:nvSpPr>
            <p:spPr>
              <a:xfrm>
                <a:off x="2589" y="331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6" name="Rectangle 2244"/>
              <p:cNvSpPr/>
              <p:nvPr/>
            </p:nvSpPr>
            <p:spPr>
              <a:xfrm>
                <a:off x="2595" y="33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7" name="Rectangle 2245"/>
              <p:cNvSpPr/>
              <p:nvPr/>
            </p:nvSpPr>
            <p:spPr>
              <a:xfrm>
                <a:off x="2605" y="33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8" name="Rectangle 2246"/>
              <p:cNvSpPr/>
              <p:nvPr/>
            </p:nvSpPr>
            <p:spPr>
              <a:xfrm>
                <a:off x="2610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19" name="Rectangle 2247"/>
              <p:cNvSpPr/>
              <p:nvPr/>
            </p:nvSpPr>
            <p:spPr>
              <a:xfrm>
                <a:off x="2615" y="329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0" name="Rectangle 2248"/>
              <p:cNvSpPr/>
              <p:nvPr/>
            </p:nvSpPr>
            <p:spPr>
              <a:xfrm>
                <a:off x="2620" y="328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1" name="Rectangle 2249"/>
              <p:cNvSpPr/>
              <p:nvPr/>
            </p:nvSpPr>
            <p:spPr>
              <a:xfrm>
                <a:off x="2631" y="32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2" name="Rectangle 2250"/>
              <p:cNvSpPr/>
              <p:nvPr/>
            </p:nvSpPr>
            <p:spPr>
              <a:xfrm>
                <a:off x="2636" y="32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3" name="Rectangle 2251"/>
              <p:cNvSpPr/>
              <p:nvPr/>
            </p:nvSpPr>
            <p:spPr>
              <a:xfrm>
                <a:off x="2641" y="32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4" name="Rectangle 2252"/>
              <p:cNvSpPr/>
              <p:nvPr/>
            </p:nvSpPr>
            <p:spPr>
              <a:xfrm>
                <a:off x="2646" y="326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5" name="Rectangle 2253"/>
              <p:cNvSpPr/>
              <p:nvPr/>
            </p:nvSpPr>
            <p:spPr>
              <a:xfrm>
                <a:off x="2657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6" name="Rectangle 2254"/>
              <p:cNvSpPr/>
              <p:nvPr/>
            </p:nvSpPr>
            <p:spPr>
              <a:xfrm>
                <a:off x="2662" y="325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7" name="Rectangle 2255"/>
              <p:cNvSpPr/>
              <p:nvPr/>
            </p:nvSpPr>
            <p:spPr>
              <a:xfrm>
                <a:off x="2667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8" name="Rectangle 2256"/>
              <p:cNvSpPr/>
              <p:nvPr/>
            </p:nvSpPr>
            <p:spPr>
              <a:xfrm>
                <a:off x="2677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29" name="Rectangle 2257"/>
              <p:cNvSpPr/>
              <p:nvPr/>
            </p:nvSpPr>
            <p:spPr>
              <a:xfrm>
                <a:off x="2682" y="32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0" name="Rectangle 2258"/>
              <p:cNvSpPr/>
              <p:nvPr/>
            </p:nvSpPr>
            <p:spPr>
              <a:xfrm>
                <a:off x="2687" y="323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1" name="Rectangle 2259"/>
              <p:cNvSpPr/>
              <p:nvPr/>
            </p:nvSpPr>
            <p:spPr>
              <a:xfrm>
                <a:off x="2693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2" name="Rectangle 2260"/>
              <p:cNvSpPr/>
              <p:nvPr/>
            </p:nvSpPr>
            <p:spPr>
              <a:xfrm>
                <a:off x="2703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3" name="Rectangle 2261"/>
              <p:cNvSpPr/>
              <p:nvPr/>
            </p:nvSpPr>
            <p:spPr>
              <a:xfrm>
                <a:off x="2708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4" name="Rectangle 2262"/>
              <p:cNvSpPr/>
              <p:nvPr/>
            </p:nvSpPr>
            <p:spPr>
              <a:xfrm>
                <a:off x="2713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5" name="Rectangle 2263"/>
              <p:cNvSpPr/>
              <p:nvPr/>
            </p:nvSpPr>
            <p:spPr>
              <a:xfrm>
                <a:off x="2718" y="321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6" name="Rectangle 2264"/>
              <p:cNvSpPr/>
              <p:nvPr/>
            </p:nvSpPr>
            <p:spPr>
              <a:xfrm>
                <a:off x="2729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7" name="Rectangle 2265"/>
              <p:cNvSpPr/>
              <p:nvPr/>
            </p:nvSpPr>
            <p:spPr>
              <a:xfrm>
                <a:off x="2734" y="3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8" name="Rectangle 2266"/>
              <p:cNvSpPr/>
              <p:nvPr/>
            </p:nvSpPr>
            <p:spPr>
              <a:xfrm>
                <a:off x="2739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39" name="Rectangle 2267"/>
              <p:cNvSpPr/>
              <p:nvPr/>
            </p:nvSpPr>
            <p:spPr>
              <a:xfrm>
                <a:off x="2744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0" name="Rectangle 2268"/>
              <p:cNvSpPr/>
              <p:nvPr/>
            </p:nvSpPr>
            <p:spPr>
              <a:xfrm>
                <a:off x="2754" y="318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1" name="Rectangle 2269"/>
              <p:cNvSpPr/>
              <p:nvPr/>
            </p:nvSpPr>
            <p:spPr>
              <a:xfrm>
                <a:off x="2760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2" name="Rectangle 2270"/>
              <p:cNvSpPr/>
              <p:nvPr/>
            </p:nvSpPr>
            <p:spPr>
              <a:xfrm>
                <a:off x="2765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3" name="Rectangle 2271"/>
              <p:cNvSpPr/>
              <p:nvPr/>
            </p:nvSpPr>
            <p:spPr>
              <a:xfrm>
                <a:off x="2770" y="31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4" name="Rectangle 2272"/>
              <p:cNvSpPr/>
              <p:nvPr/>
            </p:nvSpPr>
            <p:spPr>
              <a:xfrm>
                <a:off x="2780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5" name="Rectangle 2273"/>
              <p:cNvSpPr/>
              <p:nvPr/>
            </p:nvSpPr>
            <p:spPr>
              <a:xfrm>
                <a:off x="2785" y="316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6" name="Rectangle 2274"/>
              <p:cNvSpPr/>
              <p:nvPr/>
            </p:nvSpPr>
            <p:spPr>
              <a:xfrm>
                <a:off x="2791" y="315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7" name="Rectangle 2275"/>
              <p:cNvSpPr/>
              <p:nvPr/>
            </p:nvSpPr>
            <p:spPr>
              <a:xfrm>
                <a:off x="2796" y="31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8" name="Rectangle 2276"/>
              <p:cNvSpPr/>
              <p:nvPr/>
            </p:nvSpPr>
            <p:spPr>
              <a:xfrm>
                <a:off x="2806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49" name="Rectangle 2277"/>
              <p:cNvSpPr/>
              <p:nvPr/>
            </p:nvSpPr>
            <p:spPr>
              <a:xfrm>
                <a:off x="2811" y="31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0" name="Rectangle 2278"/>
              <p:cNvSpPr/>
              <p:nvPr/>
            </p:nvSpPr>
            <p:spPr>
              <a:xfrm>
                <a:off x="2816" y="31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1" name="Rectangle 2279"/>
              <p:cNvSpPr/>
              <p:nvPr/>
            </p:nvSpPr>
            <p:spPr>
              <a:xfrm>
                <a:off x="2821" y="312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2" name="Rectangle 2280"/>
              <p:cNvSpPr/>
              <p:nvPr/>
            </p:nvSpPr>
            <p:spPr>
              <a:xfrm>
                <a:off x="2832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3" name="Rectangle 2281"/>
              <p:cNvSpPr/>
              <p:nvPr/>
            </p:nvSpPr>
            <p:spPr>
              <a:xfrm>
                <a:off x="2837" y="31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4" name="Rectangle 2282"/>
              <p:cNvSpPr/>
              <p:nvPr/>
            </p:nvSpPr>
            <p:spPr>
              <a:xfrm>
                <a:off x="2842" y="31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5" name="Rectangle 2283"/>
              <p:cNvSpPr/>
              <p:nvPr/>
            </p:nvSpPr>
            <p:spPr>
              <a:xfrm>
                <a:off x="2852" y="310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6" name="Rectangle 2284"/>
              <p:cNvSpPr/>
              <p:nvPr/>
            </p:nvSpPr>
            <p:spPr>
              <a:xfrm>
                <a:off x="2858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7" name="Rectangle 2285"/>
              <p:cNvSpPr/>
              <p:nvPr/>
            </p:nvSpPr>
            <p:spPr>
              <a:xfrm>
                <a:off x="2863" y="30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8" name="Rectangle 2286"/>
              <p:cNvSpPr/>
              <p:nvPr/>
            </p:nvSpPr>
            <p:spPr>
              <a:xfrm>
                <a:off x="2868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59" name="Rectangle 2287"/>
              <p:cNvSpPr/>
              <p:nvPr/>
            </p:nvSpPr>
            <p:spPr>
              <a:xfrm>
                <a:off x="2878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0" name="Rectangle 2288"/>
              <p:cNvSpPr/>
              <p:nvPr/>
            </p:nvSpPr>
            <p:spPr>
              <a:xfrm>
                <a:off x="2883" y="308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1" name="Rectangle 2289"/>
              <p:cNvSpPr/>
              <p:nvPr/>
            </p:nvSpPr>
            <p:spPr>
              <a:xfrm>
                <a:off x="2889" y="30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2" name="Rectangle 2290"/>
              <p:cNvSpPr/>
              <p:nvPr/>
            </p:nvSpPr>
            <p:spPr>
              <a:xfrm>
                <a:off x="2894" y="30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3" name="Rectangle 2291"/>
              <p:cNvSpPr/>
              <p:nvPr/>
            </p:nvSpPr>
            <p:spPr>
              <a:xfrm>
                <a:off x="2904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4" name="Rectangle 2292"/>
              <p:cNvSpPr/>
              <p:nvPr/>
            </p:nvSpPr>
            <p:spPr>
              <a:xfrm>
                <a:off x="2909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5" name="Rectangle 2293"/>
              <p:cNvSpPr/>
              <p:nvPr/>
            </p:nvSpPr>
            <p:spPr>
              <a:xfrm>
                <a:off x="2914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6" name="Rectangle 2294"/>
              <p:cNvSpPr/>
              <p:nvPr/>
            </p:nvSpPr>
            <p:spPr>
              <a:xfrm>
                <a:off x="2919" y="305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7" name="Rectangle 2295"/>
              <p:cNvSpPr/>
              <p:nvPr/>
            </p:nvSpPr>
            <p:spPr>
              <a:xfrm>
                <a:off x="2930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8" name="Rectangle 2296"/>
              <p:cNvSpPr/>
              <p:nvPr/>
            </p:nvSpPr>
            <p:spPr>
              <a:xfrm>
                <a:off x="2935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69" name="Rectangle 2297"/>
              <p:cNvSpPr/>
              <p:nvPr/>
            </p:nvSpPr>
            <p:spPr>
              <a:xfrm>
                <a:off x="2940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0" name="Rectangle 2298"/>
              <p:cNvSpPr/>
              <p:nvPr/>
            </p:nvSpPr>
            <p:spPr>
              <a:xfrm>
                <a:off x="2945" y="303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1" name="Rectangle 2299"/>
              <p:cNvSpPr/>
              <p:nvPr/>
            </p:nvSpPr>
            <p:spPr>
              <a:xfrm>
                <a:off x="2956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2" name="Rectangle 2300"/>
              <p:cNvSpPr/>
              <p:nvPr/>
            </p:nvSpPr>
            <p:spPr>
              <a:xfrm>
                <a:off x="2961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3" name="Rectangle 2301"/>
              <p:cNvSpPr/>
              <p:nvPr/>
            </p:nvSpPr>
            <p:spPr>
              <a:xfrm>
                <a:off x="2966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4" name="Rectangle 2302"/>
              <p:cNvSpPr/>
              <p:nvPr/>
            </p:nvSpPr>
            <p:spPr>
              <a:xfrm>
                <a:off x="2971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5" name="Rectangle 2303"/>
              <p:cNvSpPr/>
              <p:nvPr/>
            </p:nvSpPr>
            <p:spPr>
              <a:xfrm>
                <a:off x="2981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6" name="Rectangle 2304"/>
              <p:cNvSpPr/>
              <p:nvPr/>
            </p:nvSpPr>
            <p:spPr>
              <a:xfrm>
                <a:off x="2986" y="300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7" name="Rectangle 2305"/>
              <p:cNvSpPr/>
              <p:nvPr/>
            </p:nvSpPr>
            <p:spPr>
              <a:xfrm>
                <a:off x="2992" y="29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8" name="Rectangle 2306"/>
              <p:cNvSpPr/>
              <p:nvPr/>
            </p:nvSpPr>
            <p:spPr>
              <a:xfrm>
                <a:off x="2997" y="29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79" name="Rectangle 2307"/>
              <p:cNvSpPr/>
              <p:nvPr/>
            </p:nvSpPr>
            <p:spPr>
              <a:xfrm>
                <a:off x="3007" y="298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0" name="Rectangle 2308"/>
              <p:cNvSpPr/>
              <p:nvPr/>
            </p:nvSpPr>
            <p:spPr>
              <a:xfrm>
                <a:off x="3012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1" name="Rectangle 2309"/>
              <p:cNvSpPr/>
              <p:nvPr/>
            </p:nvSpPr>
            <p:spPr>
              <a:xfrm>
                <a:off x="3017" y="297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2" name="Rectangle 2310"/>
              <p:cNvSpPr/>
              <p:nvPr/>
            </p:nvSpPr>
            <p:spPr>
              <a:xfrm>
                <a:off x="3023" y="29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3" name="Rectangle 2311"/>
              <p:cNvSpPr/>
              <p:nvPr/>
            </p:nvSpPr>
            <p:spPr>
              <a:xfrm>
                <a:off x="3033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4" name="Rectangle 2312"/>
              <p:cNvSpPr/>
              <p:nvPr/>
            </p:nvSpPr>
            <p:spPr>
              <a:xfrm>
                <a:off x="3038" y="29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5" name="Rectangle 2313"/>
              <p:cNvSpPr/>
              <p:nvPr/>
            </p:nvSpPr>
            <p:spPr>
              <a:xfrm>
                <a:off x="3043" y="295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6" name="Rectangle 2314"/>
              <p:cNvSpPr/>
              <p:nvPr/>
            </p:nvSpPr>
            <p:spPr>
              <a:xfrm>
                <a:off x="3053" y="294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7" name="Rectangle 2315"/>
              <p:cNvSpPr/>
              <p:nvPr/>
            </p:nvSpPr>
            <p:spPr>
              <a:xfrm>
                <a:off x="3059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8" name="Rectangle 2316"/>
              <p:cNvSpPr/>
              <p:nvPr/>
            </p:nvSpPr>
            <p:spPr>
              <a:xfrm>
                <a:off x="3064" y="29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89" name="Rectangle 2317"/>
              <p:cNvSpPr/>
              <p:nvPr/>
            </p:nvSpPr>
            <p:spPr>
              <a:xfrm>
                <a:off x="3069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0" name="Rectangle 2318"/>
              <p:cNvSpPr/>
              <p:nvPr/>
            </p:nvSpPr>
            <p:spPr>
              <a:xfrm>
                <a:off x="3079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1" name="Rectangle 2319"/>
              <p:cNvSpPr/>
              <p:nvPr/>
            </p:nvSpPr>
            <p:spPr>
              <a:xfrm>
                <a:off x="3084" y="292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2" name="Rectangle 2320"/>
              <p:cNvSpPr/>
              <p:nvPr/>
            </p:nvSpPr>
            <p:spPr>
              <a:xfrm>
                <a:off x="3090" y="291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3" name="Rectangle 2321"/>
              <p:cNvSpPr/>
              <p:nvPr/>
            </p:nvSpPr>
            <p:spPr>
              <a:xfrm>
                <a:off x="3095" y="29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4" name="Rectangle 2322"/>
              <p:cNvSpPr/>
              <p:nvPr/>
            </p:nvSpPr>
            <p:spPr>
              <a:xfrm>
                <a:off x="3105" y="29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5" name="Rectangle 2323"/>
              <p:cNvSpPr/>
              <p:nvPr/>
            </p:nvSpPr>
            <p:spPr>
              <a:xfrm>
                <a:off x="3110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6" name="Rectangle 2324"/>
              <p:cNvSpPr/>
              <p:nvPr/>
            </p:nvSpPr>
            <p:spPr>
              <a:xfrm>
                <a:off x="3115" y="289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7" name="Rectangle 2325"/>
              <p:cNvSpPr/>
              <p:nvPr/>
            </p:nvSpPr>
            <p:spPr>
              <a:xfrm>
                <a:off x="3121" y="28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8" name="Rectangle 2326"/>
              <p:cNvSpPr/>
              <p:nvPr/>
            </p:nvSpPr>
            <p:spPr>
              <a:xfrm>
                <a:off x="3131" y="288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499" name="Rectangle 2327"/>
              <p:cNvSpPr/>
              <p:nvPr/>
            </p:nvSpPr>
            <p:spPr>
              <a:xfrm>
                <a:off x="3136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0" name="Rectangle 2328"/>
              <p:cNvSpPr/>
              <p:nvPr/>
            </p:nvSpPr>
            <p:spPr>
              <a:xfrm>
                <a:off x="3141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1" name="Rectangle 2329"/>
              <p:cNvSpPr/>
              <p:nvPr/>
            </p:nvSpPr>
            <p:spPr>
              <a:xfrm>
                <a:off x="3146" y="287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2" name="Rectangle 2330"/>
              <p:cNvSpPr/>
              <p:nvPr/>
            </p:nvSpPr>
            <p:spPr>
              <a:xfrm>
                <a:off x="3157" y="28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3" name="Rectangle 2331"/>
              <p:cNvSpPr/>
              <p:nvPr/>
            </p:nvSpPr>
            <p:spPr>
              <a:xfrm>
                <a:off x="3162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4" name="Rectangle 2332"/>
              <p:cNvSpPr/>
              <p:nvPr/>
            </p:nvSpPr>
            <p:spPr>
              <a:xfrm>
                <a:off x="3167" y="28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5" name="Rectangle 2333"/>
              <p:cNvSpPr/>
              <p:nvPr/>
            </p:nvSpPr>
            <p:spPr>
              <a:xfrm>
                <a:off x="3172" y="285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6" name="Rectangle 2334"/>
              <p:cNvSpPr/>
              <p:nvPr/>
            </p:nvSpPr>
            <p:spPr>
              <a:xfrm>
                <a:off x="3182" y="284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7" name="Rectangle 2335"/>
              <p:cNvSpPr/>
              <p:nvPr/>
            </p:nvSpPr>
            <p:spPr>
              <a:xfrm>
                <a:off x="3188" y="28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8" name="Rectangle 2336"/>
              <p:cNvSpPr/>
              <p:nvPr/>
            </p:nvSpPr>
            <p:spPr>
              <a:xfrm>
                <a:off x="3193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09" name="Rectangle 2337"/>
              <p:cNvSpPr/>
              <p:nvPr/>
            </p:nvSpPr>
            <p:spPr>
              <a:xfrm>
                <a:off x="3198" y="283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0" name="Rectangle 2338"/>
              <p:cNvSpPr/>
              <p:nvPr/>
            </p:nvSpPr>
            <p:spPr>
              <a:xfrm>
                <a:off x="3208" y="28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1" name="Rectangle 2339"/>
              <p:cNvSpPr/>
              <p:nvPr/>
            </p:nvSpPr>
            <p:spPr>
              <a:xfrm>
                <a:off x="3213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2" name="Rectangle 2340"/>
              <p:cNvSpPr/>
              <p:nvPr/>
            </p:nvSpPr>
            <p:spPr>
              <a:xfrm>
                <a:off x="3218" y="281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3" name="Rectangle 2341"/>
              <p:cNvSpPr/>
              <p:nvPr/>
            </p:nvSpPr>
            <p:spPr>
              <a:xfrm>
                <a:off x="3229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4" name="Rectangle 2342"/>
              <p:cNvSpPr/>
              <p:nvPr/>
            </p:nvSpPr>
            <p:spPr>
              <a:xfrm>
                <a:off x="3234" y="28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5" name="Rectangle 2343"/>
              <p:cNvSpPr/>
              <p:nvPr/>
            </p:nvSpPr>
            <p:spPr>
              <a:xfrm>
                <a:off x="3239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6" name="Rectangle 2344"/>
              <p:cNvSpPr/>
              <p:nvPr/>
            </p:nvSpPr>
            <p:spPr>
              <a:xfrm>
                <a:off x="3244" y="279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7" name="Rectangle 2345"/>
              <p:cNvSpPr/>
              <p:nvPr/>
            </p:nvSpPr>
            <p:spPr>
              <a:xfrm>
                <a:off x="3255" y="27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8" name="Rectangle 2346"/>
              <p:cNvSpPr/>
              <p:nvPr/>
            </p:nvSpPr>
            <p:spPr>
              <a:xfrm>
                <a:off x="3260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19" name="Rectangle 2347"/>
              <p:cNvSpPr/>
              <p:nvPr/>
            </p:nvSpPr>
            <p:spPr>
              <a:xfrm>
                <a:off x="3265" y="2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0" name="Rectangle 2348"/>
              <p:cNvSpPr/>
              <p:nvPr/>
            </p:nvSpPr>
            <p:spPr>
              <a:xfrm>
                <a:off x="3270" y="2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1" name="Rectangle 2349"/>
              <p:cNvSpPr/>
              <p:nvPr/>
            </p:nvSpPr>
            <p:spPr>
              <a:xfrm>
                <a:off x="3280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2" name="Rectangle 2350"/>
              <p:cNvSpPr/>
              <p:nvPr/>
            </p:nvSpPr>
            <p:spPr>
              <a:xfrm>
                <a:off x="3285" y="276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3" name="Rectangle 2351"/>
              <p:cNvSpPr/>
              <p:nvPr/>
            </p:nvSpPr>
            <p:spPr>
              <a:xfrm>
                <a:off x="3291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4" name="Rectangle 2352"/>
              <p:cNvSpPr/>
              <p:nvPr/>
            </p:nvSpPr>
            <p:spPr>
              <a:xfrm>
                <a:off x="3296" y="27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5" name="Rectangle 2353"/>
              <p:cNvSpPr/>
              <p:nvPr/>
            </p:nvSpPr>
            <p:spPr>
              <a:xfrm>
                <a:off x="3306" y="274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6" name="Rectangle 2354"/>
              <p:cNvSpPr/>
              <p:nvPr/>
            </p:nvSpPr>
            <p:spPr>
              <a:xfrm>
                <a:off x="3311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7" name="Rectangle 2355"/>
              <p:cNvSpPr/>
              <p:nvPr/>
            </p:nvSpPr>
            <p:spPr>
              <a:xfrm>
                <a:off x="1914" y="37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8" name="Rectangle 2356"/>
              <p:cNvSpPr/>
              <p:nvPr/>
            </p:nvSpPr>
            <p:spPr>
              <a:xfrm>
                <a:off x="1919" y="373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29" name="Rectangle 2357"/>
              <p:cNvSpPr/>
              <p:nvPr/>
            </p:nvSpPr>
            <p:spPr>
              <a:xfrm>
                <a:off x="1930" y="373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0" name="Rectangle 2358"/>
              <p:cNvSpPr/>
              <p:nvPr/>
            </p:nvSpPr>
            <p:spPr>
              <a:xfrm>
                <a:off x="1940" y="3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1" name="Rectangle 2359"/>
              <p:cNvSpPr/>
              <p:nvPr/>
            </p:nvSpPr>
            <p:spPr>
              <a:xfrm>
                <a:off x="1950" y="374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2" name="Rectangle 2360"/>
              <p:cNvSpPr/>
              <p:nvPr/>
            </p:nvSpPr>
            <p:spPr>
              <a:xfrm>
                <a:off x="1961" y="37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3" name="Rectangle 2361"/>
              <p:cNvSpPr/>
              <p:nvPr/>
            </p:nvSpPr>
            <p:spPr>
              <a:xfrm>
                <a:off x="1966" y="375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4" name="Rectangle 2362"/>
              <p:cNvSpPr/>
              <p:nvPr/>
            </p:nvSpPr>
            <p:spPr>
              <a:xfrm>
                <a:off x="1976" y="37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5" name="Rectangle 2363"/>
              <p:cNvSpPr/>
              <p:nvPr/>
            </p:nvSpPr>
            <p:spPr>
              <a:xfrm>
                <a:off x="1986" y="376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6" name="Rectangle 2364"/>
              <p:cNvSpPr/>
              <p:nvPr/>
            </p:nvSpPr>
            <p:spPr>
              <a:xfrm>
                <a:off x="1997" y="3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7" name="Rectangle 2365"/>
              <p:cNvSpPr/>
              <p:nvPr/>
            </p:nvSpPr>
            <p:spPr>
              <a:xfrm>
                <a:off x="2007" y="3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8" name="Rectangle 2366"/>
              <p:cNvSpPr/>
              <p:nvPr/>
            </p:nvSpPr>
            <p:spPr>
              <a:xfrm>
                <a:off x="1914" y="37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39" name="Rectangle 2367"/>
              <p:cNvSpPr/>
              <p:nvPr/>
            </p:nvSpPr>
            <p:spPr>
              <a:xfrm>
                <a:off x="1919" y="37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0" name="Rectangle 2368"/>
              <p:cNvSpPr/>
              <p:nvPr/>
            </p:nvSpPr>
            <p:spPr>
              <a:xfrm>
                <a:off x="1924" y="371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1" name="Rectangle 2369"/>
              <p:cNvSpPr/>
              <p:nvPr/>
            </p:nvSpPr>
            <p:spPr>
              <a:xfrm>
                <a:off x="1935" y="3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2" name="Rectangle 2370"/>
              <p:cNvSpPr/>
              <p:nvPr/>
            </p:nvSpPr>
            <p:spPr>
              <a:xfrm>
                <a:off x="1940" y="3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3" name="Rectangle 2371"/>
              <p:cNvSpPr/>
              <p:nvPr/>
            </p:nvSpPr>
            <p:spPr>
              <a:xfrm>
                <a:off x="1945" y="370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4" name="Rectangle 2372"/>
              <p:cNvSpPr/>
              <p:nvPr/>
            </p:nvSpPr>
            <p:spPr>
              <a:xfrm>
                <a:off x="1950" y="369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5" name="Rectangle 2373"/>
              <p:cNvSpPr/>
              <p:nvPr/>
            </p:nvSpPr>
            <p:spPr>
              <a:xfrm>
                <a:off x="1961" y="36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6" name="Rectangle 2374"/>
              <p:cNvSpPr/>
              <p:nvPr/>
            </p:nvSpPr>
            <p:spPr>
              <a:xfrm>
                <a:off x="1966" y="36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7" name="Rectangle 2375"/>
              <p:cNvSpPr/>
              <p:nvPr/>
            </p:nvSpPr>
            <p:spPr>
              <a:xfrm>
                <a:off x="1971" y="36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8" name="Rectangle 2376"/>
              <p:cNvSpPr/>
              <p:nvPr/>
            </p:nvSpPr>
            <p:spPr>
              <a:xfrm>
                <a:off x="1981" y="3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49" name="Rectangle 2377"/>
              <p:cNvSpPr/>
              <p:nvPr/>
            </p:nvSpPr>
            <p:spPr>
              <a:xfrm>
                <a:off x="1986" y="366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0" name="Rectangle 2378"/>
              <p:cNvSpPr/>
              <p:nvPr/>
            </p:nvSpPr>
            <p:spPr>
              <a:xfrm>
                <a:off x="1991" y="366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1" name="Rectangle 2379"/>
              <p:cNvSpPr/>
              <p:nvPr/>
            </p:nvSpPr>
            <p:spPr>
              <a:xfrm>
                <a:off x="1997" y="36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2" name="Rectangle 2380"/>
              <p:cNvSpPr/>
              <p:nvPr/>
            </p:nvSpPr>
            <p:spPr>
              <a:xfrm>
                <a:off x="2007" y="365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3" name="Rectangle 2381"/>
              <p:cNvSpPr/>
              <p:nvPr/>
            </p:nvSpPr>
            <p:spPr>
              <a:xfrm>
                <a:off x="2012" y="36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4" name="Rectangle 2382"/>
              <p:cNvSpPr/>
              <p:nvPr/>
            </p:nvSpPr>
            <p:spPr>
              <a:xfrm>
                <a:off x="2017" y="36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5" name="Rectangle 2383"/>
              <p:cNvSpPr/>
              <p:nvPr/>
            </p:nvSpPr>
            <p:spPr>
              <a:xfrm>
                <a:off x="2022" y="363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6" name="Rectangle 2384"/>
              <p:cNvSpPr/>
              <p:nvPr/>
            </p:nvSpPr>
            <p:spPr>
              <a:xfrm>
                <a:off x="2033" y="363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7" name="Rectangle 2385"/>
              <p:cNvSpPr/>
              <p:nvPr/>
            </p:nvSpPr>
            <p:spPr>
              <a:xfrm>
                <a:off x="2038" y="36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8" name="Rectangle 2386"/>
              <p:cNvSpPr/>
              <p:nvPr/>
            </p:nvSpPr>
            <p:spPr>
              <a:xfrm>
                <a:off x="2043" y="36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59" name="Rectangle 2387"/>
              <p:cNvSpPr/>
              <p:nvPr/>
            </p:nvSpPr>
            <p:spPr>
              <a:xfrm>
                <a:off x="2048" y="36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0" name="Rectangle 2388"/>
              <p:cNvSpPr/>
              <p:nvPr/>
            </p:nvSpPr>
            <p:spPr>
              <a:xfrm>
                <a:off x="2058" y="361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1" name="Rectangle 2389"/>
              <p:cNvSpPr/>
              <p:nvPr/>
            </p:nvSpPr>
            <p:spPr>
              <a:xfrm>
                <a:off x="2064" y="3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2" name="Rectangle 2390"/>
              <p:cNvSpPr/>
              <p:nvPr/>
            </p:nvSpPr>
            <p:spPr>
              <a:xfrm>
                <a:off x="2069" y="3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3" name="Rectangle 2391"/>
              <p:cNvSpPr/>
              <p:nvPr/>
            </p:nvSpPr>
            <p:spPr>
              <a:xfrm>
                <a:off x="2074" y="359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4" name="Rectangle 2392"/>
              <p:cNvSpPr/>
              <p:nvPr/>
            </p:nvSpPr>
            <p:spPr>
              <a:xfrm>
                <a:off x="2084" y="35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5" name="Rectangle 2393"/>
              <p:cNvSpPr/>
              <p:nvPr/>
            </p:nvSpPr>
            <p:spPr>
              <a:xfrm>
                <a:off x="2089" y="358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6" name="Rectangle 2394"/>
              <p:cNvSpPr/>
              <p:nvPr/>
            </p:nvSpPr>
            <p:spPr>
              <a:xfrm>
                <a:off x="2095" y="35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7" name="Rectangle 2395"/>
              <p:cNvSpPr/>
              <p:nvPr/>
            </p:nvSpPr>
            <p:spPr>
              <a:xfrm>
                <a:off x="2105" y="35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8" name="Rectangle 2396"/>
              <p:cNvSpPr/>
              <p:nvPr/>
            </p:nvSpPr>
            <p:spPr>
              <a:xfrm>
                <a:off x="2110" y="3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69" name="Rectangle 2397"/>
              <p:cNvSpPr/>
              <p:nvPr/>
            </p:nvSpPr>
            <p:spPr>
              <a:xfrm>
                <a:off x="2115" y="356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0" name="Rectangle 2398"/>
              <p:cNvSpPr/>
              <p:nvPr/>
            </p:nvSpPr>
            <p:spPr>
              <a:xfrm>
                <a:off x="2120" y="356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1" name="Rectangle 2399"/>
              <p:cNvSpPr/>
              <p:nvPr/>
            </p:nvSpPr>
            <p:spPr>
              <a:xfrm>
                <a:off x="2131" y="35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2" name="Rectangle 2400"/>
              <p:cNvSpPr/>
              <p:nvPr/>
            </p:nvSpPr>
            <p:spPr>
              <a:xfrm>
                <a:off x="2136" y="35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3" name="Rectangle 2401"/>
              <p:cNvSpPr/>
              <p:nvPr/>
            </p:nvSpPr>
            <p:spPr>
              <a:xfrm>
                <a:off x="2141" y="35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4" name="Rectangle 2402"/>
              <p:cNvSpPr/>
              <p:nvPr/>
            </p:nvSpPr>
            <p:spPr>
              <a:xfrm>
                <a:off x="2146" y="3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5" name="Rectangle 2403"/>
              <p:cNvSpPr/>
              <p:nvPr/>
            </p:nvSpPr>
            <p:spPr>
              <a:xfrm>
                <a:off x="2156" y="353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6" name="Rectangle 2404"/>
              <p:cNvSpPr/>
              <p:nvPr/>
            </p:nvSpPr>
            <p:spPr>
              <a:xfrm>
                <a:off x="2162" y="353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7" name="Rectangle 2405"/>
              <p:cNvSpPr/>
              <p:nvPr/>
            </p:nvSpPr>
            <p:spPr>
              <a:xfrm>
                <a:off x="2167" y="352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8" name="Rectangle 2406"/>
              <p:cNvSpPr/>
              <p:nvPr/>
            </p:nvSpPr>
            <p:spPr>
              <a:xfrm>
                <a:off x="2172" y="35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79" name="Rectangle 2407"/>
              <p:cNvSpPr/>
              <p:nvPr/>
            </p:nvSpPr>
            <p:spPr>
              <a:xfrm>
                <a:off x="2182" y="35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0" name="Rectangle 2408"/>
              <p:cNvSpPr/>
              <p:nvPr/>
            </p:nvSpPr>
            <p:spPr>
              <a:xfrm>
                <a:off x="2187" y="351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1" name="Rectangle 2409"/>
              <p:cNvSpPr/>
              <p:nvPr/>
            </p:nvSpPr>
            <p:spPr>
              <a:xfrm>
                <a:off x="2193" y="35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2" name="Rectangle 2410"/>
              <p:cNvSpPr/>
              <p:nvPr/>
            </p:nvSpPr>
            <p:spPr>
              <a:xfrm>
                <a:off x="2203" y="349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3" name="Rectangle 2411"/>
              <p:cNvSpPr/>
              <p:nvPr/>
            </p:nvSpPr>
            <p:spPr>
              <a:xfrm>
                <a:off x="2208" y="34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4" name="Rectangle 2412"/>
              <p:cNvSpPr/>
              <p:nvPr/>
            </p:nvSpPr>
            <p:spPr>
              <a:xfrm>
                <a:off x="2213" y="34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5" name="Rectangle 2413"/>
              <p:cNvSpPr/>
              <p:nvPr/>
            </p:nvSpPr>
            <p:spPr>
              <a:xfrm>
                <a:off x="2218" y="348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6" name="Rectangle 2414"/>
              <p:cNvSpPr/>
              <p:nvPr/>
            </p:nvSpPr>
            <p:spPr>
              <a:xfrm>
                <a:off x="2229" y="34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7" name="Rectangle 2415"/>
              <p:cNvSpPr/>
              <p:nvPr/>
            </p:nvSpPr>
            <p:spPr>
              <a:xfrm>
                <a:off x="2234" y="34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8" name="Rectangle 2416"/>
              <p:cNvSpPr/>
              <p:nvPr/>
            </p:nvSpPr>
            <p:spPr>
              <a:xfrm>
                <a:off x="2239" y="3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589" name="Rectangle 2417"/>
              <p:cNvSpPr/>
              <p:nvPr/>
            </p:nvSpPr>
            <p:spPr>
              <a:xfrm>
                <a:off x="2244" y="346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0" name="Group 2418"/>
            <p:cNvGrpSpPr/>
            <p:nvPr/>
          </p:nvGrpSpPr>
          <p:grpSpPr>
            <a:xfrm>
              <a:off x="2105" y="2696"/>
              <a:ext cx="1119" cy="1138"/>
              <a:chOff x="2105" y="2696"/>
              <a:chExt cx="1119" cy="1138"/>
            </a:xfrm>
          </p:grpSpPr>
          <p:sp>
            <p:nvSpPr>
              <p:cNvPr id="31190" name="Rectangle 2419"/>
              <p:cNvSpPr/>
              <p:nvPr/>
            </p:nvSpPr>
            <p:spPr>
              <a:xfrm>
                <a:off x="2254" y="345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91" name="Rectangle 2420"/>
              <p:cNvSpPr/>
              <p:nvPr/>
            </p:nvSpPr>
            <p:spPr>
              <a:xfrm>
                <a:off x="2260" y="34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92" name="Rectangle 2421"/>
              <p:cNvSpPr/>
              <p:nvPr/>
            </p:nvSpPr>
            <p:spPr>
              <a:xfrm>
                <a:off x="2265" y="34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93" name="Rectangle 2422"/>
              <p:cNvSpPr/>
              <p:nvPr/>
            </p:nvSpPr>
            <p:spPr>
              <a:xfrm>
                <a:off x="2270" y="34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94" name="Rectangle 2423"/>
              <p:cNvSpPr/>
              <p:nvPr/>
            </p:nvSpPr>
            <p:spPr>
              <a:xfrm>
                <a:off x="2280" y="3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95" name="Rectangle 2424"/>
              <p:cNvSpPr/>
              <p:nvPr/>
            </p:nvSpPr>
            <p:spPr>
              <a:xfrm>
                <a:off x="2285" y="34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96" name="Rectangle 2425"/>
              <p:cNvSpPr/>
              <p:nvPr/>
            </p:nvSpPr>
            <p:spPr>
              <a:xfrm>
                <a:off x="2290" y="342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97" name="Rectangle 2426"/>
              <p:cNvSpPr/>
              <p:nvPr/>
            </p:nvSpPr>
            <p:spPr>
              <a:xfrm>
                <a:off x="2301" y="34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98" name="Rectangle 2427"/>
              <p:cNvSpPr/>
              <p:nvPr/>
            </p:nvSpPr>
            <p:spPr>
              <a:xfrm>
                <a:off x="2306" y="341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99" name="Rectangle 2428"/>
              <p:cNvSpPr/>
              <p:nvPr/>
            </p:nvSpPr>
            <p:spPr>
              <a:xfrm>
                <a:off x="2311" y="34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0" name="Rectangle 2429"/>
              <p:cNvSpPr/>
              <p:nvPr/>
            </p:nvSpPr>
            <p:spPr>
              <a:xfrm>
                <a:off x="2316" y="340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1" name="Rectangle 2430"/>
              <p:cNvSpPr/>
              <p:nvPr/>
            </p:nvSpPr>
            <p:spPr>
              <a:xfrm>
                <a:off x="2327" y="3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2" name="Rectangle 2431"/>
              <p:cNvSpPr/>
              <p:nvPr/>
            </p:nvSpPr>
            <p:spPr>
              <a:xfrm>
                <a:off x="2332" y="339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3" name="Rectangle 2432"/>
              <p:cNvSpPr/>
              <p:nvPr/>
            </p:nvSpPr>
            <p:spPr>
              <a:xfrm>
                <a:off x="2337" y="339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4" name="Rectangle 2433"/>
              <p:cNvSpPr/>
              <p:nvPr/>
            </p:nvSpPr>
            <p:spPr>
              <a:xfrm>
                <a:off x="2342" y="33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5" name="Rectangle 2434"/>
              <p:cNvSpPr/>
              <p:nvPr/>
            </p:nvSpPr>
            <p:spPr>
              <a:xfrm>
                <a:off x="2352" y="33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6" name="Rectangle 2435"/>
              <p:cNvSpPr/>
              <p:nvPr/>
            </p:nvSpPr>
            <p:spPr>
              <a:xfrm>
                <a:off x="2357" y="337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7" name="Rectangle 2436"/>
              <p:cNvSpPr/>
              <p:nvPr/>
            </p:nvSpPr>
            <p:spPr>
              <a:xfrm>
                <a:off x="2363" y="3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8" name="Rectangle 2437"/>
              <p:cNvSpPr/>
              <p:nvPr/>
            </p:nvSpPr>
            <p:spPr>
              <a:xfrm>
                <a:off x="2368" y="3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09" name="Rectangle 2438"/>
              <p:cNvSpPr/>
              <p:nvPr/>
            </p:nvSpPr>
            <p:spPr>
              <a:xfrm>
                <a:off x="2378" y="336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0" name="Rectangle 2439"/>
              <p:cNvSpPr/>
              <p:nvPr/>
            </p:nvSpPr>
            <p:spPr>
              <a:xfrm>
                <a:off x="2383" y="33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1" name="Rectangle 2440"/>
              <p:cNvSpPr/>
              <p:nvPr/>
            </p:nvSpPr>
            <p:spPr>
              <a:xfrm>
                <a:off x="2388" y="335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2" name="Rectangle 2441"/>
              <p:cNvSpPr/>
              <p:nvPr/>
            </p:nvSpPr>
            <p:spPr>
              <a:xfrm>
                <a:off x="2394" y="33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3" name="Rectangle 2442"/>
              <p:cNvSpPr/>
              <p:nvPr/>
            </p:nvSpPr>
            <p:spPr>
              <a:xfrm>
                <a:off x="2404" y="33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4" name="Rectangle 2443"/>
              <p:cNvSpPr/>
              <p:nvPr/>
            </p:nvSpPr>
            <p:spPr>
              <a:xfrm>
                <a:off x="2409" y="33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5" name="Rectangle 2444"/>
              <p:cNvSpPr/>
              <p:nvPr/>
            </p:nvSpPr>
            <p:spPr>
              <a:xfrm>
                <a:off x="2414" y="3329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6" name="Rectangle 2445"/>
              <p:cNvSpPr/>
              <p:nvPr/>
            </p:nvSpPr>
            <p:spPr>
              <a:xfrm>
                <a:off x="2425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7" name="Rectangle 2446"/>
              <p:cNvSpPr/>
              <p:nvPr/>
            </p:nvSpPr>
            <p:spPr>
              <a:xfrm>
                <a:off x="2430" y="33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8" name="Rectangle 2447"/>
              <p:cNvSpPr/>
              <p:nvPr/>
            </p:nvSpPr>
            <p:spPr>
              <a:xfrm>
                <a:off x="2435" y="331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19" name="Rectangle 2448"/>
              <p:cNvSpPr/>
              <p:nvPr/>
            </p:nvSpPr>
            <p:spPr>
              <a:xfrm>
                <a:off x="2440" y="33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0" name="Rectangle 2449"/>
              <p:cNvSpPr/>
              <p:nvPr/>
            </p:nvSpPr>
            <p:spPr>
              <a:xfrm>
                <a:off x="2450" y="33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1" name="Rectangle 2450"/>
              <p:cNvSpPr/>
              <p:nvPr/>
            </p:nvSpPr>
            <p:spPr>
              <a:xfrm>
                <a:off x="2455" y="329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2" name="Rectangle 2451"/>
              <p:cNvSpPr/>
              <p:nvPr/>
            </p:nvSpPr>
            <p:spPr>
              <a:xfrm>
                <a:off x="2461" y="329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3" name="Rectangle 2452"/>
              <p:cNvSpPr/>
              <p:nvPr/>
            </p:nvSpPr>
            <p:spPr>
              <a:xfrm>
                <a:off x="2466" y="32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4" name="Rectangle 2453"/>
              <p:cNvSpPr/>
              <p:nvPr/>
            </p:nvSpPr>
            <p:spPr>
              <a:xfrm>
                <a:off x="2476" y="32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5" name="Rectangle 2454"/>
              <p:cNvSpPr/>
              <p:nvPr/>
            </p:nvSpPr>
            <p:spPr>
              <a:xfrm>
                <a:off x="2481" y="32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6" name="Rectangle 2455"/>
              <p:cNvSpPr/>
              <p:nvPr/>
            </p:nvSpPr>
            <p:spPr>
              <a:xfrm>
                <a:off x="2486" y="327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7" name="Rectangle 2456"/>
              <p:cNvSpPr/>
              <p:nvPr/>
            </p:nvSpPr>
            <p:spPr>
              <a:xfrm>
                <a:off x="2492" y="32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8" name="Rectangle 2457"/>
              <p:cNvSpPr/>
              <p:nvPr/>
            </p:nvSpPr>
            <p:spPr>
              <a:xfrm>
                <a:off x="2502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29" name="Rectangle 2458"/>
              <p:cNvSpPr/>
              <p:nvPr/>
            </p:nvSpPr>
            <p:spPr>
              <a:xfrm>
                <a:off x="2507" y="325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0" name="Rectangle 2459"/>
              <p:cNvSpPr/>
              <p:nvPr/>
            </p:nvSpPr>
            <p:spPr>
              <a:xfrm>
                <a:off x="2512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1" name="Rectangle 2460"/>
              <p:cNvSpPr/>
              <p:nvPr/>
            </p:nvSpPr>
            <p:spPr>
              <a:xfrm>
                <a:off x="2522" y="324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2" name="Rectangle 2461"/>
              <p:cNvSpPr/>
              <p:nvPr/>
            </p:nvSpPr>
            <p:spPr>
              <a:xfrm>
                <a:off x="2528" y="32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3" name="Rectangle 2462"/>
              <p:cNvSpPr/>
              <p:nvPr/>
            </p:nvSpPr>
            <p:spPr>
              <a:xfrm>
                <a:off x="2533" y="32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4" name="Rectangle 2463"/>
              <p:cNvSpPr/>
              <p:nvPr/>
            </p:nvSpPr>
            <p:spPr>
              <a:xfrm>
                <a:off x="2538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5" name="Rectangle 2464"/>
              <p:cNvSpPr/>
              <p:nvPr/>
            </p:nvSpPr>
            <p:spPr>
              <a:xfrm>
                <a:off x="2548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6" name="Rectangle 2465"/>
              <p:cNvSpPr/>
              <p:nvPr/>
            </p:nvSpPr>
            <p:spPr>
              <a:xfrm>
                <a:off x="2553" y="322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7" name="Rectangle 2466"/>
              <p:cNvSpPr/>
              <p:nvPr/>
            </p:nvSpPr>
            <p:spPr>
              <a:xfrm>
                <a:off x="2559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8" name="Rectangle 2467"/>
              <p:cNvSpPr/>
              <p:nvPr/>
            </p:nvSpPr>
            <p:spPr>
              <a:xfrm>
                <a:off x="2564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39" name="Rectangle 2468"/>
              <p:cNvSpPr/>
              <p:nvPr/>
            </p:nvSpPr>
            <p:spPr>
              <a:xfrm>
                <a:off x="2574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0" name="Rectangle 2469"/>
              <p:cNvSpPr/>
              <p:nvPr/>
            </p:nvSpPr>
            <p:spPr>
              <a:xfrm>
                <a:off x="2579" y="3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1" name="Rectangle 2470"/>
              <p:cNvSpPr/>
              <p:nvPr/>
            </p:nvSpPr>
            <p:spPr>
              <a:xfrm>
                <a:off x="2584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2" name="Rectangle 2471"/>
              <p:cNvSpPr/>
              <p:nvPr/>
            </p:nvSpPr>
            <p:spPr>
              <a:xfrm>
                <a:off x="2589" y="319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3" name="Rectangle 2472"/>
              <p:cNvSpPr/>
              <p:nvPr/>
            </p:nvSpPr>
            <p:spPr>
              <a:xfrm>
                <a:off x="2600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4" name="Rectangle 2473"/>
              <p:cNvSpPr/>
              <p:nvPr/>
            </p:nvSpPr>
            <p:spPr>
              <a:xfrm>
                <a:off x="2605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5" name="Rectangle 2474"/>
              <p:cNvSpPr/>
              <p:nvPr/>
            </p:nvSpPr>
            <p:spPr>
              <a:xfrm>
                <a:off x="2610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6" name="Rectangle 2475"/>
              <p:cNvSpPr/>
              <p:nvPr/>
            </p:nvSpPr>
            <p:spPr>
              <a:xfrm>
                <a:off x="2615" y="31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7" name="Rectangle 2476"/>
              <p:cNvSpPr/>
              <p:nvPr/>
            </p:nvSpPr>
            <p:spPr>
              <a:xfrm>
                <a:off x="2626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8" name="Rectangle 2477"/>
              <p:cNvSpPr/>
              <p:nvPr/>
            </p:nvSpPr>
            <p:spPr>
              <a:xfrm>
                <a:off x="2631" y="31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49" name="Rectangle 2478"/>
              <p:cNvSpPr/>
              <p:nvPr/>
            </p:nvSpPr>
            <p:spPr>
              <a:xfrm>
                <a:off x="2636" y="315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0" name="Rectangle 2479"/>
              <p:cNvSpPr/>
              <p:nvPr/>
            </p:nvSpPr>
            <p:spPr>
              <a:xfrm>
                <a:off x="2646" y="31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1" name="Rectangle 2480"/>
              <p:cNvSpPr/>
              <p:nvPr/>
            </p:nvSpPr>
            <p:spPr>
              <a:xfrm>
                <a:off x="2651" y="314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2" name="Rectangle 2481"/>
              <p:cNvSpPr/>
              <p:nvPr/>
            </p:nvSpPr>
            <p:spPr>
              <a:xfrm>
                <a:off x="2657" y="31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3" name="Rectangle 2482"/>
              <p:cNvSpPr/>
              <p:nvPr/>
            </p:nvSpPr>
            <p:spPr>
              <a:xfrm>
                <a:off x="2662" y="31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4" name="Rectangle 2483"/>
              <p:cNvSpPr/>
              <p:nvPr/>
            </p:nvSpPr>
            <p:spPr>
              <a:xfrm>
                <a:off x="2672" y="31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5" name="Rectangle 2484"/>
              <p:cNvSpPr/>
              <p:nvPr/>
            </p:nvSpPr>
            <p:spPr>
              <a:xfrm>
                <a:off x="2677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6" name="Rectangle 2485"/>
              <p:cNvSpPr/>
              <p:nvPr/>
            </p:nvSpPr>
            <p:spPr>
              <a:xfrm>
                <a:off x="2682" y="31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7" name="Rectangle 2486"/>
              <p:cNvSpPr/>
              <p:nvPr/>
            </p:nvSpPr>
            <p:spPr>
              <a:xfrm>
                <a:off x="2687" y="311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8" name="Rectangle 2487"/>
              <p:cNvSpPr/>
              <p:nvPr/>
            </p:nvSpPr>
            <p:spPr>
              <a:xfrm>
                <a:off x="2698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59" name="Rectangle 2488"/>
              <p:cNvSpPr/>
              <p:nvPr/>
            </p:nvSpPr>
            <p:spPr>
              <a:xfrm>
                <a:off x="2703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0" name="Rectangle 2489"/>
              <p:cNvSpPr/>
              <p:nvPr/>
            </p:nvSpPr>
            <p:spPr>
              <a:xfrm>
                <a:off x="2708" y="30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1" name="Rectangle 2490"/>
              <p:cNvSpPr/>
              <p:nvPr/>
            </p:nvSpPr>
            <p:spPr>
              <a:xfrm>
                <a:off x="2713" y="309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2" name="Rectangle 2491"/>
              <p:cNvSpPr/>
              <p:nvPr/>
            </p:nvSpPr>
            <p:spPr>
              <a:xfrm>
                <a:off x="2724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3" name="Rectangle 2492"/>
              <p:cNvSpPr/>
              <p:nvPr/>
            </p:nvSpPr>
            <p:spPr>
              <a:xfrm>
                <a:off x="2729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4" name="Rectangle 2493"/>
              <p:cNvSpPr/>
              <p:nvPr/>
            </p:nvSpPr>
            <p:spPr>
              <a:xfrm>
                <a:off x="2734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5" name="Rectangle 2494"/>
              <p:cNvSpPr/>
              <p:nvPr/>
            </p:nvSpPr>
            <p:spPr>
              <a:xfrm>
                <a:off x="2744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6" name="Rectangle 2495"/>
              <p:cNvSpPr/>
              <p:nvPr/>
            </p:nvSpPr>
            <p:spPr>
              <a:xfrm>
                <a:off x="2749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7" name="Rectangle 2496"/>
              <p:cNvSpPr/>
              <p:nvPr/>
            </p:nvSpPr>
            <p:spPr>
              <a:xfrm>
                <a:off x="2754" y="306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8" name="Rectangle 2497"/>
              <p:cNvSpPr/>
              <p:nvPr/>
            </p:nvSpPr>
            <p:spPr>
              <a:xfrm>
                <a:off x="2760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69" name="Rectangle 2498"/>
              <p:cNvSpPr/>
              <p:nvPr/>
            </p:nvSpPr>
            <p:spPr>
              <a:xfrm>
                <a:off x="2770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0" name="Rectangle 2499"/>
              <p:cNvSpPr/>
              <p:nvPr/>
            </p:nvSpPr>
            <p:spPr>
              <a:xfrm>
                <a:off x="2775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1" name="Rectangle 2500"/>
              <p:cNvSpPr/>
              <p:nvPr/>
            </p:nvSpPr>
            <p:spPr>
              <a:xfrm>
                <a:off x="2780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2" name="Rectangle 2501"/>
              <p:cNvSpPr/>
              <p:nvPr/>
            </p:nvSpPr>
            <p:spPr>
              <a:xfrm>
                <a:off x="2785" y="303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3" name="Rectangle 2502"/>
              <p:cNvSpPr/>
              <p:nvPr/>
            </p:nvSpPr>
            <p:spPr>
              <a:xfrm>
                <a:off x="2796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4" name="Rectangle 2503"/>
              <p:cNvSpPr/>
              <p:nvPr/>
            </p:nvSpPr>
            <p:spPr>
              <a:xfrm>
                <a:off x="2801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5" name="Rectangle 2504"/>
              <p:cNvSpPr/>
              <p:nvPr/>
            </p:nvSpPr>
            <p:spPr>
              <a:xfrm>
                <a:off x="2806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6" name="Rectangle 2505"/>
              <p:cNvSpPr/>
              <p:nvPr/>
            </p:nvSpPr>
            <p:spPr>
              <a:xfrm>
                <a:off x="2811" y="30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7" name="Rectangle 2506"/>
              <p:cNvSpPr/>
              <p:nvPr/>
            </p:nvSpPr>
            <p:spPr>
              <a:xfrm>
                <a:off x="2821" y="301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8" name="Rectangle 2507"/>
              <p:cNvSpPr/>
              <p:nvPr/>
            </p:nvSpPr>
            <p:spPr>
              <a:xfrm>
                <a:off x="2827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79" name="Rectangle 2508"/>
              <p:cNvSpPr/>
              <p:nvPr/>
            </p:nvSpPr>
            <p:spPr>
              <a:xfrm>
                <a:off x="2832" y="30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0" name="Rectangle 2509"/>
              <p:cNvSpPr/>
              <p:nvPr/>
            </p:nvSpPr>
            <p:spPr>
              <a:xfrm>
                <a:off x="2837" y="29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1" name="Rectangle 2510"/>
              <p:cNvSpPr/>
              <p:nvPr/>
            </p:nvSpPr>
            <p:spPr>
              <a:xfrm>
                <a:off x="2847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2" name="Rectangle 2511"/>
              <p:cNvSpPr/>
              <p:nvPr/>
            </p:nvSpPr>
            <p:spPr>
              <a:xfrm>
                <a:off x="2852" y="2984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3" name="Rectangle 2512"/>
              <p:cNvSpPr/>
              <p:nvPr/>
            </p:nvSpPr>
            <p:spPr>
              <a:xfrm>
                <a:off x="2858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4" name="Rectangle 2513"/>
              <p:cNvSpPr/>
              <p:nvPr/>
            </p:nvSpPr>
            <p:spPr>
              <a:xfrm>
                <a:off x="2868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5" name="Rectangle 2514"/>
              <p:cNvSpPr/>
              <p:nvPr/>
            </p:nvSpPr>
            <p:spPr>
              <a:xfrm>
                <a:off x="2873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6" name="Rectangle 2515"/>
              <p:cNvSpPr/>
              <p:nvPr/>
            </p:nvSpPr>
            <p:spPr>
              <a:xfrm>
                <a:off x="2878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7" name="Rectangle 2516"/>
              <p:cNvSpPr/>
              <p:nvPr/>
            </p:nvSpPr>
            <p:spPr>
              <a:xfrm>
                <a:off x="2883" y="295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8" name="Rectangle 2517"/>
              <p:cNvSpPr/>
              <p:nvPr/>
            </p:nvSpPr>
            <p:spPr>
              <a:xfrm>
                <a:off x="2894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89" name="Rectangle 2518"/>
              <p:cNvSpPr/>
              <p:nvPr/>
            </p:nvSpPr>
            <p:spPr>
              <a:xfrm>
                <a:off x="2899" y="29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0" name="Rectangle 2519"/>
              <p:cNvSpPr/>
              <p:nvPr/>
            </p:nvSpPr>
            <p:spPr>
              <a:xfrm>
                <a:off x="2904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1" name="Rectangle 2520"/>
              <p:cNvSpPr/>
              <p:nvPr/>
            </p:nvSpPr>
            <p:spPr>
              <a:xfrm>
                <a:off x="2909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2" name="Rectangle 2521"/>
              <p:cNvSpPr/>
              <p:nvPr/>
            </p:nvSpPr>
            <p:spPr>
              <a:xfrm>
                <a:off x="2919" y="293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3" name="Rectangle 2522"/>
              <p:cNvSpPr/>
              <p:nvPr/>
            </p:nvSpPr>
            <p:spPr>
              <a:xfrm>
                <a:off x="2925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4" name="Rectangle 2523"/>
              <p:cNvSpPr/>
              <p:nvPr/>
            </p:nvSpPr>
            <p:spPr>
              <a:xfrm>
                <a:off x="2930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5" name="Rectangle 2524"/>
              <p:cNvSpPr/>
              <p:nvPr/>
            </p:nvSpPr>
            <p:spPr>
              <a:xfrm>
                <a:off x="2935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6" name="Rectangle 2525"/>
              <p:cNvSpPr/>
              <p:nvPr/>
            </p:nvSpPr>
            <p:spPr>
              <a:xfrm>
                <a:off x="2945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7" name="Rectangle 2526"/>
              <p:cNvSpPr/>
              <p:nvPr/>
            </p:nvSpPr>
            <p:spPr>
              <a:xfrm>
                <a:off x="2950" y="290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8" name="Rectangle 2527"/>
              <p:cNvSpPr/>
              <p:nvPr/>
            </p:nvSpPr>
            <p:spPr>
              <a:xfrm>
                <a:off x="2956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299" name="Rectangle 2528"/>
              <p:cNvSpPr/>
              <p:nvPr/>
            </p:nvSpPr>
            <p:spPr>
              <a:xfrm>
                <a:off x="2966" y="28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0" name="Rectangle 2529"/>
              <p:cNvSpPr/>
              <p:nvPr/>
            </p:nvSpPr>
            <p:spPr>
              <a:xfrm>
                <a:off x="2971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1" name="Rectangle 2530"/>
              <p:cNvSpPr/>
              <p:nvPr/>
            </p:nvSpPr>
            <p:spPr>
              <a:xfrm>
                <a:off x="2976" y="288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2" name="Rectangle 2531"/>
              <p:cNvSpPr/>
              <p:nvPr/>
            </p:nvSpPr>
            <p:spPr>
              <a:xfrm>
                <a:off x="2981" y="288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3" name="Rectangle 2532"/>
              <p:cNvSpPr/>
              <p:nvPr/>
            </p:nvSpPr>
            <p:spPr>
              <a:xfrm>
                <a:off x="2992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4" name="Rectangle 2533"/>
              <p:cNvSpPr/>
              <p:nvPr/>
            </p:nvSpPr>
            <p:spPr>
              <a:xfrm>
                <a:off x="2997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5" name="Rectangle 2534"/>
              <p:cNvSpPr/>
              <p:nvPr/>
            </p:nvSpPr>
            <p:spPr>
              <a:xfrm>
                <a:off x="3002" y="28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6" name="Rectangle 2535"/>
              <p:cNvSpPr/>
              <p:nvPr/>
            </p:nvSpPr>
            <p:spPr>
              <a:xfrm>
                <a:off x="3007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7" name="Rectangle 2536"/>
              <p:cNvSpPr/>
              <p:nvPr/>
            </p:nvSpPr>
            <p:spPr>
              <a:xfrm>
                <a:off x="3017" y="285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8" name="Rectangle 2537"/>
              <p:cNvSpPr/>
              <p:nvPr/>
            </p:nvSpPr>
            <p:spPr>
              <a:xfrm>
                <a:off x="3023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09" name="Rectangle 2538"/>
              <p:cNvSpPr/>
              <p:nvPr/>
            </p:nvSpPr>
            <p:spPr>
              <a:xfrm>
                <a:off x="3028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0" name="Rectangle 2539"/>
              <p:cNvSpPr/>
              <p:nvPr/>
            </p:nvSpPr>
            <p:spPr>
              <a:xfrm>
                <a:off x="3033" y="28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1" name="Rectangle 2540"/>
              <p:cNvSpPr/>
              <p:nvPr/>
            </p:nvSpPr>
            <p:spPr>
              <a:xfrm>
                <a:off x="3043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2" name="Rectangle 2541"/>
              <p:cNvSpPr/>
              <p:nvPr/>
            </p:nvSpPr>
            <p:spPr>
              <a:xfrm>
                <a:off x="3048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3" name="Rectangle 2542"/>
              <p:cNvSpPr/>
              <p:nvPr/>
            </p:nvSpPr>
            <p:spPr>
              <a:xfrm>
                <a:off x="3053" y="282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4" name="Rectangle 2543"/>
              <p:cNvSpPr/>
              <p:nvPr/>
            </p:nvSpPr>
            <p:spPr>
              <a:xfrm>
                <a:off x="3064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5" name="Rectangle 2544"/>
              <p:cNvSpPr/>
              <p:nvPr/>
            </p:nvSpPr>
            <p:spPr>
              <a:xfrm>
                <a:off x="3069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6" name="Rectangle 2545"/>
              <p:cNvSpPr/>
              <p:nvPr/>
            </p:nvSpPr>
            <p:spPr>
              <a:xfrm>
                <a:off x="3074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7" name="Rectangle 2546"/>
              <p:cNvSpPr/>
              <p:nvPr/>
            </p:nvSpPr>
            <p:spPr>
              <a:xfrm>
                <a:off x="3079" y="280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8" name="Rectangle 2547"/>
              <p:cNvSpPr/>
              <p:nvPr/>
            </p:nvSpPr>
            <p:spPr>
              <a:xfrm>
                <a:off x="3090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19" name="Rectangle 2548"/>
              <p:cNvSpPr/>
              <p:nvPr/>
            </p:nvSpPr>
            <p:spPr>
              <a:xfrm>
                <a:off x="3095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0" name="Rectangle 2549"/>
              <p:cNvSpPr/>
              <p:nvPr/>
            </p:nvSpPr>
            <p:spPr>
              <a:xfrm>
                <a:off x="3100" y="27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1" name="Rectangle 2550"/>
              <p:cNvSpPr/>
              <p:nvPr/>
            </p:nvSpPr>
            <p:spPr>
              <a:xfrm>
                <a:off x="3105" y="278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2" name="Rectangle 2551"/>
              <p:cNvSpPr/>
              <p:nvPr/>
            </p:nvSpPr>
            <p:spPr>
              <a:xfrm>
                <a:off x="3115" y="277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3" name="Rectangle 2552"/>
              <p:cNvSpPr/>
              <p:nvPr/>
            </p:nvSpPr>
            <p:spPr>
              <a:xfrm>
                <a:off x="3121" y="2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4" name="Rectangle 2553"/>
              <p:cNvSpPr/>
              <p:nvPr/>
            </p:nvSpPr>
            <p:spPr>
              <a:xfrm>
                <a:off x="3126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5" name="Rectangle 2554"/>
              <p:cNvSpPr/>
              <p:nvPr/>
            </p:nvSpPr>
            <p:spPr>
              <a:xfrm>
                <a:off x="3131" y="27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6" name="Rectangle 2555"/>
              <p:cNvSpPr/>
              <p:nvPr/>
            </p:nvSpPr>
            <p:spPr>
              <a:xfrm>
                <a:off x="3141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7" name="Rectangle 2556"/>
              <p:cNvSpPr/>
              <p:nvPr/>
            </p:nvSpPr>
            <p:spPr>
              <a:xfrm>
                <a:off x="3146" y="27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8" name="Rectangle 2557"/>
              <p:cNvSpPr/>
              <p:nvPr/>
            </p:nvSpPr>
            <p:spPr>
              <a:xfrm>
                <a:off x="3151" y="274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29" name="Rectangle 2558"/>
              <p:cNvSpPr/>
              <p:nvPr/>
            </p:nvSpPr>
            <p:spPr>
              <a:xfrm>
                <a:off x="3157" y="2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0" name="Rectangle 2559"/>
              <p:cNvSpPr/>
              <p:nvPr/>
            </p:nvSpPr>
            <p:spPr>
              <a:xfrm>
                <a:off x="3167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1" name="Rectangle 2560"/>
              <p:cNvSpPr/>
              <p:nvPr/>
            </p:nvSpPr>
            <p:spPr>
              <a:xfrm>
                <a:off x="3172" y="27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2" name="Rectangle 2561"/>
              <p:cNvSpPr/>
              <p:nvPr/>
            </p:nvSpPr>
            <p:spPr>
              <a:xfrm>
                <a:off x="3177" y="272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3" name="Rectangle 2562"/>
              <p:cNvSpPr/>
              <p:nvPr/>
            </p:nvSpPr>
            <p:spPr>
              <a:xfrm>
                <a:off x="3188" y="27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4" name="Rectangle 2563"/>
              <p:cNvSpPr/>
              <p:nvPr/>
            </p:nvSpPr>
            <p:spPr>
              <a:xfrm>
                <a:off x="3193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5" name="Rectangle 2564"/>
              <p:cNvSpPr/>
              <p:nvPr/>
            </p:nvSpPr>
            <p:spPr>
              <a:xfrm>
                <a:off x="3198" y="2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6" name="Rectangle 2565"/>
              <p:cNvSpPr/>
              <p:nvPr/>
            </p:nvSpPr>
            <p:spPr>
              <a:xfrm>
                <a:off x="3203" y="2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7" name="Rectangle 2566"/>
              <p:cNvSpPr/>
              <p:nvPr/>
            </p:nvSpPr>
            <p:spPr>
              <a:xfrm>
                <a:off x="3213" y="27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8" name="Rectangle 2567"/>
              <p:cNvSpPr/>
              <p:nvPr/>
            </p:nvSpPr>
            <p:spPr>
              <a:xfrm>
                <a:off x="3218" y="269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39" name="Rectangle 2568"/>
              <p:cNvSpPr/>
              <p:nvPr/>
            </p:nvSpPr>
            <p:spPr>
              <a:xfrm>
                <a:off x="2105" y="38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0" name="Rectangle 2569"/>
              <p:cNvSpPr/>
              <p:nvPr/>
            </p:nvSpPr>
            <p:spPr>
              <a:xfrm>
                <a:off x="2110" y="38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1" name="Rectangle 2570"/>
              <p:cNvSpPr/>
              <p:nvPr/>
            </p:nvSpPr>
            <p:spPr>
              <a:xfrm>
                <a:off x="2115" y="38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2" name="Rectangle 2571"/>
              <p:cNvSpPr/>
              <p:nvPr/>
            </p:nvSpPr>
            <p:spPr>
              <a:xfrm>
                <a:off x="2125" y="381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3" name="Rectangle 2572"/>
              <p:cNvSpPr/>
              <p:nvPr/>
            </p:nvSpPr>
            <p:spPr>
              <a:xfrm>
                <a:off x="2131" y="3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4" name="Rectangle 2573"/>
              <p:cNvSpPr/>
              <p:nvPr/>
            </p:nvSpPr>
            <p:spPr>
              <a:xfrm>
                <a:off x="2136" y="380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5" name="Rectangle 2574"/>
              <p:cNvSpPr/>
              <p:nvPr/>
            </p:nvSpPr>
            <p:spPr>
              <a:xfrm>
                <a:off x="2141" y="37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6" name="Rectangle 2575"/>
              <p:cNvSpPr/>
              <p:nvPr/>
            </p:nvSpPr>
            <p:spPr>
              <a:xfrm>
                <a:off x="2151" y="37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7" name="Rectangle 2576"/>
              <p:cNvSpPr/>
              <p:nvPr/>
            </p:nvSpPr>
            <p:spPr>
              <a:xfrm>
                <a:off x="2156" y="378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8" name="Rectangle 2577"/>
              <p:cNvSpPr/>
              <p:nvPr/>
            </p:nvSpPr>
            <p:spPr>
              <a:xfrm>
                <a:off x="2162" y="37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49" name="Rectangle 2578"/>
              <p:cNvSpPr/>
              <p:nvPr/>
            </p:nvSpPr>
            <p:spPr>
              <a:xfrm>
                <a:off x="2167" y="37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0" name="Rectangle 2579"/>
              <p:cNvSpPr/>
              <p:nvPr/>
            </p:nvSpPr>
            <p:spPr>
              <a:xfrm>
                <a:off x="2177" y="3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1" name="Rectangle 2580"/>
              <p:cNvSpPr/>
              <p:nvPr/>
            </p:nvSpPr>
            <p:spPr>
              <a:xfrm>
                <a:off x="2182" y="376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2" name="Rectangle 2581"/>
              <p:cNvSpPr/>
              <p:nvPr/>
            </p:nvSpPr>
            <p:spPr>
              <a:xfrm>
                <a:off x="2187" y="376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3" name="Rectangle 2582"/>
              <p:cNvSpPr/>
              <p:nvPr/>
            </p:nvSpPr>
            <p:spPr>
              <a:xfrm>
                <a:off x="2193" y="375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4" name="Rectangle 2583"/>
              <p:cNvSpPr/>
              <p:nvPr/>
            </p:nvSpPr>
            <p:spPr>
              <a:xfrm>
                <a:off x="2203" y="37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5" name="Rectangle 2584"/>
              <p:cNvSpPr/>
              <p:nvPr/>
            </p:nvSpPr>
            <p:spPr>
              <a:xfrm>
                <a:off x="2208" y="37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6" name="Rectangle 2585"/>
              <p:cNvSpPr/>
              <p:nvPr/>
            </p:nvSpPr>
            <p:spPr>
              <a:xfrm>
                <a:off x="2213" y="3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7" name="Rectangle 2586"/>
              <p:cNvSpPr/>
              <p:nvPr/>
            </p:nvSpPr>
            <p:spPr>
              <a:xfrm>
                <a:off x="2218" y="373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8" name="Rectangle 2587"/>
              <p:cNvSpPr/>
              <p:nvPr/>
            </p:nvSpPr>
            <p:spPr>
              <a:xfrm>
                <a:off x="2229" y="37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59" name="Rectangle 2588"/>
              <p:cNvSpPr/>
              <p:nvPr/>
            </p:nvSpPr>
            <p:spPr>
              <a:xfrm>
                <a:off x="2234" y="37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0" name="Rectangle 2589"/>
              <p:cNvSpPr/>
              <p:nvPr/>
            </p:nvSpPr>
            <p:spPr>
              <a:xfrm>
                <a:off x="2239" y="37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1" name="Rectangle 2590"/>
              <p:cNvSpPr/>
              <p:nvPr/>
            </p:nvSpPr>
            <p:spPr>
              <a:xfrm>
                <a:off x="2244" y="37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2" name="Rectangle 2591"/>
              <p:cNvSpPr/>
              <p:nvPr/>
            </p:nvSpPr>
            <p:spPr>
              <a:xfrm>
                <a:off x="2254" y="371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3" name="Rectangle 2592"/>
              <p:cNvSpPr/>
              <p:nvPr/>
            </p:nvSpPr>
            <p:spPr>
              <a:xfrm>
                <a:off x="2260" y="3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4" name="Rectangle 2593"/>
              <p:cNvSpPr/>
              <p:nvPr/>
            </p:nvSpPr>
            <p:spPr>
              <a:xfrm>
                <a:off x="2265" y="370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5" name="Rectangle 2594"/>
              <p:cNvSpPr/>
              <p:nvPr/>
            </p:nvSpPr>
            <p:spPr>
              <a:xfrm>
                <a:off x="2270" y="36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6" name="Rectangle 2595"/>
              <p:cNvSpPr/>
              <p:nvPr/>
            </p:nvSpPr>
            <p:spPr>
              <a:xfrm>
                <a:off x="2280" y="36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7" name="Rectangle 2596"/>
              <p:cNvSpPr/>
              <p:nvPr/>
            </p:nvSpPr>
            <p:spPr>
              <a:xfrm>
                <a:off x="2285" y="36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8" name="Rectangle 2597"/>
              <p:cNvSpPr/>
              <p:nvPr/>
            </p:nvSpPr>
            <p:spPr>
              <a:xfrm>
                <a:off x="2290" y="368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69" name="Rectangle 2598"/>
              <p:cNvSpPr/>
              <p:nvPr/>
            </p:nvSpPr>
            <p:spPr>
              <a:xfrm>
                <a:off x="2296" y="3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0" name="Rectangle 2599"/>
              <p:cNvSpPr/>
              <p:nvPr/>
            </p:nvSpPr>
            <p:spPr>
              <a:xfrm>
                <a:off x="2306" y="366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1" name="Rectangle 2600"/>
              <p:cNvSpPr/>
              <p:nvPr/>
            </p:nvSpPr>
            <p:spPr>
              <a:xfrm>
                <a:off x="2311" y="36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2" name="Rectangle 2601"/>
              <p:cNvSpPr/>
              <p:nvPr/>
            </p:nvSpPr>
            <p:spPr>
              <a:xfrm>
                <a:off x="2316" y="36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3" name="Rectangle 2602"/>
              <p:cNvSpPr/>
              <p:nvPr/>
            </p:nvSpPr>
            <p:spPr>
              <a:xfrm>
                <a:off x="2321" y="365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4" name="Rectangle 2603"/>
              <p:cNvSpPr/>
              <p:nvPr/>
            </p:nvSpPr>
            <p:spPr>
              <a:xfrm>
                <a:off x="2332" y="36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5" name="Rectangle 2604"/>
              <p:cNvSpPr/>
              <p:nvPr/>
            </p:nvSpPr>
            <p:spPr>
              <a:xfrm>
                <a:off x="2337" y="36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6" name="Rectangle 2605"/>
              <p:cNvSpPr/>
              <p:nvPr/>
            </p:nvSpPr>
            <p:spPr>
              <a:xfrm>
                <a:off x="2342" y="3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7" name="Rectangle 2606"/>
              <p:cNvSpPr/>
              <p:nvPr/>
            </p:nvSpPr>
            <p:spPr>
              <a:xfrm>
                <a:off x="2352" y="363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8" name="Rectangle 2607"/>
              <p:cNvSpPr/>
              <p:nvPr/>
            </p:nvSpPr>
            <p:spPr>
              <a:xfrm>
                <a:off x="2357" y="362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79" name="Rectangle 2608"/>
              <p:cNvSpPr/>
              <p:nvPr/>
            </p:nvSpPr>
            <p:spPr>
              <a:xfrm>
                <a:off x="2363" y="36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0" name="Rectangle 2609"/>
              <p:cNvSpPr/>
              <p:nvPr/>
            </p:nvSpPr>
            <p:spPr>
              <a:xfrm>
                <a:off x="2368" y="36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1" name="Rectangle 2610"/>
              <p:cNvSpPr/>
              <p:nvPr/>
            </p:nvSpPr>
            <p:spPr>
              <a:xfrm>
                <a:off x="2378" y="36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2" name="Rectangle 2611"/>
              <p:cNvSpPr/>
              <p:nvPr/>
            </p:nvSpPr>
            <p:spPr>
              <a:xfrm>
                <a:off x="2383" y="3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3" name="Rectangle 2612"/>
              <p:cNvSpPr/>
              <p:nvPr/>
            </p:nvSpPr>
            <p:spPr>
              <a:xfrm>
                <a:off x="2388" y="360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4" name="Rectangle 2613"/>
              <p:cNvSpPr/>
              <p:nvPr/>
            </p:nvSpPr>
            <p:spPr>
              <a:xfrm>
                <a:off x="2394" y="359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5" name="Rectangle 2614"/>
              <p:cNvSpPr/>
              <p:nvPr/>
            </p:nvSpPr>
            <p:spPr>
              <a:xfrm>
                <a:off x="2404" y="35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6" name="Rectangle 2615"/>
              <p:cNvSpPr/>
              <p:nvPr/>
            </p:nvSpPr>
            <p:spPr>
              <a:xfrm>
                <a:off x="2409" y="358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7" name="Rectangle 2616"/>
              <p:cNvSpPr/>
              <p:nvPr/>
            </p:nvSpPr>
            <p:spPr>
              <a:xfrm>
                <a:off x="2414" y="35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8" name="Rectangle 2617"/>
              <p:cNvSpPr/>
              <p:nvPr/>
            </p:nvSpPr>
            <p:spPr>
              <a:xfrm>
                <a:off x="2419" y="357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389" name="Rectangle 2618"/>
              <p:cNvSpPr/>
              <p:nvPr/>
            </p:nvSpPr>
            <p:spPr>
              <a:xfrm>
                <a:off x="2430" y="3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1" name="Group 2619"/>
            <p:cNvGrpSpPr/>
            <p:nvPr/>
          </p:nvGrpSpPr>
          <p:grpSpPr>
            <a:xfrm>
              <a:off x="2095" y="2201"/>
              <a:ext cx="1314" cy="1371"/>
              <a:chOff x="2095" y="2201"/>
              <a:chExt cx="1314" cy="1371"/>
            </a:xfrm>
          </p:grpSpPr>
          <p:sp>
            <p:nvSpPr>
              <p:cNvPr id="30990" name="Rectangle 2620"/>
              <p:cNvSpPr/>
              <p:nvPr/>
            </p:nvSpPr>
            <p:spPr>
              <a:xfrm>
                <a:off x="2435" y="356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91" name="Rectangle 2621"/>
              <p:cNvSpPr/>
              <p:nvPr/>
            </p:nvSpPr>
            <p:spPr>
              <a:xfrm>
                <a:off x="2440" y="35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92" name="Rectangle 2622"/>
              <p:cNvSpPr/>
              <p:nvPr/>
            </p:nvSpPr>
            <p:spPr>
              <a:xfrm>
                <a:off x="2445" y="35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93" name="Rectangle 2623"/>
              <p:cNvSpPr/>
              <p:nvPr/>
            </p:nvSpPr>
            <p:spPr>
              <a:xfrm>
                <a:off x="2455" y="355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94" name="Rectangle 2624"/>
              <p:cNvSpPr/>
              <p:nvPr/>
            </p:nvSpPr>
            <p:spPr>
              <a:xfrm>
                <a:off x="2461" y="35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95" name="Rectangle 2625"/>
              <p:cNvSpPr/>
              <p:nvPr/>
            </p:nvSpPr>
            <p:spPr>
              <a:xfrm>
                <a:off x="2466" y="35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96" name="Rectangle 2626"/>
              <p:cNvSpPr/>
              <p:nvPr/>
            </p:nvSpPr>
            <p:spPr>
              <a:xfrm>
                <a:off x="2471" y="35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97" name="Rectangle 2627"/>
              <p:cNvSpPr/>
              <p:nvPr/>
            </p:nvSpPr>
            <p:spPr>
              <a:xfrm>
                <a:off x="2481" y="353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98" name="Rectangle 2628"/>
              <p:cNvSpPr/>
              <p:nvPr/>
            </p:nvSpPr>
            <p:spPr>
              <a:xfrm>
                <a:off x="2486" y="352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99" name="Rectangle 2629"/>
              <p:cNvSpPr/>
              <p:nvPr/>
            </p:nvSpPr>
            <p:spPr>
              <a:xfrm>
                <a:off x="2492" y="35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0" name="Rectangle 2630"/>
              <p:cNvSpPr/>
              <p:nvPr/>
            </p:nvSpPr>
            <p:spPr>
              <a:xfrm>
                <a:off x="2497" y="35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1" name="Rectangle 2631"/>
              <p:cNvSpPr/>
              <p:nvPr/>
            </p:nvSpPr>
            <p:spPr>
              <a:xfrm>
                <a:off x="2507" y="35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2" name="Rectangle 2632"/>
              <p:cNvSpPr/>
              <p:nvPr/>
            </p:nvSpPr>
            <p:spPr>
              <a:xfrm>
                <a:off x="2512" y="3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3" name="Rectangle 2633"/>
              <p:cNvSpPr/>
              <p:nvPr/>
            </p:nvSpPr>
            <p:spPr>
              <a:xfrm>
                <a:off x="2517" y="349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4" name="Rectangle 2634"/>
              <p:cNvSpPr/>
              <p:nvPr/>
            </p:nvSpPr>
            <p:spPr>
              <a:xfrm>
                <a:off x="2522" y="349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5" name="Rectangle 2635"/>
              <p:cNvSpPr/>
              <p:nvPr/>
            </p:nvSpPr>
            <p:spPr>
              <a:xfrm>
                <a:off x="2533" y="34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6" name="Rectangle 2636"/>
              <p:cNvSpPr/>
              <p:nvPr/>
            </p:nvSpPr>
            <p:spPr>
              <a:xfrm>
                <a:off x="2538" y="348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7" name="Rectangle 2637"/>
              <p:cNvSpPr/>
              <p:nvPr/>
            </p:nvSpPr>
            <p:spPr>
              <a:xfrm>
                <a:off x="2543" y="34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8" name="Rectangle 2638"/>
              <p:cNvSpPr/>
              <p:nvPr/>
            </p:nvSpPr>
            <p:spPr>
              <a:xfrm>
                <a:off x="2548" y="347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09" name="Rectangle 2639"/>
              <p:cNvSpPr/>
              <p:nvPr/>
            </p:nvSpPr>
            <p:spPr>
              <a:xfrm>
                <a:off x="2559" y="3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0" name="Rectangle 2640"/>
              <p:cNvSpPr/>
              <p:nvPr/>
            </p:nvSpPr>
            <p:spPr>
              <a:xfrm>
                <a:off x="2564" y="346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1" name="Rectangle 2641"/>
              <p:cNvSpPr/>
              <p:nvPr/>
            </p:nvSpPr>
            <p:spPr>
              <a:xfrm>
                <a:off x="2569" y="34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2" name="Rectangle 2642"/>
              <p:cNvSpPr/>
              <p:nvPr/>
            </p:nvSpPr>
            <p:spPr>
              <a:xfrm>
                <a:off x="2574" y="34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3" name="Rectangle 2643"/>
              <p:cNvSpPr/>
              <p:nvPr/>
            </p:nvSpPr>
            <p:spPr>
              <a:xfrm>
                <a:off x="2584" y="34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4" name="Rectangle 2644"/>
              <p:cNvSpPr/>
              <p:nvPr/>
            </p:nvSpPr>
            <p:spPr>
              <a:xfrm>
                <a:off x="2589" y="344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5" name="Rectangle 2645"/>
              <p:cNvSpPr/>
              <p:nvPr/>
            </p:nvSpPr>
            <p:spPr>
              <a:xfrm>
                <a:off x="2595" y="34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6" name="Rectangle 2646"/>
              <p:cNvSpPr/>
              <p:nvPr/>
            </p:nvSpPr>
            <p:spPr>
              <a:xfrm>
                <a:off x="2600" y="34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7" name="Rectangle 2647"/>
              <p:cNvSpPr/>
              <p:nvPr/>
            </p:nvSpPr>
            <p:spPr>
              <a:xfrm>
                <a:off x="2610" y="342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8" name="Rectangle 2648"/>
              <p:cNvSpPr/>
              <p:nvPr/>
            </p:nvSpPr>
            <p:spPr>
              <a:xfrm>
                <a:off x="2615" y="34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19" name="Rectangle 2649"/>
              <p:cNvSpPr/>
              <p:nvPr/>
            </p:nvSpPr>
            <p:spPr>
              <a:xfrm>
                <a:off x="2620" y="341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0" name="Rectangle 2650"/>
              <p:cNvSpPr/>
              <p:nvPr/>
            </p:nvSpPr>
            <p:spPr>
              <a:xfrm>
                <a:off x="2626" y="34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1" name="Rectangle 2651"/>
              <p:cNvSpPr/>
              <p:nvPr/>
            </p:nvSpPr>
            <p:spPr>
              <a:xfrm>
                <a:off x="2636" y="34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2" name="Rectangle 2652"/>
              <p:cNvSpPr/>
              <p:nvPr/>
            </p:nvSpPr>
            <p:spPr>
              <a:xfrm>
                <a:off x="2641" y="3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3" name="Rectangle 2653"/>
              <p:cNvSpPr/>
              <p:nvPr/>
            </p:nvSpPr>
            <p:spPr>
              <a:xfrm>
                <a:off x="2646" y="339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4" name="Rectangle 2654"/>
              <p:cNvSpPr/>
              <p:nvPr/>
            </p:nvSpPr>
            <p:spPr>
              <a:xfrm>
                <a:off x="2651" y="339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5" name="Rectangle 2655"/>
              <p:cNvSpPr/>
              <p:nvPr/>
            </p:nvSpPr>
            <p:spPr>
              <a:xfrm>
                <a:off x="2662" y="33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6" name="Rectangle 2656"/>
              <p:cNvSpPr/>
              <p:nvPr/>
            </p:nvSpPr>
            <p:spPr>
              <a:xfrm>
                <a:off x="2667" y="33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7" name="Rectangle 2657"/>
              <p:cNvSpPr/>
              <p:nvPr/>
            </p:nvSpPr>
            <p:spPr>
              <a:xfrm>
                <a:off x="2672" y="33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8" name="Rectangle 2658"/>
              <p:cNvSpPr/>
              <p:nvPr/>
            </p:nvSpPr>
            <p:spPr>
              <a:xfrm>
                <a:off x="2677" y="3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29" name="Rectangle 2659"/>
              <p:cNvSpPr/>
              <p:nvPr/>
            </p:nvSpPr>
            <p:spPr>
              <a:xfrm>
                <a:off x="2687" y="336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0" name="Rectangle 2660"/>
              <p:cNvSpPr/>
              <p:nvPr/>
            </p:nvSpPr>
            <p:spPr>
              <a:xfrm>
                <a:off x="2693" y="336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1" name="Rectangle 2661"/>
              <p:cNvSpPr/>
              <p:nvPr/>
            </p:nvSpPr>
            <p:spPr>
              <a:xfrm>
                <a:off x="2698" y="33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2" name="Rectangle 2662"/>
              <p:cNvSpPr/>
              <p:nvPr/>
            </p:nvSpPr>
            <p:spPr>
              <a:xfrm>
                <a:off x="2703" y="33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3" name="Rectangle 2663"/>
              <p:cNvSpPr/>
              <p:nvPr/>
            </p:nvSpPr>
            <p:spPr>
              <a:xfrm>
                <a:off x="2713" y="33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4" name="Rectangle 2664"/>
              <p:cNvSpPr/>
              <p:nvPr/>
            </p:nvSpPr>
            <p:spPr>
              <a:xfrm>
                <a:off x="2718" y="334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5" name="Rectangle 2665"/>
              <p:cNvSpPr/>
              <p:nvPr/>
            </p:nvSpPr>
            <p:spPr>
              <a:xfrm>
                <a:off x="2724" y="33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6" name="Rectangle 2666"/>
              <p:cNvSpPr/>
              <p:nvPr/>
            </p:nvSpPr>
            <p:spPr>
              <a:xfrm>
                <a:off x="2729" y="332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7" name="Rectangle 2667"/>
              <p:cNvSpPr/>
              <p:nvPr/>
            </p:nvSpPr>
            <p:spPr>
              <a:xfrm>
                <a:off x="2739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8" name="Rectangle 2668"/>
              <p:cNvSpPr/>
              <p:nvPr/>
            </p:nvSpPr>
            <p:spPr>
              <a:xfrm>
                <a:off x="2744" y="33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39" name="Rectangle 2669"/>
              <p:cNvSpPr/>
              <p:nvPr/>
            </p:nvSpPr>
            <p:spPr>
              <a:xfrm>
                <a:off x="2749" y="331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0" name="Rectangle 2670"/>
              <p:cNvSpPr/>
              <p:nvPr/>
            </p:nvSpPr>
            <p:spPr>
              <a:xfrm>
                <a:off x="2754" y="330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1" name="Rectangle 2671"/>
              <p:cNvSpPr/>
              <p:nvPr/>
            </p:nvSpPr>
            <p:spPr>
              <a:xfrm>
                <a:off x="2765" y="330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2" name="Rectangle 2672"/>
              <p:cNvSpPr/>
              <p:nvPr/>
            </p:nvSpPr>
            <p:spPr>
              <a:xfrm>
                <a:off x="2770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3" name="Rectangle 2673"/>
              <p:cNvSpPr/>
              <p:nvPr/>
            </p:nvSpPr>
            <p:spPr>
              <a:xfrm>
                <a:off x="2775" y="329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4" name="Rectangle 2674"/>
              <p:cNvSpPr/>
              <p:nvPr/>
            </p:nvSpPr>
            <p:spPr>
              <a:xfrm>
                <a:off x="2785" y="328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5" name="Rectangle 2675"/>
              <p:cNvSpPr/>
              <p:nvPr/>
            </p:nvSpPr>
            <p:spPr>
              <a:xfrm>
                <a:off x="2791" y="32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6" name="Rectangle 2676"/>
              <p:cNvSpPr/>
              <p:nvPr/>
            </p:nvSpPr>
            <p:spPr>
              <a:xfrm>
                <a:off x="2796" y="32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7" name="Rectangle 2677"/>
              <p:cNvSpPr/>
              <p:nvPr/>
            </p:nvSpPr>
            <p:spPr>
              <a:xfrm>
                <a:off x="2801" y="32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8" name="Rectangle 2678"/>
              <p:cNvSpPr/>
              <p:nvPr/>
            </p:nvSpPr>
            <p:spPr>
              <a:xfrm>
                <a:off x="2811" y="3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49" name="Rectangle 2679"/>
              <p:cNvSpPr/>
              <p:nvPr/>
            </p:nvSpPr>
            <p:spPr>
              <a:xfrm>
                <a:off x="2816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0" name="Rectangle 2680"/>
              <p:cNvSpPr/>
              <p:nvPr/>
            </p:nvSpPr>
            <p:spPr>
              <a:xfrm>
                <a:off x="2821" y="325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1" name="Rectangle 2681"/>
              <p:cNvSpPr/>
              <p:nvPr/>
            </p:nvSpPr>
            <p:spPr>
              <a:xfrm>
                <a:off x="2827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2" name="Rectangle 2682"/>
              <p:cNvSpPr/>
              <p:nvPr/>
            </p:nvSpPr>
            <p:spPr>
              <a:xfrm>
                <a:off x="2837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3" name="Rectangle 2683"/>
              <p:cNvSpPr/>
              <p:nvPr/>
            </p:nvSpPr>
            <p:spPr>
              <a:xfrm>
                <a:off x="2842" y="32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4" name="Rectangle 2684"/>
              <p:cNvSpPr/>
              <p:nvPr/>
            </p:nvSpPr>
            <p:spPr>
              <a:xfrm>
                <a:off x="2847" y="32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5" name="Rectangle 2685"/>
              <p:cNvSpPr/>
              <p:nvPr/>
            </p:nvSpPr>
            <p:spPr>
              <a:xfrm>
                <a:off x="2852" y="32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6" name="Rectangle 2686"/>
              <p:cNvSpPr/>
              <p:nvPr/>
            </p:nvSpPr>
            <p:spPr>
              <a:xfrm>
                <a:off x="2863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7" name="Rectangle 2687"/>
              <p:cNvSpPr/>
              <p:nvPr/>
            </p:nvSpPr>
            <p:spPr>
              <a:xfrm>
                <a:off x="2868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8" name="Rectangle 2688"/>
              <p:cNvSpPr/>
              <p:nvPr/>
            </p:nvSpPr>
            <p:spPr>
              <a:xfrm>
                <a:off x="2873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59" name="Rectangle 2689"/>
              <p:cNvSpPr/>
              <p:nvPr/>
            </p:nvSpPr>
            <p:spPr>
              <a:xfrm>
                <a:off x="2878" y="321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0" name="Rectangle 2690"/>
              <p:cNvSpPr/>
              <p:nvPr/>
            </p:nvSpPr>
            <p:spPr>
              <a:xfrm>
                <a:off x="2889" y="32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1" name="Rectangle 2691"/>
              <p:cNvSpPr/>
              <p:nvPr/>
            </p:nvSpPr>
            <p:spPr>
              <a:xfrm>
                <a:off x="2894" y="3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2" name="Rectangle 2692"/>
              <p:cNvSpPr/>
              <p:nvPr/>
            </p:nvSpPr>
            <p:spPr>
              <a:xfrm>
                <a:off x="2899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3" name="Rectangle 2693"/>
              <p:cNvSpPr/>
              <p:nvPr/>
            </p:nvSpPr>
            <p:spPr>
              <a:xfrm>
                <a:off x="2904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4" name="Rectangle 2694"/>
              <p:cNvSpPr/>
              <p:nvPr/>
            </p:nvSpPr>
            <p:spPr>
              <a:xfrm>
                <a:off x="2914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5" name="Rectangle 2695"/>
              <p:cNvSpPr/>
              <p:nvPr/>
            </p:nvSpPr>
            <p:spPr>
              <a:xfrm>
                <a:off x="2919" y="318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6" name="Rectangle 2696"/>
              <p:cNvSpPr/>
              <p:nvPr/>
            </p:nvSpPr>
            <p:spPr>
              <a:xfrm>
                <a:off x="2925" y="31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7" name="Rectangle 2697"/>
              <p:cNvSpPr/>
              <p:nvPr/>
            </p:nvSpPr>
            <p:spPr>
              <a:xfrm>
                <a:off x="2930" y="31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8" name="Rectangle 2698"/>
              <p:cNvSpPr/>
              <p:nvPr/>
            </p:nvSpPr>
            <p:spPr>
              <a:xfrm>
                <a:off x="2940" y="31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69" name="Rectangle 2699"/>
              <p:cNvSpPr/>
              <p:nvPr/>
            </p:nvSpPr>
            <p:spPr>
              <a:xfrm>
                <a:off x="2945" y="31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0" name="Rectangle 2700"/>
              <p:cNvSpPr/>
              <p:nvPr/>
            </p:nvSpPr>
            <p:spPr>
              <a:xfrm>
                <a:off x="2950" y="3154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1" name="Rectangle 2701"/>
              <p:cNvSpPr/>
              <p:nvPr/>
            </p:nvSpPr>
            <p:spPr>
              <a:xfrm>
                <a:off x="2956" y="31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2" name="Rectangle 2702"/>
              <p:cNvSpPr/>
              <p:nvPr/>
            </p:nvSpPr>
            <p:spPr>
              <a:xfrm>
                <a:off x="2966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3" name="Rectangle 2703"/>
              <p:cNvSpPr/>
              <p:nvPr/>
            </p:nvSpPr>
            <p:spPr>
              <a:xfrm>
                <a:off x="2971" y="31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4" name="Rectangle 2704"/>
              <p:cNvSpPr/>
              <p:nvPr/>
            </p:nvSpPr>
            <p:spPr>
              <a:xfrm>
                <a:off x="2976" y="31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5" name="Rectangle 2705"/>
              <p:cNvSpPr/>
              <p:nvPr/>
            </p:nvSpPr>
            <p:spPr>
              <a:xfrm>
                <a:off x="2981" y="312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6" name="Rectangle 2706"/>
              <p:cNvSpPr/>
              <p:nvPr/>
            </p:nvSpPr>
            <p:spPr>
              <a:xfrm>
                <a:off x="2992" y="312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7" name="Rectangle 2707"/>
              <p:cNvSpPr/>
              <p:nvPr/>
            </p:nvSpPr>
            <p:spPr>
              <a:xfrm>
                <a:off x="2997" y="31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8" name="Rectangle 2708"/>
              <p:cNvSpPr/>
              <p:nvPr/>
            </p:nvSpPr>
            <p:spPr>
              <a:xfrm>
                <a:off x="3002" y="31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79" name="Rectangle 2709"/>
              <p:cNvSpPr/>
              <p:nvPr/>
            </p:nvSpPr>
            <p:spPr>
              <a:xfrm>
                <a:off x="3007" y="31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0" name="Rectangle 2710"/>
              <p:cNvSpPr/>
              <p:nvPr/>
            </p:nvSpPr>
            <p:spPr>
              <a:xfrm>
                <a:off x="3017" y="310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1" name="Rectangle 2711"/>
              <p:cNvSpPr/>
              <p:nvPr/>
            </p:nvSpPr>
            <p:spPr>
              <a:xfrm>
                <a:off x="3023" y="30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2" name="Rectangle 2712"/>
              <p:cNvSpPr/>
              <p:nvPr/>
            </p:nvSpPr>
            <p:spPr>
              <a:xfrm>
                <a:off x="3028" y="30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3" name="Rectangle 2713"/>
              <p:cNvSpPr/>
              <p:nvPr/>
            </p:nvSpPr>
            <p:spPr>
              <a:xfrm>
                <a:off x="3033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4" name="Rectangle 2714"/>
              <p:cNvSpPr/>
              <p:nvPr/>
            </p:nvSpPr>
            <p:spPr>
              <a:xfrm>
                <a:off x="3043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5" name="Rectangle 2715"/>
              <p:cNvSpPr/>
              <p:nvPr/>
            </p:nvSpPr>
            <p:spPr>
              <a:xfrm>
                <a:off x="3048" y="30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6" name="Rectangle 2716"/>
              <p:cNvSpPr/>
              <p:nvPr/>
            </p:nvSpPr>
            <p:spPr>
              <a:xfrm>
                <a:off x="3053" y="307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7" name="Rectangle 2717"/>
              <p:cNvSpPr/>
              <p:nvPr/>
            </p:nvSpPr>
            <p:spPr>
              <a:xfrm>
                <a:off x="3059" y="30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8" name="Rectangle 2718"/>
              <p:cNvSpPr/>
              <p:nvPr/>
            </p:nvSpPr>
            <p:spPr>
              <a:xfrm>
                <a:off x="3069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89" name="Rectangle 2719"/>
              <p:cNvSpPr/>
              <p:nvPr/>
            </p:nvSpPr>
            <p:spPr>
              <a:xfrm>
                <a:off x="3074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0" name="Rectangle 2720"/>
              <p:cNvSpPr/>
              <p:nvPr/>
            </p:nvSpPr>
            <p:spPr>
              <a:xfrm>
                <a:off x="3079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1" name="Rectangle 2721"/>
              <p:cNvSpPr/>
              <p:nvPr/>
            </p:nvSpPr>
            <p:spPr>
              <a:xfrm>
                <a:off x="3084" y="30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2" name="Rectangle 2722"/>
              <p:cNvSpPr/>
              <p:nvPr/>
            </p:nvSpPr>
            <p:spPr>
              <a:xfrm>
                <a:off x="3095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3" name="Rectangle 2723"/>
              <p:cNvSpPr/>
              <p:nvPr/>
            </p:nvSpPr>
            <p:spPr>
              <a:xfrm>
                <a:off x="3100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4" name="Rectangle 2724"/>
              <p:cNvSpPr/>
              <p:nvPr/>
            </p:nvSpPr>
            <p:spPr>
              <a:xfrm>
                <a:off x="3105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5" name="Rectangle 2725"/>
              <p:cNvSpPr/>
              <p:nvPr/>
            </p:nvSpPr>
            <p:spPr>
              <a:xfrm>
                <a:off x="3110" y="30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6" name="Rectangle 2726"/>
              <p:cNvSpPr/>
              <p:nvPr/>
            </p:nvSpPr>
            <p:spPr>
              <a:xfrm>
                <a:off x="3121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7" name="Rectangle 2727"/>
              <p:cNvSpPr/>
              <p:nvPr/>
            </p:nvSpPr>
            <p:spPr>
              <a:xfrm>
                <a:off x="3126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8" name="Rectangle 2728"/>
              <p:cNvSpPr/>
              <p:nvPr/>
            </p:nvSpPr>
            <p:spPr>
              <a:xfrm>
                <a:off x="3131" y="30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099" name="Rectangle 2729"/>
              <p:cNvSpPr/>
              <p:nvPr/>
            </p:nvSpPr>
            <p:spPr>
              <a:xfrm>
                <a:off x="3136" y="30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0" name="Rectangle 2730"/>
              <p:cNvSpPr/>
              <p:nvPr/>
            </p:nvSpPr>
            <p:spPr>
              <a:xfrm>
                <a:off x="3146" y="30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1" name="Rectangle 2731"/>
              <p:cNvSpPr/>
              <p:nvPr/>
            </p:nvSpPr>
            <p:spPr>
              <a:xfrm>
                <a:off x="3151" y="299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2" name="Rectangle 2732"/>
              <p:cNvSpPr/>
              <p:nvPr/>
            </p:nvSpPr>
            <p:spPr>
              <a:xfrm>
                <a:off x="3157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3" name="Rectangle 2733"/>
              <p:cNvSpPr/>
              <p:nvPr/>
            </p:nvSpPr>
            <p:spPr>
              <a:xfrm>
                <a:off x="3162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4" name="Rectangle 2734"/>
              <p:cNvSpPr/>
              <p:nvPr/>
            </p:nvSpPr>
            <p:spPr>
              <a:xfrm>
                <a:off x="3172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5" name="Rectangle 2735"/>
              <p:cNvSpPr/>
              <p:nvPr/>
            </p:nvSpPr>
            <p:spPr>
              <a:xfrm>
                <a:off x="3177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6" name="Rectangle 2736"/>
              <p:cNvSpPr/>
              <p:nvPr/>
            </p:nvSpPr>
            <p:spPr>
              <a:xfrm>
                <a:off x="3182" y="296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7" name="Rectangle 2737"/>
              <p:cNvSpPr/>
              <p:nvPr/>
            </p:nvSpPr>
            <p:spPr>
              <a:xfrm>
                <a:off x="3188" y="29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8" name="Rectangle 2738"/>
              <p:cNvSpPr/>
              <p:nvPr/>
            </p:nvSpPr>
            <p:spPr>
              <a:xfrm>
                <a:off x="3198" y="29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09" name="Rectangle 2739"/>
              <p:cNvSpPr/>
              <p:nvPr/>
            </p:nvSpPr>
            <p:spPr>
              <a:xfrm>
                <a:off x="3203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0" name="Rectangle 2740"/>
              <p:cNvSpPr/>
              <p:nvPr/>
            </p:nvSpPr>
            <p:spPr>
              <a:xfrm>
                <a:off x="3208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1" name="Rectangle 2741"/>
              <p:cNvSpPr/>
              <p:nvPr/>
            </p:nvSpPr>
            <p:spPr>
              <a:xfrm>
                <a:off x="3218" y="294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2" name="Rectangle 2742"/>
              <p:cNvSpPr/>
              <p:nvPr/>
            </p:nvSpPr>
            <p:spPr>
              <a:xfrm>
                <a:off x="3224" y="29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3" name="Rectangle 2743"/>
              <p:cNvSpPr/>
              <p:nvPr/>
            </p:nvSpPr>
            <p:spPr>
              <a:xfrm>
                <a:off x="3229" y="29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4" name="Rectangle 2744"/>
              <p:cNvSpPr/>
              <p:nvPr/>
            </p:nvSpPr>
            <p:spPr>
              <a:xfrm>
                <a:off x="3234" y="29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5" name="Rectangle 2745"/>
              <p:cNvSpPr/>
              <p:nvPr/>
            </p:nvSpPr>
            <p:spPr>
              <a:xfrm>
                <a:off x="3244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6" name="Rectangle 2746"/>
              <p:cNvSpPr/>
              <p:nvPr/>
            </p:nvSpPr>
            <p:spPr>
              <a:xfrm>
                <a:off x="3249" y="2917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7" name="Rectangle 2747"/>
              <p:cNvSpPr/>
              <p:nvPr/>
            </p:nvSpPr>
            <p:spPr>
              <a:xfrm>
                <a:off x="3255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8" name="Rectangle 2748"/>
              <p:cNvSpPr/>
              <p:nvPr/>
            </p:nvSpPr>
            <p:spPr>
              <a:xfrm>
                <a:off x="3260" y="29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19" name="Rectangle 2749"/>
              <p:cNvSpPr/>
              <p:nvPr/>
            </p:nvSpPr>
            <p:spPr>
              <a:xfrm>
                <a:off x="3270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0" name="Rectangle 2750"/>
              <p:cNvSpPr/>
              <p:nvPr/>
            </p:nvSpPr>
            <p:spPr>
              <a:xfrm>
                <a:off x="3275" y="28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1" name="Rectangle 2751"/>
              <p:cNvSpPr/>
              <p:nvPr/>
            </p:nvSpPr>
            <p:spPr>
              <a:xfrm>
                <a:off x="3280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2" name="Rectangle 2752"/>
              <p:cNvSpPr/>
              <p:nvPr/>
            </p:nvSpPr>
            <p:spPr>
              <a:xfrm>
                <a:off x="3285" y="288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3" name="Rectangle 2753"/>
              <p:cNvSpPr/>
              <p:nvPr/>
            </p:nvSpPr>
            <p:spPr>
              <a:xfrm>
                <a:off x="3296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4" name="Rectangle 2754"/>
              <p:cNvSpPr/>
              <p:nvPr/>
            </p:nvSpPr>
            <p:spPr>
              <a:xfrm>
                <a:off x="3301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5" name="Rectangle 2755"/>
              <p:cNvSpPr/>
              <p:nvPr/>
            </p:nvSpPr>
            <p:spPr>
              <a:xfrm>
                <a:off x="3306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6" name="Rectangle 2756"/>
              <p:cNvSpPr/>
              <p:nvPr/>
            </p:nvSpPr>
            <p:spPr>
              <a:xfrm>
                <a:off x="3311" y="286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7" name="Rectangle 2757"/>
              <p:cNvSpPr/>
              <p:nvPr/>
            </p:nvSpPr>
            <p:spPr>
              <a:xfrm>
                <a:off x="3322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8" name="Rectangle 2758"/>
              <p:cNvSpPr/>
              <p:nvPr/>
            </p:nvSpPr>
            <p:spPr>
              <a:xfrm>
                <a:off x="3327" y="28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29" name="Rectangle 2759"/>
              <p:cNvSpPr/>
              <p:nvPr/>
            </p:nvSpPr>
            <p:spPr>
              <a:xfrm>
                <a:off x="3332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0" name="Rectangle 2760"/>
              <p:cNvSpPr/>
              <p:nvPr/>
            </p:nvSpPr>
            <p:spPr>
              <a:xfrm>
                <a:off x="3337" y="28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1" name="Rectangle 2761"/>
              <p:cNvSpPr/>
              <p:nvPr/>
            </p:nvSpPr>
            <p:spPr>
              <a:xfrm>
                <a:off x="3347" y="284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2" name="Rectangle 2762"/>
              <p:cNvSpPr/>
              <p:nvPr/>
            </p:nvSpPr>
            <p:spPr>
              <a:xfrm>
                <a:off x="3353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3" name="Rectangle 2763"/>
              <p:cNvSpPr/>
              <p:nvPr/>
            </p:nvSpPr>
            <p:spPr>
              <a:xfrm>
                <a:off x="3358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4" name="Rectangle 2764"/>
              <p:cNvSpPr/>
              <p:nvPr/>
            </p:nvSpPr>
            <p:spPr>
              <a:xfrm>
                <a:off x="3363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5" name="Rectangle 2765"/>
              <p:cNvSpPr/>
              <p:nvPr/>
            </p:nvSpPr>
            <p:spPr>
              <a:xfrm>
                <a:off x="3373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6" name="Rectangle 2766"/>
              <p:cNvSpPr/>
              <p:nvPr/>
            </p:nvSpPr>
            <p:spPr>
              <a:xfrm>
                <a:off x="3378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7" name="Rectangle 2767"/>
              <p:cNvSpPr/>
              <p:nvPr/>
            </p:nvSpPr>
            <p:spPr>
              <a:xfrm>
                <a:off x="3383" y="280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8" name="Rectangle 2768"/>
              <p:cNvSpPr/>
              <p:nvPr/>
            </p:nvSpPr>
            <p:spPr>
              <a:xfrm>
                <a:off x="3389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39" name="Rectangle 2769"/>
              <p:cNvSpPr/>
              <p:nvPr/>
            </p:nvSpPr>
            <p:spPr>
              <a:xfrm>
                <a:off x="3399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0" name="Rectangle 2770"/>
              <p:cNvSpPr/>
              <p:nvPr/>
            </p:nvSpPr>
            <p:spPr>
              <a:xfrm>
                <a:off x="3404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1" name="Rectangle 2771"/>
              <p:cNvSpPr/>
              <p:nvPr/>
            </p:nvSpPr>
            <p:spPr>
              <a:xfrm>
                <a:off x="2095" y="2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2" name="Rectangle 2772"/>
              <p:cNvSpPr/>
              <p:nvPr/>
            </p:nvSpPr>
            <p:spPr>
              <a:xfrm>
                <a:off x="2100" y="220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3" name="Rectangle 2773"/>
              <p:cNvSpPr/>
              <p:nvPr/>
            </p:nvSpPr>
            <p:spPr>
              <a:xfrm>
                <a:off x="2110" y="22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4" name="Rectangle 2774"/>
              <p:cNvSpPr/>
              <p:nvPr/>
            </p:nvSpPr>
            <p:spPr>
              <a:xfrm>
                <a:off x="2120" y="221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5" name="Rectangle 2775"/>
              <p:cNvSpPr/>
              <p:nvPr/>
            </p:nvSpPr>
            <p:spPr>
              <a:xfrm>
                <a:off x="2131" y="22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6" name="Rectangle 2776"/>
              <p:cNvSpPr/>
              <p:nvPr/>
            </p:nvSpPr>
            <p:spPr>
              <a:xfrm>
                <a:off x="2141" y="222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7" name="Rectangle 2777"/>
              <p:cNvSpPr/>
              <p:nvPr/>
            </p:nvSpPr>
            <p:spPr>
              <a:xfrm>
                <a:off x="2151" y="22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8" name="Rectangle 2778"/>
              <p:cNvSpPr/>
              <p:nvPr/>
            </p:nvSpPr>
            <p:spPr>
              <a:xfrm>
                <a:off x="2162" y="223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49" name="Rectangle 2779"/>
              <p:cNvSpPr/>
              <p:nvPr/>
            </p:nvSpPr>
            <p:spPr>
              <a:xfrm>
                <a:off x="2167" y="22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0" name="Rectangle 2780"/>
              <p:cNvSpPr/>
              <p:nvPr/>
            </p:nvSpPr>
            <p:spPr>
              <a:xfrm>
                <a:off x="2177" y="22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1" name="Rectangle 2781"/>
              <p:cNvSpPr/>
              <p:nvPr/>
            </p:nvSpPr>
            <p:spPr>
              <a:xfrm>
                <a:off x="2187" y="225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2" name="Rectangle 2782"/>
              <p:cNvSpPr/>
              <p:nvPr/>
            </p:nvSpPr>
            <p:spPr>
              <a:xfrm>
                <a:off x="2198" y="22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3" name="Rectangle 2783"/>
              <p:cNvSpPr/>
              <p:nvPr/>
            </p:nvSpPr>
            <p:spPr>
              <a:xfrm>
                <a:off x="2208" y="2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4" name="Rectangle 2784"/>
              <p:cNvSpPr/>
              <p:nvPr/>
            </p:nvSpPr>
            <p:spPr>
              <a:xfrm>
                <a:off x="2218" y="226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5" name="Rectangle 2785"/>
              <p:cNvSpPr/>
              <p:nvPr/>
            </p:nvSpPr>
            <p:spPr>
              <a:xfrm>
                <a:off x="2229" y="227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6" name="Rectangle 2786"/>
              <p:cNvSpPr/>
              <p:nvPr/>
            </p:nvSpPr>
            <p:spPr>
              <a:xfrm>
                <a:off x="2239" y="22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7" name="Rectangle 2787"/>
              <p:cNvSpPr/>
              <p:nvPr/>
            </p:nvSpPr>
            <p:spPr>
              <a:xfrm>
                <a:off x="2244" y="228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8" name="Rectangle 2788"/>
              <p:cNvSpPr/>
              <p:nvPr/>
            </p:nvSpPr>
            <p:spPr>
              <a:xfrm>
                <a:off x="2254" y="228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59" name="Rectangle 2789"/>
              <p:cNvSpPr/>
              <p:nvPr/>
            </p:nvSpPr>
            <p:spPr>
              <a:xfrm>
                <a:off x="2265" y="22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0" name="Rectangle 2790"/>
              <p:cNvSpPr/>
              <p:nvPr/>
            </p:nvSpPr>
            <p:spPr>
              <a:xfrm>
                <a:off x="2275" y="2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1" name="Rectangle 2791"/>
              <p:cNvSpPr/>
              <p:nvPr/>
            </p:nvSpPr>
            <p:spPr>
              <a:xfrm>
                <a:off x="2285" y="230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2" name="Rectangle 2792"/>
              <p:cNvSpPr/>
              <p:nvPr/>
            </p:nvSpPr>
            <p:spPr>
              <a:xfrm>
                <a:off x="2296" y="23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3" name="Rectangle 2793"/>
              <p:cNvSpPr/>
              <p:nvPr/>
            </p:nvSpPr>
            <p:spPr>
              <a:xfrm>
                <a:off x="2306" y="23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4" name="Rectangle 2794"/>
              <p:cNvSpPr/>
              <p:nvPr/>
            </p:nvSpPr>
            <p:spPr>
              <a:xfrm>
                <a:off x="2311" y="23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5" name="Rectangle 2795"/>
              <p:cNvSpPr/>
              <p:nvPr/>
            </p:nvSpPr>
            <p:spPr>
              <a:xfrm>
                <a:off x="2321" y="232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6" name="Rectangle 2796"/>
              <p:cNvSpPr/>
              <p:nvPr/>
            </p:nvSpPr>
            <p:spPr>
              <a:xfrm>
                <a:off x="2332" y="233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7" name="Rectangle 2797"/>
              <p:cNvSpPr/>
              <p:nvPr/>
            </p:nvSpPr>
            <p:spPr>
              <a:xfrm>
                <a:off x="2342" y="2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8" name="Rectangle 2798"/>
              <p:cNvSpPr/>
              <p:nvPr/>
            </p:nvSpPr>
            <p:spPr>
              <a:xfrm>
                <a:off x="2352" y="234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69" name="Rectangle 2799"/>
              <p:cNvSpPr/>
              <p:nvPr/>
            </p:nvSpPr>
            <p:spPr>
              <a:xfrm>
                <a:off x="2363" y="23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0" name="Rectangle 2800"/>
              <p:cNvSpPr/>
              <p:nvPr/>
            </p:nvSpPr>
            <p:spPr>
              <a:xfrm>
                <a:off x="2373" y="23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1" name="Rectangle 2801"/>
              <p:cNvSpPr/>
              <p:nvPr/>
            </p:nvSpPr>
            <p:spPr>
              <a:xfrm>
                <a:off x="2378" y="23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2" name="Rectangle 2802"/>
              <p:cNvSpPr/>
              <p:nvPr/>
            </p:nvSpPr>
            <p:spPr>
              <a:xfrm>
                <a:off x="2388" y="236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3" name="Rectangle 2803"/>
              <p:cNvSpPr/>
              <p:nvPr/>
            </p:nvSpPr>
            <p:spPr>
              <a:xfrm>
                <a:off x="2399" y="2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4" name="Rectangle 2804"/>
              <p:cNvSpPr/>
              <p:nvPr/>
            </p:nvSpPr>
            <p:spPr>
              <a:xfrm>
                <a:off x="2409" y="2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5" name="Rectangle 2805"/>
              <p:cNvSpPr/>
              <p:nvPr/>
            </p:nvSpPr>
            <p:spPr>
              <a:xfrm>
                <a:off x="2419" y="237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6" name="Rectangle 2806"/>
              <p:cNvSpPr/>
              <p:nvPr/>
            </p:nvSpPr>
            <p:spPr>
              <a:xfrm>
                <a:off x="2430" y="23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7" name="Rectangle 2807"/>
              <p:cNvSpPr/>
              <p:nvPr/>
            </p:nvSpPr>
            <p:spPr>
              <a:xfrm>
                <a:off x="2440" y="238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8" name="Rectangle 2808"/>
              <p:cNvSpPr/>
              <p:nvPr/>
            </p:nvSpPr>
            <p:spPr>
              <a:xfrm>
                <a:off x="2445" y="23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79" name="Rectangle 2809"/>
              <p:cNvSpPr/>
              <p:nvPr/>
            </p:nvSpPr>
            <p:spPr>
              <a:xfrm>
                <a:off x="2455" y="239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0" name="Rectangle 2810"/>
              <p:cNvSpPr/>
              <p:nvPr/>
            </p:nvSpPr>
            <p:spPr>
              <a:xfrm>
                <a:off x="2466" y="2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1" name="Rectangle 2811"/>
              <p:cNvSpPr/>
              <p:nvPr/>
            </p:nvSpPr>
            <p:spPr>
              <a:xfrm>
                <a:off x="2476" y="240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2" name="Rectangle 2812"/>
              <p:cNvSpPr/>
              <p:nvPr/>
            </p:nvSpPr>
            <p:spPr>
              <a:xfrm>
                <a:off x="2486" y="241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3" name="Rectangle 2813"/>
              <p:cNvSpPr/>
              <p:nvPr/>
            </p:nvSpPr>
            <p:spPr>
              <a:xfrm>
                <a:off x="2497" y="24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4" name="Rectangle 2814"/>
              <p:cNvSpPr/>
              <p:nvPr/>
            </p:nvSpPr>
            <p:spPr>
              <a:xfrm>
                <a:off x="2507" y="24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5" name="Rectangle 2815"/>
              <p:cNvSpPr/>
              <p:nvPr/>
            </p:nvSpPr>
            <p:spPr>
              <a:xfrm>
                <a:off x="2517" y="24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6" name="Rectangle 2816"/>
              <p:cNvSpPr/>
              <p:nvPr/>
            </p:nvSpPr>
            <p:spPr>
              <a:xfrm>
                <a:off x="2522" y="243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7" name="Rectangle 2817"/>
              <p:cNvSpPr/>
              <p:nvPr/>
            </p:nvSpPr>
            <p:spPr>
              <a:xfrm>
                <a:off x="2533" y="24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8" name="Rectangle 2818"/>
              <p:cNvSpPr/>
              <p:nvPr/>
            </p:nvSpPr>
            <p:spPr>
              <a:xfrm>
                <a:off x="2543" y="244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1189" name="Rectangle 2819"/>
              <p:cNvSpPr/>
              <p:nvPr/>
            </p:nvSpPr>
            <p:spPr>
              <a:xfrm>
                <a:off x="2553" y="244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2" name="Group 2820"/>
            <p:cNvGrpSpPr/>
            <p:nvPr/>
          </p:nvGrpSpPr>
          <p:grpSpPr>
            <a:xfrm>
              <a:off x="2012" y="2268"/>
              <a:ext cx="1413" cy="711"/>
              <a:chOff x="2012" y="2268"/>
              <a:chExt cx="1413" cy="711"/>
            </a:xfrm>
          </p:grpSpPr>
          <p:sp>
            <p:nvSpPr>
              <p:cNvPr id="30790" name="Rectangle 2821"/>
              <p:cNvSpPr/>
              <p:nvPr/>
            </p:nvSpPr>
            <p:spPr>
              <a:xfrm>
                <a:off x="2564" y="245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91" name="Rectangle 2822"/>
              <p:cNvSpPr/>
              <p:nvPr/>
            </p:nvSpPr>
            <p:spPr>
              <a:xfrm>
                <a:off x="2574" y="24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92" name="Rectangle 2823"/>
              <p:cNvSpPr/>
              <p:nvPr/>
            </p:nvSpPr>
            <p:spPr>
              <a:xfrm>
                <a:off x="2584" y="24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93" name="Rectangle 2824"/>
              <p:cNvSpPr/>
              <p:nvPr/>
            </p:nvSpPr>
            <p:spPr>
              <a:xfrm>
                <a:off x="2589" y="246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94" name="Rectangle 2825"/>
              <p:cNvSpPr/>
              <p:nvPr/>
            </p:nvSpPr>
            <p:spPr>
              <a:xfrm>
                <a:off x="2600" y="247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95" name="Rectangle 2826"/>
              <p:cNvSpPr/>
              <p:nvPr/>
            </p:nvSpPr>
            <p:spPr>
              <a:xfrm>
                <a:off x="2610" y="24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96" name="Rectangle 2827"/>
              <p:cNvSpPr/>
              <p:nvPr/>
            </p:nvSpPr>
            <p:spPr>
              <a:xfrm>
                <a:off x="2620" y="248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97" name="Rectangle 2828"/>
              <p:cNvSpPr/>
              <p:nvPr/>
            </p:nvSpPr>
            <p:spPr>
              <a:xfrm>
                <a:off x="2631" y="24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98" name="Rectangle 2829"/>
              <p:cNvSpPr/>
              <p:nvPr/>
            </p:nvSpPr>
            <p:spPr>
              <a:xfrm>
                <a:off x="2641" y="24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99" name="Rectangle 2830"/>
              <p:cNvSpPr/>
              <p:nvPr/>
            </p:nvSpPr>
            <p:spPr>
              <a:xfrm>
                <a:off x="2651" y="250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0" name="Rectangle 2831"/>
              <p:cNvSpPr/>
              <p:nvPr/>
            </p:nvSpPr>
            <p:spPr>
              <a:xfrm>
                <a:off x="2657" y="25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1" name="Rectangle 2832"/>
              <p:cNvSpPr/>
              <p:nvPr/>
            </p:nvSpPr>
            <p:spPr>
              <a:xfrm>
                <a:off x="2667" y="251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2" name="Rectangle 2833"/>
              <p:cNvSpPr/>
              <p:nvPr/>
            </p:nvSpPr>
            <p:spPr>
              <a:xfrm>
                <a:off x="2677" y="25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3" name="Rectangle 2834"/>
              <p:cNvSpPr/>
              <p:nvPr/>
            </p:nvSpPr>
            <p:spPr>
              <a:xfrm>
                <a:off x="2687" y="252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4" name="Rectangle 2835"/>
              <p:cNvSpPr/>
              <p:nvPr/>
            </p:nvSpPr>
            <p:spPr>
              <a:xfrm>
                <a:off x="2698" y="25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5" name="Rectangle 2836"/>
              <p:cNvSpPr/>
              <p:nvPr/>
            </p:nvSpPr>
            <p:spPr>
              <a:xfrm>
                <a:off x="2708" y="25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6" name="Rectangle 2837"/>
              <p:cNvSpPr/>
              <p:nvPr/>
            </p:nvSpPr>
            <p:spPr>
              <a:xfrm>
                <a:off x="2718" y="253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7" name="Rectangle 2838"/>
              <p:cNvSpPr/>
              <p:nvPr/>
            </p:nvSpPr>
            <p:spPr>
              <a:xfrm>
                <a:off x="2724" y="2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8" name="Rectangle 2839"/>
              <p:cNvSpPr/>
              <p:nvPr/>
            </p:nvSpPr>
            <p:spPr>
              <a:xfrm>
                <a:off x="2734" y="254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09" name="Rectangle 2840"/>
              <p:cNvSpPr/>
              <p:nvPr/>
            </p:nvSpPr>
            <p:spPr>
              <a:xfrm>
                <a:off x="2744" y="25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0" name="Rectangle 2841"/>
              <p:cNvSpPr/>
              <p:nvPr/>
            </p:nvSpPr>
            <p:spPr>
              <a:xfrm>
                <a:off x="2754" y="255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1" name="Rectangle 2842"/>
              <p:cNvSpPr/>
              <p:nvPr/>
            </p:nvSpPr>
            <p:spPr>
              <a:xfrm>
                <a:off x="2765" y="25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2" name="Rectangle 2843"/>
              <p:cNvSpPr/>
              <p:nvPr/>
            </p:nvSpPr>
            <p:spPr>
              <a:xfrm>
                <a:off x="2775" y="25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3" name="Rectangle 2844"/>
              <p:cNvSpPr/>
              <p:nvPr/>
            </p:nvSpPr>
            <p:spPr>
              <a:xfrm>
                <a:off x="2785" y="257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4" name="Rectangle 2845"/>
              <p:cNvSpPr/>
              <p:nvPr/>
            </p:nvSpPr>
            <p:spPr>
              <a:xfrm>
                <a:off x="2796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5" name="Rectangle 2846"/>
              <p:cNvSpPr/>
              <p:nvPr/>
            </p:nvSpPr>
            <p:spPr>
              <a:xfrm>
                <a:off x="2801" y="25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6" name="Rectangle 2847"/>
              <p:cNvSpPr/>
              <p:nvPr/>
            </p:nvSpPr>
            <p:spPr>
              <a:xfrm>
                <a:off x="2811" y="25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7" name="Rectangle 2848"/>
              <p:cNvSpPr/>
              <p:nvPr/>
            </p:nvSpPr>
            <p:spPr>
              <a:xfrm>
                <a:off x="2821" y="259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8" name="Rectangle 2849"/>
              <p:cNvSpPr/>
              <p:nvPr/>
            </p:nvSpPr>
            <p:spPr>
              <a:xfrm>
                <a:off x="2832" y="25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19" name="Rectangle 2850"/>
              <p:cNvSpPr/>
              <p:nvPr/>
            </p:nvSpPr>
            <p:spPr>
              <a:xfrm>
                <a:off x="2842" y="26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0" name="Rectangle 2851"/>
              <p:cNvSpPr/>
              <p:nvPr/>
            </p:nvSpPr>
            <p:spPr>
              <a:xfrm>
                <a:off x="2852" y="260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1" name="Rectangle 2852"/>
              <p:cNvSpPr/>
              <p:nvPr/>
            </p:nvSpPr>
            <p:spPr>
              <a:xfrm>
                <a:off x="2863" y="261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2" name="Rectangle 2853"/>
              <p:cNvSpPr/>
              <p:nvPr/>
            </p:nvSpPr>
            <p:spPr>
              <a:xfrm>
                <a:off x="2868" y="26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3" name="Rectangle 2854"/>
              <p:cNvSpPr/>
              <p:nvPr/>
            </p:nvSpPr>
            <p:spPr>
              <a:xfrm>
                <a:off x="2878" y="262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4" name="Rectangle 2855"/>
              <p:cNvSpPr/>
              <p:nvPr/>
            </p:nvSpPr>
            <p:spPr>
              <a:xfrm>
                <a:off x="2889" y="26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5" name="Rectangle 2856"/>
              <p:cNvSpPr/>
              <p:nvPr/>
            </p:nvSpPr>
            <p:spPr>
              <a:xfrm>
                <a:off x="2899" y="26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6" name="Rectangle 2857"/>
              <p:cNvSpPr/>
              <p:nvPr/>
            </p:nvSpPr>
            <p:spPr>
              <a:xfrm>
                <a:off x="2909" y="2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7" name="Rectangle 2858"/>
              <p:cNvSpPr/>
              <p:nvPr/>
            </p:nvSpPr>
            <p:spPr>
              <a:xfrm>
                <a:off x="2919" y="264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8" name="Rectangle 2859"/>
              <p:cNvSpPr/>
              <p:nvPr/>
            </p:nvSpPr>
            <p:spPr>
              <a:xfrm>
                <a:off x="2930" y="26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29" name="Rectangle 2860"/>
              <p:cNvSpPr/>
              <p:nvPr/>
            </p:nvSpPr>
            <p:spPr>
              <a:xfrm>
                <a:off x="2935" y="26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0" name="Rectangle 2861"/>
              <p:cNvSpPr/>
              <p:nvPr/>
            </p:nvSpPr>
            <p:spPr>
              <a:xfrm>
                <a:off x="2945" y="266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1" name="Rectangle 2862"/>
              <p:cNvSpPr/>
              <p:nvPr/>
            </p:nvSpPr>
            <p:spPr>
              <a:xfrm>
                <a:off x="2956" y="26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2" name="Rectangle 2863"/>
              <p:cNvSpPr/>
              <p:nvPr/>
            </p:nvSpPr>
            <p:spPr>
              <a:xfrm>
                <a:off x="2966" y="26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3" name="Rectangle 2864"/>
              <p:cNvSpPr/>
              <p:nvPr/>
            </p:nvSpPr>
            <p:spPr>
              <a:xfrm>
                <a:off x="2976" y="2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4" name="Rectangle 2865"/>
              <p:cNvSpPr/>
              <p:nvPr/>
            </p:nvSpPr>
            <p:spPr>
              <a:xfrm>
                <a:off x="2986" y="268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5" name="Rectangle 2866"/>
              <p:cNvSpPr/>
              <p:nvPr/>
            </p:nvSpPr>
            <p:spPr>
              <a:xfrm>
                <a:off x="2997" y="26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6" name="Rectangle 2867"/>
              <p:cNvSpPr/>
              <p:nvPr/>
            </p:nvSpPr>
            <p:spPr>
              <a:xfrm>
                <a:off x="3002" y="26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7" name="Rectangle 2868"/>
              <p:cNvSpPr/>
              <p:nvPr/>
            </p:nvSpPr>
            <p:spPr>
              <a:xfrm>
                <a:off x="3012" y="269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8" name="Rectangle 2869"/>
              <p:cNvSpPr/>
              <p:nvPr/>
            </p:nvSpPr>
            <p:spPr>
              <a:xfrm>
                <a:off x="3023" y="27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39" name="Rectangle 2870"/>
              <p:cNvSpPr/>
              <p:nvPr/>
            </p:nvSpPr>
            <p:spPr>
              <a:xfrm>
                <a:off x="3033" y="2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0" name="Rectangle 2871"/>
              <p:cNvSpPr/>
              <p:nvPr/>
            </p:nvSpPr>
            <p:spPr>
              <a:xfrm>
                <a:off x="3043" y="27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1" name="Rectangle 2872"/>
              <p:cNvSpPr/>
              <p:nvPr/>
            </p:nvSpPr>
            <p:spPr>
              <a:xfrm>
                <a:off x="3053" y="271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2" name="Rectangle 2873"/>
              <p:cNvSpPr/>
              <p:nvPr/>
            </p:nvSpPr>
            <p:spPr>
              <a:xfrm>
                <a:off x="3064" y="27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3" name="Rectangle 2874"/>
              <p:cNvSpPr/>
              <p:nvPr/>
            </p:nvSpPr>
            <p:spPr>
              <a:xfrm>
                <a:off x="3074" y="272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4" name="Rectangle 2875"/>
              <p:cNvSpPr/>
              <p:nvPr/>
            </p:nvSpPr>
            <p:spPr>
              <a:xfrm>
                <a:off x="3079" y="27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5" name="Rectangle 2876"/>
              <p:cNvSpPr/>
              <p:nvPr/>
            </p:nvSpPr>
            <p:spPr>
              <a:xfrm>
                <a:off x="3090" y="27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6" name="Rectangle 2877"/>
              <p:cNvSpPr/>
              <p:nvPr/>
            </p:nvSpPr>
            <p:spPr>
              <a:xfrm>
                <a:off x="3100" y="2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7" name="Rectangle 2878"/>
              <p:cNvSpPr/>
              <p:nvPr/>
            </p:nvSpPr>
            <p:spPr>
              <a:xfrm>
                <a:off x="3110" y="274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8" name="Rectangle 2879"/>
              <p:cNvSpPr/>
              <p:nvPr/>
            </p:nvSpPr>
            <p:spPr>
              <a:xfrm>
                <a:off x="3121" y="27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49" name="Rectangle 2880"/>
              <p:cNvSpPr/>
              <p:nvPr/>
            </p:nvSpPr>
            <p:spPr>
              <a:xfrm>
                <a:off x="3131" y="27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0" name="Rectangle 2881"/>
              <p:cNvSpPr/>
              <p:nvPr/>
            </p:nvSpPr>
            <p:spPr>
              <a:xfrm>
                <a:off x="3141" y="27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1" name="Rectangle 2882"/>
              <p:cNvSpPr/>
              <p:nvPr/>
            </p:nvSpPr>
            <p:spPr>
              <a:xfrm>
                <a:off x="3146" y="276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2" name="Rectangle 2883"/>
              <p:cNvSpPr/>
              <p:nvPr/>
            </p:nvSpPr>
            <p:spPr>
              <a:xfrm>
                <a:off x="3157" y="2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3" name="Rectangle 2884"/>
              <p:cNvSpPr/>
              <p:nvPr/>
            </p:nvSpPr>
            <p:spPr>
              <a:xfrm>
                <a:off x="3167" y="27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4" name="Rectangle 2885"/>
              <p:cNvSpPr/>
              <p:nvPr/>
            </p:nvSpPr>
            <p:spPr>
              <a:xfrm>
                <a:off x="3177" y="278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5" name="Rectangle 2886"/>
              <p:cNvSpPr/>
              <p:nvPr/>
            </p:nvSpPr>
            <p:spPr>
              <a:xfrm>
                <a:off x="3188" y="27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6" name="Rectangle 2887"/>
              <p:cNvSpPr/>
              <p:nvPr/>
            </p:nvSpPr>
            <p:spPr>
              <a:xfrm>
                <a:off x="3198" y="27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7" name="Rectangle 2888"/>
              <p:cNvSpPr/>
              <p:nvPr/>
            </p:nvSpPr>
            <p:spPr>
              <a:xfrm>
                <a:off x="3208" y="27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8" name="Rectangle 2889"/>
              <p:cNvSpPr/>
              <p:nvPr/>
            </p:nvSpPr>
            <p:spPr>
              <a:xfrm>
                <a:off x="3213" y="280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59" name="Rectangle 2890"/>
              <p:cNvSpPr/>
              <p:nvPr/>
            </p:nvSpPr>
            <p:spPr>
              <a:xfrm>
                <a:off x="3224" y="28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0" name="Rectangle 2891"/>
              <p:cNvSpPr/>
              <p:nvPr/>
            </p:nvSpPr>
            <p:spPr>
              <a:xfrm>
                <a:off x="3234" y="281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1" name="Rectangle 2892"/>
              <p:cNvSpPr/>
              <p:nvPr/>
            </p:nvSpPr>
            <p:spPr>
              <a:xfrm>
                <a:off x="3244" y="282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2" name="Rectangle 2893"/>
              <p:cNvSpPr/>
              <p:nvPr/>
            </p:nvSpPr>
            <p:spPr>
              <a:xfrm>
                <a:off x="3255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3" name="Rectangle 2894"/>
              <p:cNvSpPr/>
              <p:nvPr/>
            </p:nvSpPr>
            <p:spPr>
              <a:xfrm>
                <a:off x="3265" y="283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4" name="Rectangle 2895"/>
              <p:cNvSpPr/>
              <p:nvPr/>
            </p:nvSpPr>
            <p:spPr>
              <a:xfrm>
                <a:off x="3275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5" name="Rectangle 2896"/>
              <p:cNvSpPr/>
              <p:nvPr/>
            </p:nvSpPr>
            <p:spPr>
              <a:xfrm>
                <a:off x="3280" y="284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6" name="Rectangle 2897"/>
              <p:cNvSpPr/>
              <p:nvPr/>
            </p:nvSpPr>
            <p:spPr>
              <a:xfrm>
                <a:off x="3291" y="28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7" name="Rectangle 2898"/>
              <p:cNvSpPr/>
              <p:nvPr/>
            </p:nvSpPr>
            <p:spPr>
              <a:xfrm>
                <a:off x="3301" y="285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8" name="Rectangle 2899"/>
              <p:cNvSpPr/>
              <p:nvPr/>
            </p:nvSpPr>
            <p:spPr>
              <a:xfrm>
                <a:off x="3311" y="285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69" name="Rectangle 2900"/>
              <p:cNvSpPr/>
              <p:nvPr/>
            </p:nvSpPr>
            <p:spPr>
              <a:xfrm>
                <a:off x="3322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0" name="Rectangle 2901"/>
              <p:cNvSpPr/>
              <p:nvPr/>
            </p:nvSpPr>
            <p:spPr>
              <a:xfrm>
                <a:off x="3332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1" name="Rectangle 2902"/>
              <p:cNvSpPr/>
              <p:nvPr/>
            </p:nvSpPr>
            <p:spPr>
              <a:xfrm>
                <a:off x="3342" y="287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2" name="Rectangle 2903"/>
              <p:cNvSpPr/>
              <p:nvPr/>
            </p:nvSpPr>
            <p:spPr>
              <a:xfrm>
                <a:off x="3353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3" name="Rectangle 2904"/>
              <p:cNvSpPr/>
              <p:nvPr/>
            </p:nvSpPr>
            <p:spPr>
              <a:xfrm>
                <a:off x="3358" y="28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4" name="Rectangle 2905"/>
              <p:cNvSpPr/>
              <p:nvPr/>
            </p:nvSpPr>
            <p:spPr>
              <a:xfrm>
                <a:off x="3368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5" name="Rectangle 2906"/>
              <p:cNvSpPr/>
              <p:nvPr/>
            </p:nvSpPr>
            <p:spPr>
              <a:xfrm>
                <a:off x="3378" y="289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6" name="Rectangle 2907"/>
              <p:cNvSpPr/>
              <p:nvPr/>
            </p:nvSpPr>
            <p:spPr>
              <a:xfrm>
                <a:off x="3389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7" name="Rectangle 2908"/>
              <p:cNvSpPr/>
              <p:nvPr/>
            </p:nvSpPr>
            <p:spPr>
              <a:xfrm>
                <a:off x="3399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8" name="Rectangle 2909"/>
              <p:cNvSpPr/>
              <p:nvPr/>
            </p:nvSpPr>
            <p:spPr>
              <a:xfrm>
                <a:off x="3409" y="290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79" name="Rectangle 2910"/>
              <p:cNvSpPr/>
              <p:nvPr/>
            </p:nvSpPr>
            <p:spPr>
              <a:xfrm>
                <a:off x="3420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0" name="Rectangle 2911"/>
              <p:cNvSpPr/>
              <p:nvPr/>
            </p:nvSpPr>
            <p:spPr>
              <a:xfrm>
                <a:off x="3337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1" name="Rectangle 2912"/>
              <p:cNvSpPr/>
              <p:nvPr/>
            </p:nvSpPr>
            <p:spPr>
              <a:xfrm>
                <a:off x="3342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2" name="Rectangle 2913"/>
              <p:cNvSpPr/>
              <p:nvPr/>
            </p:nvSpPr>
            <p:spPr>
              <a:xfrm>
                <a:off x="3347" y="296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3" name="Rectangle 2914"/>
              <p:cNvSpPr/>
              <p:nvPr/>
            </p:nvSpPr>
            <p:spPr>
              <a:xfrm>
                <a:off x="3358" y="29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4" name="Rectangle 2915"/>
              <p:cNvSpPr/>
              <p:nvPr/>
            </p:nvSpPr>
            <p:spPr>
              <a:xfrm>
                <a:off x="3363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5" name="Rectangle 2916"/>
              <p:cNvSpPr/>
              <p:nvPr/>
            </p:nvSpPr>
            <p:spPr>
              <a:xfrm>
                <a:off x="3368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6" name="Rectangle 2917"/>
              <p:cNvSpPr/>
              <p:nvPr/>
            </p:nvSpPr>
            <p:spPr>
              <a:xfrm>
                <a:off x="3378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7" name="Rectangle 2918"/>
              <p:cNvSpPr/>
              <p:nvPr/>
            </p:nvSpPr>
            <p:spPr>
              <a:xfrm>
                <a:off x="3383" y="293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8" name="Rectangle 2919"/>
              <p:cNvSpPr/>
              <p:nvPr/>
            </p:nvSpPr>
            <p:spPr>
              <a:xfrm>
                <a:off x="3389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89" name="Rectangle 2920"/>
              <p:cNvSpPr/>
              <p:nvPr/>
            </p:nvSpPr>
            <p:spPr>
              <a:xfrm>
                <a:off x="3399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0" name="Rectangle 2921"/>
              <p:cNvSpPr/>
              <p:nvPr/>
            </p:nvSpPr>
            <p:spPr>
              <a:xfrm>
                <a:off x="3404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1" name="Rectangle 2922"/>
              <p:cNvSpPr/>
              <p:nvPr/>
            </p:nvSpPr>
            <p:spPr>
              <a:xfrm>
                <a:off x="3409" y="291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2" name="Rectangle 2923"/>
              <p:cNvSpPr/>
              <p:nvPr/>
            </p:nvSpPr>
            <p:spPr>
              <a:xfrm>
                <a:off x="3420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3" name="Rectangle 2924"/>
              <p:cNvSpPr/>
              <p:nvPr/>
            </p:nvSpPr>
            <p:spPr>
              <a:xfrm>
                <a:off x="2012" y="2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4" name="Rectangle 2925"/>
              <p:cNvSpPr/>
              <p:nvPr/>
            </p:nvSpPr>
            <p:spPr>
              <a:xfrm>
                <a:off x="2017" y="227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5" name="Rectangle 2926"/>
              <p:cNvSpPr/>
              <p:nvPr/>
            </p:nvSpPr>
            <p:spPr>
              <a:xfrm>
                <a:off x="2028" y="22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6" name="Rectangle 2927"/>
              <p:cNvSpPr/>
              <p:nvPr/>
            </p:nvSpPr>
            <p:spPr>
              <a:xfrm>
                <a:off x="2038" y="228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7" name="Rectangle 2928"/>
              <p:cNvSpPr/>
              <p:nvPr/>
            </p:nvSpPr>
            <p:spPr>
              <a:xfrm>
                <a:off x="2048" y="22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8" name="Rectangle 2929"/>
              <p:cNvSpPr/>
              <p:nvPr/>
            </p:nvSpPr>
            <p:spPr>
              <a:xfrm>
                <a:off x="2058" y="229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899" name="Rectangle 2930"/>
              <p:cNvSpPr/>
              <p:nvPr/>
            </p:nvSpPr>
            <p:spPr>
              <a:xfrm>
                <a:off x="2069" y="2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0" name="Rectangle 2931"/>
              <p:cNvSpPr/>
              <p:nvPr/>
            </p:nvSpPr>
            <p:spPr>
              <a:xfrm>
                <a:off x="2079" y="230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1" name="Rectangle 2932"/>
              <p:cNvSpPr/>
              <p:nvPr/>
            </p:nvSpPr>
            <p:spPr>
              <a:xfrm>
                <a:off x="2089" y="231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2" name="Rectangle 2933"/>
              <p:cNvSpPr/>
              <p:nvPr/>
            </p:nvSpPr>
            <p:spPr>
              <a:xfrm>
                <a:off x="2095" y="23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3" name="Rectangle 2934"/>
              <p:cNvSpPr/>
              <p:nvPr/>
            </p:nvSpPr>
            <p:spPr>
              <a:xfrm>
                <a:off x="2105" y="23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4" name="Rectangle 2935"/>
              <p:cNvSpPr/>
              <p:nvPr/>
            </p:nvSpPr>
            <p:spPr>
              <a:xfrm>
                <a:off x="2115" y="23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5" name="Rectangle 2936"/>
              <p:cNvSpPr/>
              <p:nvPr/>
            </p:nvSpPr>
            <p:spPr>
              <a:xfrm>
                <a:off x="2125" y="233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6" name="Rectangle 2937"/>
              <p:cNvSpPr/>
              <p:nvPr/>
            </p:nvSpPr>
            <p:spPr>
              <a:xfrm>
                <a:off x="2136" y="2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7" name="Rectangle 2938"/>
              <p:cNvSpPr/>
              <p:nvPr/>
            </p:nvSpPr>
            <p:spPr>
              <a:xfrm>
                <a:off x="2146" y="234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8" name="Rectangle 2939"/>
              <p:cNvSpPr/>
              <p:nvPr/>
            </p:nvSpPr>
            <p:spPr>
              <a:xfrm>
                <a:off x="2156" y="23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09" name="Rectangle 2940"/>
              <p:cNvSpPr/>
              <p:nvPr/>
            </p:nvSpPr>
            <p:spPr>
              <a:xfrm>
                <a:off x="2167" y="23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0" name="Rectangle 2941"/>
              <p:cNvSpPr/>
              <p:nvPr/>
            </p:nvSpPr>
            <p:spPr>
              <a:xfrm>
                <a:off x="2172" y="23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1" name="Rectangle 2942"/>
              <p:cNvSpPr/>
              <p:nvPr/>
            </p:nvSpPr>
            <p:spPr>
              <a:xfrm>
                <a:off x="2182" y="236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2" name="Rectangle 2943"/>
              <p:cNvSpPr/>
              <p:nvPr/>
            </p:nvSpPr>
            <p:spPr>
              <a:xfrm>
                <a:off x="2193" y="2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3" name="Rectangle 2944"/>
              <p:cNvSpPr/>
              <p:nvPr/>
            </p:nvSpPr>
            <p:spPr>
              <a:xfrm>
                <a:off x="2203" y="2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4" name="Rectangle 2945"/>
              <p:cNvSpPr/>
              <p:nvPr/>
            </p:nvSpPr>
            <p:spPr>
              <a:xfrm>
                <a:off x="2213" y="237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5" name="Rectangle 2946"/>
              <p:cNvSpPr/>
              <p:nvPr/>
            </p:nvSpPr>
            <p:spPr>
              <a:xfrm>
                <a:off x="2223" y="238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6" name="Rectangle 2947"/>
              <p:cNvSpPr/>
              <p:nvPr/>
            </p:nvSpPr>
            <p:spPr>
              <a:xfrm>
                <a:off x="2234" y="238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7" name="Rectangle 2948"/>
              <p:cNvSpPr/>
              <p:nvPr/>
            </p:nvSpPr>
            <p:spPr>
              <a:xfrm>
                <a:off x="2244" y="23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8" name="Rectangle 2949"/>
              <p:cNvSpPr/>
              <p:nvPr/>
            </p:nvSpPr>
            <p:spPr>
              <a:xfrm>
                <a:off x="2249" y="239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19" name="Rectangle 2950"/>
              <p:cNvSpPr/>
              <p:nvPr/>
            </p:nvSpPr>
            <p:spPr>
              <a:xfrm>
                <a:off x="2260" y="2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0" name="Rectangle 2951"/>
              <p:cNvSpPr/>
              <p:nvPr/>
            </p:nvSpPr>
            <p:spPr>
              <a:xfrm>
                <a:off x="2270" y="240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1" name="Rectangle 2952"/>
              <p:cNvSpPr/>
              <p:nvPr/>
            </p:nvSpPr>
            <p:spPr>
              <a:xfrm>
                <a:off x="2280" y="24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2" name="Rectangle 2953"/>
              <p:cNvSpPr/>
              <p:nvPr/>
            </p:nvSpPr>
            <p:spPr>
              <a:xfrm>
                <a:off x="2290" y="241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3" name="Rectangle 2954"/>
              <p:cNvSpPr/>
              <p:nvPr/>
            </p:nvSpPr>
            <p:spPr>
              <a:xfrm>
                <a:off x="2301" y="24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4" name="Rectangle 2955"/>
              <p:cNvSpPr/>
              <p:nvPr/>
            </p:nvSpPr>
            <p:spPr>
              <a:xfrm>
                <a:off x="2311" y="24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5" name="Rectangle 2956"/>
              <p:cNvSpPr/>
              <p:nvPr/>
            </p:nvSpPr>
            <p:spPr>
              <a:xfrm>
                <a:off x="2321" y="243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6" name="Rectangle 2957"/>
              <p:cNvSpPr/>
              <p:nvPr/>
            </p:nvSpPr>
            <p:spPr>
              <a:xfrm>
                <a:off x="2327" y="24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7" name="Rectangle 2958"/>
              <p:cNvSpPr/>
              <p:nvPr/>
            </p:nvSpPr>
            <p:spPr>
              <a:xfrm>
                <a:off x="2337" y="244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8" name="Rectangle 2959"/>
              <p:cNvSpPr/>
              <p:nvPr/>
            </p:nvSpPr>
            <p:spPr>
              <a:xfrm>
                <a:off x="2347" y="24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29" name="Rectangle 2960"/>
              <p:cNvSpPr/>
              <p:nvPr/>
            </p:nvSpPr>
            <p:spPr>
              <a:xfrm>
                <a:off x="2357" y="245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0" name="Rectangle 2961"/>
              <p:cNvSpPr/>
              <p:nvPr/>
            </p:nvSpPr>
            <p:spPr>
              <a:xfrm>
                <a:off x="2368" y="24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1" name="Rectangle 2962"/>
              <p:cNvSpPr/>
              <p:nvPr/>
            </p:nvSpPr>
            <p:spPr>
              <a:xfrm>
                <a:off x="2378" y="24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2" name="Rectangle 2963"/>
              <p:cNvSpPr/>
              <p:nvPr/>
            </p:nvSpPr>
            <p:spPr>
              <a:xfrm>
                <a:off x="2388" y="246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3" name="Rectangle 2964"/>
              <p:cNvSpPr/>
              <p:nvPr/>
            </p:nvSpPr>
            <p:spPr>
              <a:xfrm>
                <a:off x="2399" y="247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4" name="Rectangle 2965"/>
              <p:cNvSpPr/>
              <p:nvPr/>
            </p:nvSpPr>
            <p:spPr>
              <a:xfrm>
                <a:off x="2404" y="24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5" name="Rectangle 2966"/>
              <p:cNvSpPr/>
              <p:nvPr/>
            </p:nvSpPr>
            <p:spPr>
              <a:xfrm>
                <a:off x="2414" y="248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6" name="Rectangle 2967"/>
              <p:cNvSpPr/>
              <p:nvPr/>
            </p:nvSpPr>
            <p:spPr>
              <a:xfrm>
                <a:off x="2425" y="24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7" name="Rectangle 2968"/>
              <p:cNvSpPr/>
              <p:nvPr/>
            </p:nvSpPr>
            <p:spPr>
              <a:xfrm>
                <a:off x="2435" y="24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8" name="Rectangle 2969"/>
              <p:cNvSpPr/>
              <p:nvPr/>
            </p:nvSpPr>
            <p:spPr>
              <a:xfrm>
                <a:off x="2445" y="25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39" name="Rectangle 2970"/>
              <p:cNvSpPr/>
              <p:nvPr/>
            </p:nvSpPr>
            <p:spPr>
              <a:xfrm>
                <a:off x="2455" y="250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0" name="Rectangle 2971"/>
              <p:cNvSpPr/>
              <p:nvPr/>
            </p:nvSpPr>
            <p:spPr>
              <a:xfrm>
                <a:off x="2466" y="251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1" name="Rectangle 2972"/>
              <p:cNvSpPr/>
              <p:nvPr/>
            </p:nvSpPr>
            <p:spPr>
              <a:xfrm>
                <a:off x="2476" y="25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2" name="Rectangle 2973"/>
              <p:cNvSpPr/>
              <p:nvPr/>
            </p:nvSpPr>
            <p:spPr>
              <a:xfrm>
                <a:off x="2481" y="252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3" name="Rectangle 2974"/>
              <p:cNvSpPr/>
              <p:nvPr/>
            </p:nvSpPr>
            <p:spPr>
              <a:xfrm>
                <a:off x="2492" y="25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4" name="Rectangle 2975"/>
              <p:cNvSpPr/>
              <p:nvPr/>
            </p:nvSpPr>
            <p:spPr>
              <a:xfrm>
                <a:off x="2502" y="25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5" name="Rectangle 2976"/>
              <p:cNvSpPr/>
              <p:nvPr/>
            </p:nvSpPr>
            <p:spPr>
              <a:xfrm>
                <a:off x="2512" y="25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6" name="Rectangle 2977"/>
              <p:cNvSpPr/>
              <p:nvPr/>
            </p:nvSpPr>
            <p:spPr>
              <a:xfrm>
                <a:off x="2522" y="25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7" name="Rectangle 2978"/>
              <p:cNvSpPr/>
              <p:nvPr/>
            </p:nvSpPr>
            <p:spPr>
              <a:xfrm>
                <a:off x="2533" y="254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8" name="Rectangle 2979"/>
              <p:cNvSpPr/>
              <p:nvPr/>
            </p:nvSpPr>
            <p:spPr>
              <a:xfrm>
                <a:off x="2543" y="25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49" name="Rectangle 2980"/>
              <p:cNvSpPr/>
              <p:nvPr/>
            </p:nvSpPr>
            <p:spPr>
              <a:xfrm>
                <a:off x="2553" y="255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0" name="Rectangle 2981"/>
              <p:cNvSpPr/>
              <p:nvPr/>
            </p:nvSpPr>
            <p:spPr>
              <a:xfrm>
                <a:off x="2559" y="25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1" name="Rectangle 2982"/>
              <p:cNvSpPr/>
              <p:nvPr/>
            </p:nvSpPr>
            <p:spPr>
              <a:xfrm>
                <a:off x="2569" y="25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2" name="Rectangle 2983"/>
              <p:cNvSpPr/>
              <p:nvPr/>
            </p:nvSpPr>
            <p:spPr>
              <a:xfrm>
                <a:off x="2579" y="25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3" name="Rectangle 2984"/>
              <p:cNvSpPr/>
              <p:nvPr/>
            </p:nvSpPr>
            <p:spPr>
              <a:xfrm>
                <a:off x="2589" y="257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4" name="Rectangle 2985"/>
              <p:cNvSpPr/>
              <p:nvPr/>
            </p:nvSpPr>
            <p:spPr>
              <a:xfrm>
                <a:off x="2600" y="25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5" name="Rectangle 2986"/>
              <p:cNvSpPr/>
              <p:nvPr/>
            </p:nvSpPr>
            <p:spPr>
              <a:xfrm>
                <a:off x="2610" y="25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6" name="Rectangle 2987"/>
              <p:cNvSpPr/>
              <p:nvPr/>
            </p:nvSpPr>
            <p:spPr>
              <a:xfrm>
                <a:off x="2620" y="259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7" name="Rectangle 2988"/>
              <p:cNvSpPr/>
              <p:nvPr/>
            </p:nvSpPr>
            <p:spPr>
              <a:xfrm>
                <a:off x="2631" y="259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8" name="Rectangle 2989"/>
              <p:cNvSpPr/>
              <p:nvPr/>
            </p:nvSpPr>
            <p:spPr>
              <a:xfrm>
                <a:off x="2636" y="26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59" name="Rectangle 2990"/>
              <p:cNvSpPr/>
              <p:nvPr/>
            </p:nvSpPr>
            <p:spPr>
              <a:xfrm>
                <a:off x="2646" y="260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0" name="Rectangle 2991"/>
              <p:cNvSpPr/>
              <p:nvPr/>
            </p:nvSpPr>
            <p:spPr>
              <a:xfrm>
                <a:off x="2657" y="261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1" name="Rectangle 2992"/>
              <p:cNvSpPr/>
              <p:nvPr/>
            </p:nvSpPr>
            <p:spPr>
              <a:xfrm>
                <a:off x="2667" y="26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2" name="Rectangle 2993"/>
              <p:cNvSpPr/>
              <p:nvPr/>
            </p:nvSpPr>
            <p:spPr>
              <a:xfrm>
                <a:off x="2677" y="26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3" name="Rectangle 2994"/>
              <p:cNvSpPr/>
              <p:nvPr/>
            </p:nvSpPr>
            <p:spPr>
              <a:xfrm>
                <a:off x="2687" y="262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4" name="Rectangle 2995"/>
              <p:cNvSpPr/>
              <p:nvPr/>
            </p:nvSpPr>
            <p:spPr>
              <a:xfrm>
                <a:off x="2698" y="26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5" name="Rectangle 2996"/>
              <p:cNvSpPr/>
              <p:nvPr/>
            </p:nvSpPr>
            <p:spPr>
              <a:xfrm>
                <a:off x="2708" y="2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6" name="Rectangle 2997"/>
              <p:cNvSpPr/>
              <p:nvPr/>
            </p:nvSpPr>
            <p:spPr>
              <a:xfrm>
                <a:off x="2718" y="2644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7" name="Rectangle 2998"/>
              <p:cNvSpPr/>
              <p:nvPr/>
            </p:nvSpPr>
            <p:spPr>
              <a:xfrm>
                <a:off x="2724" y="26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8" name="Rectangle 2999"/>
              <p:cNvSpPr/>
              <p:nvPr/>
            </p:nvSpPr>
            <p:spPr>
              <a:xfrm>
                <a:off x="2734" y="26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69" name="Rectangle 3000"/>
              <p:cNvSpPr/>
              <p:nvPr/>
            </p:nvSpPr>
            <p:spPr>
              <a:xfrm>
                <a:off x="2744" y="26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0" name="Rectangle 3001"/>
              <p:cNvSpPr/>
              <p:nvPr/>
            </p:nvSpPr>
            <p:spPr>
              <a:xfrm>
                <a:off x="2754" y="266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1" name="Rectangle 3002"/>
              <p:cNvSpPr/>
              <p:nvPr/>
            </p:nvSpPr>
            <p:spPr>
              <a:xfrm>
                <a:off x="2765" y="26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2" name="Rectangle 3003"/>
              <p:cNvSpPr/>
              <p:nvPr/>
            </p:nvSpPr>
            <p:spPr>
              <a:xfrm>
                <a:off x="2775" y="2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3" name="Rectangle 3004"/>
              <p:cNvSpPr/>
              <p:nvPr/>
            </p:nvSpPr>
            <p:spPr>
              <a:xfrm>
                <a:off x="2785" y="268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4" name="Rectangle 3005"/>
              <p:cNvSpPr/>
              <p:nvPr/>
            </p:nvSpPr>
            <p:spPr>
              <a:xfrm>
                <a:off x="2796" y="26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5" name="Rectangle 3006"/>
              <p:cNvSpPr/>
              <p:nvPr/>
            </p:nvSpPr>
            <p:spPr>
              <a:xfrm>
                <a:off x="2801" y="26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6" name="Rectangle 3007"/>
              <p:cNvSpPr/>
              <p:nvPr/>
            </p:nvSpPr>
            <p:spPr>
              <a:xfrm>
                <a:off x="2811" y="26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7" name="Rectangle 3008"/>
              <p:cNvSpPr/>
              <p:nvPr/>
            </p:nvSpPr>
            <p:spPr>
              <a:xfrm>
                <a:off x="2821" y="270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8" name="Rectangle 3009"/>
              <p:cNvSpPr/>
              <p:nvPr/>
            </p:nvSpPr>
            <p:spPr>
              <a:xfrm>
                <a:off x="2832" y="2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79" name="Rectangle 3010"/>
              <p:cNvSpPr/>
              <p:nvPr/>
            </p:nvSpPr>
            <p:spPr>
              <a:xfrm>
                <a:off x="2842" y="27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0" name="Rectangle 3011"/>
              <p:cNvSpPr/>
              <p:nvPr/>
            </p:nvSpPr>
            <p:spPr>
              <a:xfrm>
                <a:off x="2852" y="271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1" name="Rectangle 3012"/>
              <p:cNvSpPr/>
              <p:nvPr/>
            </p:nvSpPr>
            <p:spPr>
              <a:xfrm>
                <a:off x="2863" y="27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2" name="Rectangle 3013"/>
              <p:cNvSpPr/>
              <p:nvPr/>
            </p:nvSpPr>
            <p:spPr>
              <a:xfrm>
                <a:off x="2873" y="272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3" name="Rectangle 3014"/>
              <p:cNvSpPr/>
              <p:nvPr/>
            </p:nvSpPr>
            <p:spPr>
              <a:xfrm>
                <a:off x="2878" y="27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4" name="Rectangle 3015"/>
              <p:cNvSpPr/>
              <p:nvPr/>
            </p:nvSpPr>
            <p:spPr>
              <a:xfrm>
                <a:off x="2889" y="27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5" name="Rectangle 3016"/>
              <p:cNvSpPr/>
              <p:nvPr/>
            </p:nvSpPr>
            <p:spPr>
              <a:xfrm>
                <a:off x="2899" y="2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6" name="Rectangle 3017"/>
              <p:cNvSpPr/>
              <p:nvPr/>
            </p:nvSpPr>
            <p:spPr>
              <a:xfrm>
                <a:off x="2909" y="274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7" name="Rectangle 3018"/>
              <p:cNvSpPr/>
              <p:nvPr/>
            </p:nvSpPr>
            <p:spPr>
              <a:xfrm>
                <a:off x="2919" y="275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8" name="Rectangle 3019"/>
              <p:cNvSpPr/>
              <p:nvPr/>
            </p:nvSpPr>
            <p:spPr>
              <a:xfrm>
                <a:off x="2930" y="27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989" name="Rectangle 3020"/>
              <p:cNvSpPr/>
              <p:nvPr/>
            </p:nvSpPr>
            <p:spPr>
              <a:xfrm>
                <a:off x="2940" y="27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3" name="Group 3021"/>
            <p:cNvGrpSpPr/>
            <p:nvPr/>
          </p:nvGrpSpPr>
          <p:grpSpPr>
            <a:xfrm>
              <a:off x="1930" y="2201"/>
              <a:ext cx="1412" cy="907"/>
              <a:chOff x="1930" y="2201"/>
              <a:chExt cx="1412" cy="907"/>
            </a:xfrm>
          </p:grpSpPr>
          <p:sp>
            <p:nvSpPr>
              <p:cNvPr id="30590" name="Rectangle 3022"/>
              <p:cNvSpPr/>
              <p:nvPr/>
            </p:nvSpPr>
            <p:spPr>
              <a:xfrm>
                <a:off x="2950" y="276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91" name="Rectangle 3023"/>
              <p:cNvSpPr/>
              <p:nvPr/>
            </p:nvSpPr>
            <p:spPr>
              <a:xfrm>
                <a:off x="2956" y="2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92" name="Rectangle 3024"/>
              <p:cNvSpPr/>
              <p:nvPr/>
            </p:nvSpPr>
            <p:spPr>
              <a:xfrm>
                <a:off x="2966" y="27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93" name="Rectangle 3025"/>
              <p:cNvSpPr/>
              <p:nvPr/>
            </p:nvSpPr>
            <p:spPr>
              <a:xfrm>
                <a:off x="2976" y="278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94" name="Rectangle 3026"/>
              <p:cNvSpPr/>
              <p:nvPr/>
            </p:nvSpPr>
            <p:spPr>
              <a:xfrm>
                <a:off x="2986" y="278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95" name="Rectangle 3027"/>
              <p:cNvSpPr/>
              <p:nvPr/>
            </p:nvSpPr>
            <p:spPr>
              <a:xfrm>
                <a:off x="2997" y="27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96" name="Rectangle 3028"/>
              <p:cNvSpPr/>
              <p:nvPr/>
            </p:nvSpPr>
            <p:spPr>
              <a:xfrm>
                <a:off x="3007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97" name="Rectangle 3029"/>
              <p:cNvSpPr/>
              <p:nvPr/>
            </p:nvSpPr>
            <p:spPr>
              <a:xfrm>
                <a:off x="3017" y="280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98" name="Rectangle 3030"/>
              <p:cNvSpPr/>
              <p:nvPr/>
            </p:nvSpPr>
            <p:spPr>
              <a:xfrm>
                <a:off x="3028" y="28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99" name="Rectangle 3031"/>
              <p:cNvSpPr/>
              <p:nvPr/>
            </p:nvSpPr>
            <p:spPr>
              <a:xfrm>
                <a:off x="3033" y="281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0" name="Rectangle 3032"/>
              <p:cNvSpPr/>
              <p:nvPr/>
            </p:nvSpPr>
            <p:spPr>
              <a:xfrm>
                <a:off x="3043" y="28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1" name="Rectangle 3033"/>
              <p:cNvSpPr/>
              <p:nvPr/>
            </p:nvSpPr>
            <p:spPr>
              <a:xfrm>
                <a:off x="3053" y="282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2" name="Rectangle 3034"/>
              <p:cNvSpPr/>
              <p:nvPr/>
            </p:nvSpPr>
            <p:spPr>
              <a:xfrm>
                <a:off x="3064" y="283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3" name="Rectangle 3035"/>
              <p:cNvSpPr/>
              <p:nvPr/>
            </p:nvSpPr>
            <p:spPr>
              <a:xfrm>
                <a:off x="3074" y="28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4" name="Rectangle 3036"/>
              <p:cNvSpPr/>
              <p:nvPr/>
            </p:nvSpPr>
            <p:spPr>
              <a:xfrm>
                <a:off x="3084" y="284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5" name="Rectangle 3037"/>
              <p:cNvSpPr/>
              <p:nvPr/>
            </p:nvSpPr>
            <p:spPr>
              <a:xfrm>
                <a:off x="3095" y="28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6" name="Rectangle 3038"/>
              <p:cNvSpPr/>
              <p:nvPr/>
            </p:nvSpPr>
            <p:spPr>
              <a:xfrm>
                <a:off x="3105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7" name="Rectangle 3039"/>
              <p:cNvSpPr/>
              <p:nvPr/>
            </p:nvSpPr>
            <p:spPr>
              <a:xfrm>
                <a:off x="3110" y="285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8" name="Rectangle 3040"/>
              <p:cNvSpPr/>
              <p:nvPr/>
            </p:nvSpPr>
            <p:spPr>
              <a:xfrm>
                <a:off x="3121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09" name="Rectangle 3041"/>
              <p:cNvSpPr/>
              <p:nvPr/>
            </p:nvSpPr>
            <p:spPr>
              <a:xfrm>
                <a:off x="3131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0" name="Rectangle 3042"/>
              <p:cNvSpPr/>
              <p:nvPr/>
            </p:nvSpPr>
            <p:spPr>
              <a:xfrm>
                <a:off x="3141" y="28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1" name="Rectangle 3043"/>
              <p:cNvSpPr/>
              <p:nvPr/>
            </p:nvSpPr>
            <p:spPr>
              <a:xfrm>
                <a:off x="3151" y="287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2" name="Rectangle 3044"/>
              <p:cNvSpPr/>
              <p:nvPr/>
            </p:nvSpPr>
            <p:spPr>
              <a:xfrm>
                <a:off x="3162" y="28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3" name="Rectangle 3045"/>
              <p:cNvSpPr/>
              <p:nvPr/>
            </p:nvSpPr>
            <p:spPr>
              <a:xfrm>
                <a:off x="3172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4" name="Rectangle 3046"/>
              <p:cNvSpPr/>
              <p:nvPr/>
            </p:nvSpPr>
            <p:spPr>
              <a:xfrm>
                <a:off x="3182" y="289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5" name="Rectangle 3047"/>
              <p:cNvSpPr/>
              <p:nvPr/>
            </p:nvSpPr>
            <p:spPr>
              <a:xfrm>
                <a:off x="3188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6" name="Rectangle 3048"/>
              <p:cNvSpPr/>
              <p:nvPr/>
            </p:nvSpPr>
            <p:spPr>
              <a:xfrm>
                <a:off x="3198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7" name="Rectangle 3049"/>
              <p:cNvSpPr/>
              <p:nvPr/>
            </p:nvSpPr>
            <p:spPr>
              <a:xfrm>
                <a:off x="3208" y="29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8" name="Rectangle 3050"/>
              <p:cNvSpPr/>
              <p:nvPr/>
            </p:nvSpPr>
            <p:spPr>
              <a:xfrm>
                <a:off x="3218" y="291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19" name="Rectangle 3051"/>
              <p:cNvSpPr/>
              <p:nvPr/>
            </p:nvSpPr>
            <p:spPr>
              <a:xfrm>
                <a:off x="3229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0" name="Rectangle 3052"/>
              <p:cNvSpPr/>
              <p:nvPr/>
            </p:nvSpPr>
            <p:spPr>
              <a:xfrm>
                <a:off x="3239" y="29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1" name="Rectangle 3053"/>
              <p:cNvSpPr/>
              <p:nvPr/>
            </p:nvSpPr>
            <p:spPr>
              <a:xfrm>
                <a:off x="3249" y="292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2" name="Rectangle 3054"/>
              <p:cNvSpPr/>
              <p:nvPr/>
            </p:nvSpPr>
            <p:spPr>
              <a:xfrm>
                <a:off x="3260" y="293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3" name="Rectangle 3055"/>
              <p:cNvSpPr/>
              <p:nvPr/>
            </p:nvSpPr>
            <p:spPr>
              <a:xfrm>
                <a:off x="3265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4" name="Rectangle 3056"/>
              <p:cNvSpPr/>
              <p:nvPr/>
            </p:nvSpPr>
            <p:spPr>
              <a:xfrm>
                <a:off x="3275" y="29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5" name="Rectangle 3057"/>
              <p:cNvSpPr/>
              <p:nvPr/>
            </p:nvSpPr>
            <p:spPr>
              <a:xfrm>
                <a:off x="3285" y="294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6" name="Rectangle 3058"/>
              <p:cNvSpPr/>
              <p:nvPr/>
            </p:nvSpPr>
            <p:spPr>
              <a:xfrm>
                <a:off x="3296" y="295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7" name="Rectangle 3059"/>
              <p:cNvSpPr/>
              <p:nvPr/>
            </p:nvSpPr>
            <p:spPr>
              <a:xfrm>
                <a:off x="3306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8" name="Rectangle 3060"/>
              <p:cNvSpPr/>
              <p:nvPr/>
            </p:nvSpPr>
            <p:spPr>
              <a:xfrm>
                <a:off x="3316" y="296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29" name="Rectangle 3061"/>
              <p:cNvSpPr/>
              <p:nvPr/>
            </p:nvSpPr>
            <p:spPr>
              <a:xfrm>
                <a:off x="3327" y="29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0" name="Rectangle 3062"/>
              <p:cNvSpPr/>
              <p:nvPr/>
            </p:nvSpPr>
            <p:spPr>
              <a:xfrm>
                <a:off x="3337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1" name="Rectangle 3063"/>
              <p:cNvSpPr/>
              <p:nvPr/>
            </p:nvSpPr>
            <p:spPr>
              <a:xfrm>
                <a:off x="2012" y="2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2" name="Rectangle 3064"/>
              <p:cNvSpPr/>
              <p:nvPr/>
            </p:nvSpPr>
            <p:spPr>
              <a:xfrm>
                <a:off x="2017" y="2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3" name="Rectangle 3065"/>
              <p:cNvSpPr/>
              <p:nvPr/>
            </p:nvSpPr>
            <p:spPr>
              <a:xfrm>
                <a:off x="2022" y="225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4" name="Rectangle 3066"/>
              <p:cNvSpPr/>
              <p:nvPr/>
            </p:nvSpPr>
            <p:spPr>
              <a:xfrm>
                <a:off x="2033" y="22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5" name="Rectangle 3067"/>
              <p:cNvSpPr/>
              <p:nvPr/>
            </p:nvSpPr>
            <p:spPr>
              <a:xfrm>
                <a:off x="2038" y="224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6" name="Rectangle 3068"/>
              <p:cNvSpPr/>
              <p:nvPr/>
            </p:nvSpPr>
            <p:spPr>
              <a:xfrm>
                <a:off x="2043" y="22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7" name="Rectangle 3069"/>
              <p:cNvSpPr/>
              <p:nvPr/>
            </p:nvSpPr>
            <p:spPr>
              <a:xfrm>
                <a:off x="2048" y="223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8" name="Rectangle 3070"/>
              <p:cNvSpPr/>
              <p:nvPr/>
            </p:nvSpPr>
            <p:spPr>
              <a:xfrm>
                <a:off x="2053" y="22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39" name="Rectangle 3071"/>
              <p:cNvSpPr/>
              <p:nvPr/>
            </p:nvSpPr>
            <p:spPr>
              <a:xfrm>
                <a:off x="2064" y="222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0" name="Rectangle 3072"/>
              <p:cNvSpPr/>
              <p:nvPr/>
            </p:nvSpPr>
            <p:spPr>
              <a:xfrm>
                <a:off x="2069" y="22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1" name="Rectangle 3073"/>
              <p:cNvSpPr/>
              <p:nvPr/>
            </p:nvSpPr>
            <p:spPr>
              <a:xfrm>
                <a:off x="2074" y="221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2" name="Rectangle 3074"/>
              <p:cNvSpPr/>
              <p:nvPr/>
            </p:nvSpPr>
            <p:spPr>
              <a:xfrm>
                <a:off x="2079" y="22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3" name="Rectangle 3075"/>
              <p:cNvSpPr/>
              <p:nvPr/>
            </p:nvSpPr>
            <p:spPr>
              <a:xfrm>
                <a:off x="2089" y="220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4" name="Rectangle 3076"/>
              <p:cNvSpPr/>
              <p:nvPr/>
            </p:nvSpPr>
            <p:spPr>
              <a:xfrm>
                <a:off x="2095" y="2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5" name="Rectangle 3077"/>
              <p:cNvSpPr/>
              <p:nvPr/>
            </p:nvSpPr>
            <p:spPr>
              <a:xfrm>
                <a:off x="1930" y="23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6" name="Rectangle 3078"/>
              <p:cNvSpPr/>
              <p:nvPr/>
            </p:nvSpPr>
            <p:spPr>
              <a:xfrm>
                <a:off x="1935" y="2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7" name="Rectangle 3079"/>
              <p:cNvSpPr/>
              <p:nvPr/>
            </p:nvSpPr>
            <p:spPr>
              <a:xfrm>
                <a:off x="1945" y="234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8" name="Rectangle 3080"/>
              <p:cNvSpPr/>
              <p:nvPr/>
            </p:nvSpPr>
            <p:spPr>
              <a:xfrm>
                <a:off x="1955" y="23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49" name="Rectangle 3081"/>
              <p:cNvSpPr/>
              <p:nvPr/>
            </p:nvSpPr>
            <p:spPr>
              <a:xfrm>
                <a:off x="1966" y="23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0" name="Rectangle 3082"/>
              <p:cNvSpPr/>
              <p:nvPr/>
            </p:nvSpPr>
            <p:spPr>
              <a:xfrm>
                <a:off x="1976" y="23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1" name="Rectangle 3083"/>
              <p:cNvSpPr/>
              <p:nvPr/>
            </p:nvSpPr>
            <p:spPr>
              <a:xfrm>
                <a:off x="1986" y="236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2" name="Rectangle 3084"/>
              <p:cNvSpPr/>
              <p:nvPr/>
            </p:nvSpPr>
            <p:spPr>
              <a:xfrm>
                <a:off x="1997" y="2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3" name="Rectangle 3085"/>
              <p:cNvSpPr/>
              <p:nvPr/>
            </p:nvSpPr>
            <p:spPr>
              <a:xfrm>
                <a:off x="2002" y="2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4" name="Rectangle 3086"/>
              <p:cNvSpPr/>
              <p:nvPr/>
            </p:nvSpPr>
            <p:spPr>
              <a:xfrm>
                <a:off x="2012" y="237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5" name="Rectangle 3087"/>
              <p:cNvSpPr/>
              <p:nvPr/>
            </p:nvSpPr>
            <p:spPr>
              <a:xfrm>
                <a:off x="2022" y="238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6" name="Rectangle 3088"/>
              <p:cNvSpPr/>
              <p:nvPr/>
            </p:nvSpPr>
            <p:spPr>
              <a:xfrm>
                <a:off x="2033" y="238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7" name="Rectangle 3089"/>
              <p:cNvSpPr/>
              <p:nvPr/>
            </p:nvSpPr>
            <p:spPr>
              <a:xfrm>
                <a:off x="2043" y="23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8" name="Rectangle 3090"/>
              <p:cNvSpPr/>
              <p:nvPr/>
            </p:nvSpPr>
            <p:spPr>
              <a:xfrm>
                <a:off x="2053" y="239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59" name="Rectangle 3091"/>
              <p:cNvSpPr/>
              <p:nvPr/>
            </p:nvSpPr>
            <p:spPr>
              <a:xfrm>
                <a:off x="2064" y="2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0" name="Rectangle 3092"/>
              <p:cNvSpPr/>
              <p:nvPr/>
            </p:nvSpPr>
            <p:spPr>
              <a:xfrm>
                <a:off x="2074" y="240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1" name="Rectangle 3093"/>
              <p:cNvSpPr/>
              <p:nvPr/>
            </p:nvSpPr>
            <p:spPr>
              <a:xfrm>
                <a:off x="2079" y="24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2" name="Rectangle 3094"/>
              <p:cNvSpPr/>
              <p:nvPr/>
            </p:nvSpPr>
            <p:spPr>
              <a:xfrm>
                <a:off x="2089" y="241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3" name="Rectangle 3095"/>
              <p:cNvSpPr/>
              <p:nvPr/>
            </p:nvSpPr>
            <p:spPr>
              <a:xfrm>
                <a:off x="2100" y="24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4" name="Rectangle 3096"/>
              <p:cNvSpPr/>
              <p:nvPr/>
            </p:nvSpPr>
            <p:spPr>
              <a:xfrm>
                <a:off x="2110" y="24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5" name="Rectangle 3097"/>
              <p:cNvSpPr/>
              <p:nvPr/>
            </p:nvSpPr>
            <p:spPr>
              <a:xfrm>
                <a:off x="2120" y="243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6" name="Rectangle 3098"/>
              <p:cNvSpPr/>
              <p:nvPr/>
            </p:nvSpPr>
            <p:spPr>
              <a:xfrm>
                <a:off x="2131" y="24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7" name="Rectangle 3099"/>
              <p:cNvSpPr/>
              <p:nvPr/>
            </p:nvSpPr>
            <p:spPr>
              <a:xfrm>
                <a:off x="2141" y="244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8" name="Rectangle 3100"/>
              <p:cNvSpPr/>
              <p:nvPr/>
            </p:nvSpPr>
            <p:spPr>
              <a:xfrm>
                <a:off x="2146" y="24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69" name="Rectangle 3101"/>
              <p:cNvSpPr/>
              <p:nvPr/>
            </p:nvSpPr>
            <p:spPr>
              <a:xfrm>
                <a:off x="2156" y="245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0" name="Rectangle 3102"/>
              <p:cNvSpPr/>
              <p:nvPr/>
            </p:nvSpPr>
            <p:spPr>
              <a:xfrm>
                <a:off x="2167" y="24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1" name="Rectangle 3103"/>
              <p:cNvSpPr/>
              <p:nvPr/>
            </p:nvSpPr>
            <p:spPr>
              <a:xfrm>
                <a:off x="2177" y="24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2" name="Rectangle 3104"/>
              <p:cNvSpPr/>
              <p:nvPr/>
            </p:nvSpPr>
            <p:spPr>
              <a:xfrm>
                <a:off x="2187" y="246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3" name="Rectangle 3105"/>
              <p:cNvSpPr/>
              <p:nvPr/>
            </p:nvSpPr>
            <p:spPr>
              <a:xfrm>
                <a:off x="2198" y="247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4" name="Rectangle 3106"/>
              <p:cNvSpPr/>
              <p:nvPr/>
            </p:nvSpPr>
            <p:spPr>
              <a:xfrm>
                <a:off x="2208" y="24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5" name="Rectangle 3107"/>
              <p:cNvSpPr/>
              <p:nvPr/>
            </p:nvSpPr>
            <p:spPr>
              <a:xfrm>
                <a:off x="2213" y="24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6" name="Rectangle 3108"/>
              <p:cNvSpPr/>
              <p:nvPr/>
            </p:nvSpPr>
            <p:spPr>
              <a:xfrm>
                <a:off x="2223" y="249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7" name="Rectangle 3109"/>
              <p:cNvSpPr/>
              <p:nvPr/>
            </p:nvSpPr>
            <p:spPr>
              <a:xfrm>
                <a:off x="2234" y="24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8" name="Rectangle 3110"/>
              <p:cNvSpPr/>
              <p:nvPr/>
            </p:nvSpPr>
            <p:spPr>
              <a:xfrm>
                <a:off x="2244" y="25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79" name="Rectangle 3111"/>
              <p:cNvSpPr/>
              <p:nvPr/>
            </p:nvSpPr>
            <p:spPr>
              <a:xfrm>
                <a:off x="2254" y="250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0" name="Rectangle 3112"/>
              <p:cNvSpPr/>
              <p:nvPr/>
            </p:nvSpPr>
            <p:spPr>
              <a:xfrm>
                <a:off x="2265" y="251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1" name="Rectangle 3113"/>
              <p:cNvSpPr/>
              <p:nvPr/>
            </p:nvSpPr>
            <p:spPr>
              <a:xfrm>
                <a:off x="2275" y="25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2" name="Rectangle 3114"/>
              <p:cNvSpPr/>
              <p:nvPr/>
            </p:nvSpPr>
            <p:spPr>
              <a:xfrm>
                <a:off x="2280" y="25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3" name="Rectangle 3115"/>
              <p:cNvSpPr/>
              <p:nvPr/>
            </p:nvSpPr>
            <p:spPr>
              <a:xfrm>
                <a:off x="2290" y="25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4" name="Rectangle 3116"/>
              <p:cNvSpPr/>
              <p:nvPr/>
            </p:nvSpPr>
            <p:spPr>
              <a:xfrm>
                <a:off x="2301" y="25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5" name="Rectangle 3117"/>
              <p:cNvSpPr/>
              <p:nvPr/>
            </p:nvSpPr>
            <p:spPr>
              <a:xfrm>
                <a:off x="2311" y="25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6" name="Rectangle 3118"/>
              <p:cNvSpPr/>
              <p:nvPr/>
            </p:nvSpPr>
            <p:spPr>
              <a:xfrm>
                <a:off x="2321" y="25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7" name="Rectangle 3119"/>
              <p:cNvSpPr/>
              <p:nvPr/>
            </p:nvSpPr>
            <p:spPr>
              <a:xfrm>
                <a:off x="2332" y="254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8" name="Rectangle 3120"/>
              <p:cNvSpPr/>
              <p:nvPr/>
            </p:nvSpPr>
            <p:spPr>
              <a:xfrm>
                <a:off x="2342" y="25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89" name="Rectangle 3121"/>
              <p:cNvSpPr/>
              <p:nvPr/>
            </p:nvSpPr>
            <p:spPr>
              <a:xfrm>
                <a:off x="2352" y="25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0" name="Rectangle 3122"/>
              <p:cNvSpPr/>
              <p:nvPr/>
            </p:nvSpPr>
            <p:spPr>
              <a:xfrm>
                <a:off x="2357" y="256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1" name="Rectangle 3123"/>
              <p:cNvSpPr/>
              <p:nvPr/>
            </p:nvSpPr>
            <p:spPr>
              <a:xfrm>
                <a:off x="2368" y="25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2" name="Rectangle 3124"/>
              <p:cNvSpPr/>
              <p:nvPr/>
            </p:nvSpPr>
            <p:spPr>
              <a:xfrm>
                <a:off x="2378" y="25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3" name="Rectangle 3125"/>
              <p:cNvSpPr/>
              <p:nvPr/>
            </p:nvSpPr>
            <p:spPr>
              <a:xfrm>
                <a:off x="2388" y="257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4" name="Rectangle 3126"/>
              <p:cNvSpPr/>
              <p:nvPr/>
            </p:nvSpPr>
            <p:spPr>
              <a:xfrm>
                <a:off x="2399" y="25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5" name="Rectangle 3127"/>
              <p:cNvSpPr/>
              <p:nvPr/>
            </p:nvSpPr>
            <p:spPr>
              <a:xfrm>
                <a:off x="2409" y="25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6" name="Rectangle 3128"/>
              <p:cNvSpPr/>
              <p:nvPr/>
            </p:nvSpPr>
            <p:spPr>
              <a:xfrm>
                <a:off x="2419" y="259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7" name="Rectangle 3129"/>
              <p:cNvSpPr/>
              <p:nvPr/>
            </p:nvSpPr>
            <p:spPr>
              <a:xfrm>
                <a:off x="2425" y="25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8" name="Rectangle 3130"/>
              <p:cNvSpPr/>
              <p:nvPr/>
            </p:nvSpPr>
            <p:spPr>
              <a:xfrm>
                <a:off x="2435" y="26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699" name="Rectangle 3131"/>
              <p:cNvSpPr/>
              <p:nvPr/>
            </p:nvSpPr>
            <p:spPr>
              <a:xfrm>
                <a:off x="2445" y="2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0" name="Rectangle 3132"/>
              <p:cNvSpPr/>
              <p:nvPr/>
            </p:nvSpPr>
            <p:spPr>
              <a:xfrm>
                <a:off x="2455" y="261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1" name="Rectangle 3133"/>
              <p:cNvSpPr/>
              <p:nvPr/>
            </p:nvSpPr>
            <p:spPr>
              <a:xfrm>
                <a:off x="2466" y="26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2" name="Rectangle 3134"/>
              <p:cNvSpPr/>
              <p:nvPr/>
            </p:nvSpPr>
            <p:spPr>
              <a:xfrm>
                <a:off x="2476" y="26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3" name="Rectangle 3135"/>
              <p:cNvSpPr/>
              <p:nvPr/>
            </p:nvSpPr>
            <p:spPr>
              <a:xfrm>
                <a:off x="2486" y="262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4" name="Rectangle 3136"/>
              <p:cNvSpPr/>
              <p:nvPr/>
            </p:nvSpPr>
            <p:spPr>
              <a:xfrm>
                <a:off x="2492" y="26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5" name="Rectangle 3137"/>
              <p:cNvSpPr/>
              <p:nvPr/>
            </p:nvSpPr>
            <p:spPr>
              <a:xfrm>
                <a:off x="2502" y="2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6" name="Rectangle 3138"/>
              <p:cNvSpPr/>
              <p:nvPr/>
            </p:nvSpPr>
            <p:spPr>
              <a:xfrm>
                <a:off x="2512" y="264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7" name="Rectangle 3139"/>
              <p:cNvSpPr/>
              <p:nvPr/>
            </p:nvSpPr>
            <p:spPr>
              <a:xfrm>
                <a:off x="2522" y="265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8" name="Rectangle 3140"/>
              <p:cNvSpPr/>
              <p:nvPr/>
            </p:nvSpPr>
            <p:spPr>
              <a:xfrm>
                <a:off x="2533" y="26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09" name="Rectangle 3141"/>
              <p:cNvSpPr/>
              <p:nvPr/>
            </p:nvSpPr>
            <p:spPr>
              <a:xfrm>
                <a:off x="2543" y="26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0" name="Rectangle 3142"/>
              <p:cNvSpPr/>
              <p:nvPr/>
            </p:nvSpPr>
            <p:spPr>
              <a:xfrm>
                <a:off x="2553" y="266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1" name="Rectangle 3143"/>
              <p:cNvSpPr/>
              <p:nvPr/>
            </p:nvSpPr>
            <p:spPr>
              <a:xfrm>
                <a:off x="2559" y="26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2" name="Rectangle 3144"/>
              <p:cNvSpPr/>
              <p:nvPr/>
            </p:nvSpPr>
            <p:spPr>
              <a:xfrm>
                <a:off x="2569" y="2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3" name="Rectangle 3145"/>
              <p:cNvSpPr/>
              <p:nvPr/>
            </p:nvSpPr>
            <p:spPr>
              <a:xfrm>
                <a:off x="2579" y="268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4" name="Rectangle 3146"/>
              <p:cNvSpPr/>
              <p:nvPr/>
            </p:nvSpPr>
            <p:spPr>
              <a:xfrm>
                <a:off x="2589" y="268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5" name="Rectangle 3147"/>
              <p:cNvSpPr/>
              <p:nvPr/>
            </p:nvSpPr>
            <p:spPr>
              <a:xfrm>
                <a:off x="2600" y="26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6" name="Rectangle 3148"/>
              <p:cNvSpPr/>
              <p:nvPr/>
            </p:nvSpPr>
            <p:spPr>
              <a:xfrm>
                <a:off x="2610" y="26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7" name="Rectangle 3149"/>
              <p:cNvSpPr/>
              <p:nvPr/>
            </p:nvSpPr>
            <p:spPr>
              <a:xfrm>
                <a:off x="2620" y="270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8" name="Rectangle 3150"/>
              <p:cNvSpPr/>
              <p:nvPr/>
            </p:nvSpPr>
            <p:spPr>
              <a:xfrm>
                <a:off x="2631" y="2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19" name="Rectangle 3151"/>
              <p:cNvSpPr/>
              <p:nvPr/>
            </p:nvSpPr>
            <p:spPr>
              <a:xfrm>
                <a:off x="2636" y="27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0" name="Rectangle 3152"/>
              <p:cNvSpPr/>
              <p:nvPr/>
            </p:nvSpPr>
            <p:spPr>
              <a:xfrm>
                <a:off x="2646" y="271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1" name="Rectangle 3153"/>
              <p:cNvSpPr/>
              <p:nvPr/>
            </p:nvSpPr>
            <p:spPr>
              <a:xfrm>
                <a:off x="2657" y="27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2" name="Rectangle 3154"/>
              <p:cNvSpPr/>
              <p:nvPr/>
            </p:nvSpPr>
            <p:spPr>
              <a:xfrm>
                <a:off x="2667" y="272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3" name="Rectangle 3155"/>
              <p:cNvSpPr/>
              <p:nvPr/>
            </p:nvSpPr>
            <p:spPr>
              <a:xfrm>
                <a:off x="2677" y="27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4" name="Rectangle 3156"/>
              <p:cNvSpPr/>
              <p:nvPr/>
            </p:nvSpPr>
            <p:spPr>
              <a:xfrm>
                <a:off x="2687" y="273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5" name="Rectangle 3157"/>
              <p:cNvSpPr/>
              <p:nvPr/>
            </p:nvSpPr>
            <p:spPr>
              <a:xfrm>
                <a:off x="2698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6" name="Rectangle 3158"/>
              <p:cNvSpPr/>
              <p:nvPr/>
            </p:nvSpPr>
            <p:spPr>
              <a:xfrm>
                <a:off x="2703" y="274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7" name="Rectangle 3159"/>
              <p:cNvSpPr/>
              <p:nvPr/>
            </p:nvSpPr>
            <p:spPr>
              <a:xfrm>
                <a:off x="2713" y="275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8" name="Rectangle 3160"/>
              <p:cNvSpPr/>
              <p:nvPr/>
            </p:nvSpPr>
            <p:spPr>
              <a:xfrm>
                <a:off x="2724" y="27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29" name="Rectangle 3161"/>
              <p:cNvSpPr/>
              <p:nvPr/>
            </p:nvSpPr>
            <p:spPr>
              <a:xfrm>
                <a:off x="2734" y="27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0" name="Rectangle 3162"/>
              <p:cNvSpPr/>
              <p:nvPr/>
            </p:nvSpPr>
            <p:spPr>
              <a:xfrm>
                <a:off x="2744" y="27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1" name="Rectangle 3163"/>
              <p:cNvSpPr/>
              <p:nvPr/>
            </p:nvSpPr>
            <p:spPr>
              <a:xfrm>
                <a:off x="2754" y="277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2" name="Rectangle 3164"/>
              <p:cNvSpPr/>
              <p:nvPr/>
            </p:nvSpPr>
            <p:spPr>
              <a:xfrm>
                <a:off x="2765" y="2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3" name="Rectangle 3165"/>
              <p:cNvSpPr/>
              <p:nvPr/>
            </p:nvSpPr>
            <p:spPr>
              <a:xfrm>
                <a:off x="2770" y="278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4" name="Rectangle 3166"/>
              <p:cNvSpPr/>
              <p:nvPr/>
            </p:nvSpPr>
            <p:spPr>
              <a:xfrm>
                <a:off x="2780" y="278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5" name="Rectangle 3167"/>
              <p:cNvSpPr/>
              <p:nvPr/>
            </p:nvSpPr>
            <p:spPr>
              <a:xfrm>
                <a:off x="2791" y="27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6" name="Rectangle 3168"/>
              <p:cNvSpPr/>
              <p:nvPr/>
            </p:nvSpPr>
            <p:spPr>
              <a:xfrm>
                <a:off x="2801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7" name="Rectangle 3169"/>
              <p:cNvSpPr/>
              <p:nvPr/>
            </p:nvSpPr>
            <p:spPr>
              <a:xfrm>
                <a:off x="2811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8" name="Rectangle 3170"/>
              <p:cNvSpPr/>
              <p:nvPr/>
            </p:nvSpPr>
            <p:spPr>
              <a:xfrm>
                <a:off x="2821" y="280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39" name="Rectangle 3171"/>
              <p:cNvSpPr/>
              <p:nvPr/>
            </p:nvSpPr>
            <p:spPr>
              <a:xfrm>
                <a:off x="2832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0" name="Rectangle 3172"/>
              <p:cNvSpPr/>
              <p:nvPr/>
            </p:nvSpPr>
            <p:spPr>
              <a:xfrm>
                <a:off x="2837" y="28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1" name="Rectangle 3173"/>
              <p:cNvSpPr/>
              <p:nvPr/>
            </p:nvSpPr>
            <p:spPr>
              <a:xfrm>
                <a:off x="2847" y="282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2" name="Rectangle 3174"/>
              <p:cNvSpPr/>
              <p:nvPr/>
            </p:nvSpPr>
            <p:spPr>
              <a:xfrm>
                <a:off x="2858" y="283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3" name="Rectangle 3175"/>
              <p:cNvSpPr/>
              <p:nvPr/>
            </p:nvSpPr>
            <p:spPr>
              <a:xfrm>
                <a:off x="2868" y="28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4" name="Rectangle 3176"/>
              <p:cNvSpPr/>
              <p:nvPr/>
            </p:nvSpPr>
            <p:spPr>
              <a:xfrm>
                <a:off x="2878" y="284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5" name="Rectangle 3177"/>
              <p:cNvSpPr/>
              <p:nvPr/>
            </p:nvSpPr>
            <p:spPr>
              <a:xfrm>
                <a:off x="2889" y="28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6" name="Rectangle 3178"/>
              <p:cNvSpPr/>
              <p:nvPr/>
            </p:nvSpPr>
            <p:spPr>
              <a:xfrm>
                <a:off x="2899" y="285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7" name="Rectangle 3179"/>
              <p:cNvSpPr/>
              <p:nvPr/>
            </p:nvSpPr>
            <p:spPr>
              <a:xfrm>
                <a:off x="2909" y="28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8" name="Rectangle 3180"/>
              <p:cNvSpPr/>
              <p:nvPr/>
            </p:nvSpPr>
            <p:spPr>
              <a:xfrm>
                <a:off x="2914" y="286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49" name="Rectangle 3181"/>
              <p:cNvSpPr/>
              <p:nvPr/>
            </p:nvSpPr>
            <p:spPr>
              <a:xfrm>
                <a:off x="2925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0" name="Rectangle 3182"/>
              <p:cNvSpPr/>
              <p:nvPr/>
            </p:nvSpPr>
            <p:spPr>
              <a:xfrm>
                <a:off x="2935" y="28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1" name="Rectangle 3183"/>
              <p:cNvSpPr/>
              <p:nvPr/>
            </p:nvSpPr>
            <p:spPr>
              <a:xfrm>
                <a:off x="2945" y="287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2" name="Rectangle 3184"/>
              <p:cNvSpPr/>
              <p:nvPr/>
            </p:nvSpPr>
            <p:spPr>
              <a:xfrm>
                <a:off x="2956" y="28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3" name="Rectangle 3185"/>
              <p:cNvSpPr/>
              <p:nvPr/>
            </p:nvSpPr>
            <p:spPr>
              <a:xfrm>
                <a:off x="2966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4" name="Rectangle 3186"/>
              <p:cNvSpPr/>
              <p:nvPr/>
            </p:nvSpPr>
            <p:spPr>
              <a:xfrm>
                <a:off x="2976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5" name="Rectangle 3187"/>
              <p:cNvSpPr/>
              <p:nvPr/>
            </p:nvSpPr>
            <p:spPr>
              <a:xfrm>
                <a:off x="2981" y="289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6" name="Rectangle 3188"/>
              <p:cNvSpPr/>
              <p:nvPr/>
            </p:nvSpPr>
            <p:spPr>
              <a:xfrm>
                <a:off x="2992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7" name="Rectangle 3189"/>
              <p:cNvSpPr/>
              <p:nvPr/>
            </p:nvSpPr>
            <p:spPr>
              <a:xfrm>
                <a:off x="3002" y="29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8" name="Rectangle 3190"/>
              <p:cNvSpPr/>
              <p:nvPr/>
            </p:nvSpPr>
            <p:spPr>
              <a:xfrm>
                <a:off x="3012" y="291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59" name="Rectangle 3191"/>
              <p:cNvSpPr/>
              <p:nvPr/>
            </p:nvSpPr>
            <p:spPr>
              <a:xfrm>
                <a:off x="3023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0" name="Rectangle 3192"/>
              <p:cNvSpPr/>
              <p:nvPr/>
            </p:nvSpPr>
            <p:spPr>
              <a:xfrm>
                <a:off x="3033" y="29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1" name="Rectangle 3193"/>
              <p:cNvSpPr/>
              <p:nvPr/>
            </p:nvSpPr>
            <p:spPr>
              <a:xfrm>
                <a:off x="3043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2" name="Rectangle 3194"/>
              <p:cNvSpPr/>
              <p:nvPr/>
            </p:nvSpPr>
            <p:spPr>
              <a:xfrm>
                <a:off x="3048" y="293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3" name="Rectangle 3195"/>
              <p:cNvSpPr/>
              <p:nvPr/>
            </p:nvSpPr>
            <p:spPr>
              <a:xfrm>
                <a:off x="3059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4" name="Rectangle 3196"/>
              <p:cNvSpPr/>
              <p:nvPr/>
            </p:nvSpPr>
            <p:spPr>
              <a:xfrm>
                <a:off x="3069" y="29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5" name="Rectangle 3197"/>
              <p:cNvSpPr/>
              <p:nvPr/>
            </p:nvSpPr>
            <p:spPr>
              <a:xfrm>
                <a:off x="3079" y="294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6" name="Rectangle 3198"/>
              <p:cNvSpPr/>
              <p:nvPr/>
            </p:nvSpPr>
            <p:spPr>
              <a:xfrm>
                <a:off x="3090" y="295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7" name="Rectangle 3199"/>
              <p:cNvSpPr/>
              <p:nvPr/>
            </p:nvSpPr>
            <p:spPr>
              <a:xfrm>
                <a:off x="3100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8" name="Rectangle 3200"/>
              <p:cNvSpPr/>
              <p:nvPr/>
            </p:nvSpPr>
            <p:spPr>
              <a:xfrm>
                <a:off x="3110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69" name="Rectangle 3201"/>
              <p:cNvSpPr/>
              <p:nvPr/>
            </p:nvSpPr>
            <p:spPr>
              <a:xfrm>
                <a:off x="3115" y="296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0" name="Rectangle 3202"/>
              <p:cNvSpPr/>
              <p:nvPr/>
            </p:nvSpPr>
            <p:spPr>
              <a:xfrm>
                <a:off x="3126" y="29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1" name="Rectangle 3203"/>
              <p:cNvSpPr/>
              <p:nvPr/>
            </p:nvSpPr>
            <p:spPr>
              <a:xfrm>
                <a:off x="3136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2" name="Rectangle 3204"/>
              <p:cNvSpPr/>
              <p:nvPr/>
            </p:nvSpPr>
            <p:spPr>
              <a:xfrm>
                <a:off x="3146" y="298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3" name="Rectangle 3205"/>
              <p:cNvSpPr/>
              <p:nvPr/>
            </p:nvSpPr>
            <p:spPr>
              <a:xfrm>
                <a:off x="3157" y="29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4" name="Rectangle 3206"/>
              <p:cNvSpPr/>
              <p:nvPr/>
            </p:nvSpPr>
            <p:spPr>
              <a:xfrm>
                <a:off x="3167" y="29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5" name="Rectangle 3207"/>
              <p:cNvSpPr/>
              <p:nvPr/>
            </p:nvSpPr>
            <p:spPr>
              <a:xfrm>
                <a:off x="3177" y="300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6" name="Rectangle 3208"/>
              <p:cNvSpPr/>
              <p:nvPr/>
            </p:nvSpPr>
            <p:spPr>
              <a:xfrm>
                <a:off x="3188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7" name="Rectangle 3209"/>
              <p:cNvSpPr/>
              <p:nvPr/>
            </p:nvSpPr>
            <p:spPr>
              <a:xfrm>
                <a:off x="3193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8" name="Rectangle 3210"/>
              <p:cNvSpPr/>
              <p:nvPr/>
            </p:nvSpPr>
            <p:spPr>
              <a:xfrm>
                <a:off x="3203" y="30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79" name="Rectangle 3211"/>
              <p:cNvSpPr/>
              <p:nvPr/>
            </p:nvSpPr>
            <p:spPr>
              <a:xfrm>
                <a:off x="3213" y="302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0" name="Rectangle 3212"/>
              <p:cNvSpPr/>
              <p:nvPr/>
            </p:nvSpPr>
            <p:spPr>
              <a:xfrm>
                <a:off x="3224" y="30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1" name="Rectangle 3213"/>
              <p:cNvSpPr/>
              <p:nvPr/>
            </p:nvSpPr>
            <p:spPr>
              <a:xfrm>
                <a:off x="3234" y="30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2" name="Rectangle 3214"/>
              <p:cNvSpPr/>
              <p:nvPr/>
            </p:nvSpPr>
            <p:spPr>
              <a:xfrm>
                <a:off x="3244" y="303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3" name="Rectangle 3215"/>
              <p:cNvSpPr/>
              <p:nvPr/>
            </p:nvSpPr>
            <p:spPr>
              <a:xfrm>
                <a:off x="3255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4" name="Rectangle 3216"/>
              <p:cNvSpPr/>
              <p:nvPr/>
            </p:nvSpPr>
            <p:spPr>
              <a:xfrm>
                <a:off x="3177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5" name="Rectangle 3217"/>
              <p:cNvSpPr/>
              <p:nvPr/>
            </p:nvSpPr>
            <p:spPr>
              <a:xfrm>
                <a:off x="3182" y="309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6" name="Rectangle 3218"/>
              <p:cNvSpPr/>
              <p:nvPr/>
            </p:nvSpPr>
            <p:spPr>
              <a:xfrm>
                <a:off x="3188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7" name="Rectangle 3219"/>
              <p:cNvSpPr/>
              <p:nvPr/>
            </p:nvSpPr>
            <p:spPr>
              <a:xfrm>
                <a:off x="3198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8" name="Rectangle 3220"/>
              <p:cNvSpPr/>
              <p:nvPr/>
            </p:nvSpPr>
            <p:spPr>
              <a:xfrm>
                <a:off x="3203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789" name="Rectangle 3221"/>
              <p:cNvSpPr/>
              <p:nvPr/>
            </p:nvSpPr>
            <p:spPr>
              <a:xfrm>
                <a:off x="3208" y="30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4" name="Group 3222"/>
            <p:cNvGrpSpPr/>
            <p:nvPr/>
          </p:nvGrpSpPr>
          <p:grpSpPr>
            <a:xfrm>
              <a:off x="1847" y="2330"/>
              <a:ext cx="1413" cy="778"/>
              <a:chOff x="1847" y="2330"/>
              <a:chExt cx="1413" cy="778"/>
            </a:xfrm>
          </p:grpSpPr>
          <p:sp>
            <p:nvSpPr>
              <p:cNvPr id="30390" name="Rectangle 3223"/>
              <p:cNvSpPr/>
              <p:nvPr/>
            </p:nvSpPr>
            <p:spPr>
              <a:xfrm>
                <a:off x="3213" y="307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91" name="Rectangle 3224"/>
              <p:cNvSpPr/>
              <p:nvPr/>
            </p:nvSpPr>
            <p:spPr>
              <a:xfrm>
                <a:off x="3224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92" name="Rectangle 3225"/>
              <p:cNvSpPr/>
              <p:nvPr/>
            </p:nvSpPr>
            <p:spPr>
              <a:xfrm>
                <a:off x="3229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93" name="Rectangle 3226"/>
              <p:cNvSpPr/>
              <p:nvPr/>
            </p:nvSpPr>
            <p:spPr>
              <a:xfrm>
                <a:off x="3234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94" name="Rectangle 3227"/>
              <p:cNvSpPr/>
              <p:nvPr/>
            </p:nvSpPr>
            <p:spPr>
              <a:xfrm>
                <a:off x="3239" y="30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95" name="Rectangle 3228"/>
              <p:cNvSpPr/>
              <p:nvPr/>
            </p:nvSpPr>
            <p:spPr>
              <a:xfrm>
                <a:off x="3249" y="304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96" name="Rectangle 3229"/>
              <p:cNvSpPr/>
              <p:nvPr/>
            </p:nvSpPr>
            <p:spPr>
              <a:xfrm>
                <a:off x="3255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97" name="Rectangle 3230"/>
              <p:cNvSpPr/>
              <p:nvPr/>
            </p:nvSpPr>
            <p:spPr>
              <a:xfrm>
                <a:off x="1847" y="23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98" name="Rectangle 3231"/>
              <p:cNvSpPr/>
              <p:nvPr/>
            </p:nvSpPr>
            <p:spPr>
              <a:xfrm>
                <a:off x="1852" y="240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99" name="Rectangle 3232"/>
              <p:cNvSpPr/>
              <p:nvPr/>
            </p:nvSpPr>
            <p:spPr>
              <a:xfrm>
                <a:off x="1863" y="240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0" name="Rectangle 3233"/>
              <p:cNvSpPr/>
              <p:nvPr/>
            </p:nvSpPr>
            <p:spPr>
              <a:xfrm>
                <a:off x="1873" y="24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1" name="Rectangle 3234"/>
              <p:cNvSpPr/>
              <p:nvPr/>
            </p:nvSpPr>
            <p:spPr>
              <a:xfrm>
                <a:off x="1883" y="241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2" name="Rectangle 3235"/>
              <p:cNvSpPr/>
              <p:nvPr/>
            </p:nvSpPr>
            <p:spPr>
              <a:xfrm>
                <a:off x="1894" y="24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3" name="Rectangle 3236"/>
              <p:cNvSpPr/>
              <p:nvPr/>
            </p:nvSpPr>
            <p:spPr>
              <a:xfrm>
                <a:off x="1904" y="24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4" name="Rectangle 3237"/>
              <p:cNvSpPr/>
              <p:nvPr/>
            </p:nvSpPr>
            <p:spPr>
              <a:xfrm>
                <a:off x="1914" y="24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5" name="Rectangle 3238"/>
              <p:cNvSpPr/>
              <p:nvPr/>
            </p:nvSpPr>
            <p:spPr>
              <a:xfrm>
                <a:off x="1924" y="243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6" name="Rectangle 3239"/>
              <p:cNvSpPr/>
              <p:nvPr/>
            </p:nvSpPr>
            <p:spPr>
              <a:xfrm>
                <a:off x="1935" y="244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7" name="Rectangle 3240"/>
              <p:cNvSpPr/>
              <p:nvPr/>
            </p:nvSpPr>
            <p:spPr>
              <a:xfrm>
                <a:off x="1940" y="24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8" name="Rectangle 3241"/>
              <p:cNvSpPr/>
              <p:nvPr/>
            </p:nvSpPr>
            <p:spPr>
              <a:xfrm>
                <a:off x="1950" y="245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09" name="Rectangle 3242"/>
              <p:cNvSpPr/>
              <p:nvPr/>
            </p:nvSpPr>
            <p:spPr>
              <a:xfrm>
                <a:off x="1961" y="24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0" name="Rectangle 3243"/>
              <p:cNvSpPr/>
              <p:nvPr/>
            </p:nvSpPr>
            <p:spPr>
              <a:xfrm>
                <a:off x="1971" y="24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1" name="Rectangle 3244"/>
              <p:cNvSpPr/>
              <p:nvPr/>
            </p:nvSpPr>
            <p:spPr>
              <a:xfrm>
                <a:off x="1981" y="24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2" name="Rectangle 3245"/>
              <p:cNvSpPr/>
              <p:nvPr/>
            </p:nvSpPr>
            <p:spPr>
              <a:xfrm>
                <a:off x="1991" y="247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3" name="Rectangle 3246"/>
              <p:cNvSpPr/>
              <p:nvPr/>
            </p:nvSpPr>
            <p:spPr>
              <a:xfrm>
                <a:off x="2002" y="24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4" name="Rectangle 3247"/>
              <p:cNvSpPr/>
              <p:nvPr/>
            </p:nvSpPr>
            <p:spPr>
              <a:xfrm>
                <a:off x="2012" y="24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5" name="Rectangle 3248"/>
              <p:cNvSpPr/>
              <p:nvPr/>
            </p:nvSpPr>
            <p:spPr>
              <a:xfrm>
                <a:off x="2017" y="249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6" name="Rectangle 3249"/>
              <p:cNvSpPr/>
              <p:nvPr/>
            </p:nvSpPr>
            <p:spPr>
              <a:xfrm>
                <a:off x="2028" y="24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7" name="Rectangle 3250"/>
              <p:cNvSpPr/>
              <p:nvPr/>
            </p:nvSpPr>
            <p:spPr>
              <a:xfrm>
                <a:off x="2038" y="25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8" name="Rectangle 3251"/>
              <p:cNvSpPr/>
              <p:nvPr/>
            </p:nvSpPr>
            <p:spPr>
              <a:xfrm>
                <a:off x="2048" y="25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19" name="Rectangle 3252"/>
              <p:cNvSpPr/>
              <p:nvPr/>
            </p:nvSpPr>
            <p:spPr>
              <a:xfrm>
                <a:off x="2058" y="251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0" name="Rectangle 3253"/>
              <p:cNvSpPr/>
              <p:nvPr/>
            </p:nvSpPr>
            <p:spPr>
              <a:xfrm>
                <a:off x="2069" y="25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1" name="Rectangle 3254"/>
              <p:cNvSpPr/>
              <p:nvPr/>
            </p:nvSpPr>
            <p:spPr>
              <a:xfrm>
                <a:off x="2079" y="25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2" name="Rectangle 3255"/>
              <p:cNvSpPr/>
              <p:nvPr/>
            </p:nvSpPr>
            <p:spPr>
              <a:xfrm>
                <a:off x="2089" y="25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3" name="Rectangle 3256"/>
              <p:cNvSpPr/>
              <p:nvPr/>
            </p:nvSpPr>
            <p:spPr>
              <a:xfrm>
                <a:off x="2100" y="25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4" name="Rectangle 3257"/>
              <p:cNvSpPr/>
              <p:nvPr/>
            </p:nvSpPr>
            <p:spPr>
              <a:xfrm>
                <a:off x="2105" y="25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5" name="Rectangle 3258"/>
              <p:cNvSpPr/>
              <p:nvPr/>
            </p:nvSpPr>
            <p:spPr>
              <a:xfrm>
                <a:off x="2115" y="2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6" name="Rectangle 3259"/>
              <p:cNvSpPr/>
              <p:nvPr/>
            </p:nvSpPr>
            <p:spPr>
              <a:xfrm>
                <a:off x="2125" y="254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7" name="Rectangle 3260"/>
              <p:cNvSpPr/>
              <p:nvPr/>
            </p:nvSpPr>
            <p:spPr>
              <a:xfrm>
                <a:off x="2136" y="25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8" name="Rectangle 3261"/>
              <p:cNvSpPr/>
              <p:nvPr/>
            </p:nvSpPr>
            <p:spPr>
              <a:xfrm>
                <a:off x="2146" y="255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29" name="Rectangle 3262"/>
              <p:cNvSpPr/>
              <p:nvPr/>
            </p:nvSpPr>
            <p:spPr>
              <a:xfrm>
                <a:off x="2156" y="256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0" name="Rectangle 3263"/>
              <p:cNvSpPr/>
              <p:nvPr/>
            </p:nvSpPr>
            <p:spPr>
              <a:xfrm>
                <a:off x="2167" y="25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1" name="Rectangle 3264"/>
              <p:cNvSpPr/>
              <p:nvPr/>
            </p:nvSpPr>
            <p:spPr>
              <a:xfrm>
                <a:off x="2177" y="2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2" name="Rectangle 3265"/>
              <p:cNvSpPr/>
              <p:nvPr/>
            </p:nvSpPr>
            <p:spPr>
              <a:xfrm>
                <a:off x="2182" y="257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3" name="Rectangle 3266"/>
              <p:cNvSpPr/>
              <p:nvPr/>
            </p:nvSpPr>
            <p:spPr>
              <a:xfrm>
                <a:off x="2193" y="25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4" name="Rectangle 3267"/>
              <p:cNvSpPr/>
              <p:nvPr/>
            </p:nvSpPr>
            <p:spPr>
              <a:xfrm>
                <a:off x="2203" y="25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5" name="Rectangle 3268"/>
              <p:cNvSpPr/>
              <p:nvPr/>
            </p:nvSpPr>
            <p:spPr>
              <a:xfrm>
                <a:off x="2213" y="25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6" name="Rectangle 3269"/>
              <p:cNvSpPr/>
              <p:nvPr/>
            </p:nvSpPr>
            <p:spPr>
              <a:xfrm>
                <a:off x="2223" y="259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7" name="Rectangle 3270"/>
              <p:cNvSpPr/>
              <p:nvPr/>
            </p:nvSpPr>
            <p:spPr>
              <a:xfrm>
                <a:off x="2234" y="26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8" name="Rectangle 3271"/>
              <p:cNvSpPr/>
              <p:nvPr/>
            </p:nvSpPr>
            <p:spPr>
              <a:xfrm>
                <a:off x="2244" y="2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39" name="Rectangle 3272"/>
              <p:cNvSpPr/>
              <p:nvPr/>
            </p:nvSpPr>
            <p:spPr>
              <a:xfrm>
                <a:off x="2254" y="261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0" name="Rectangle 3273"/>
              <p:cNvSpPr/>
              <p:nvPr/>
            </p:nvSpPr>
            <p:spPr>
              <a:xfrm>
                <a:off x="2265" y="26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1" name="Rectangle 3274"/>
              <p:cNvSpPr/>
              <p:nvPr/>
            </p:nvSpPr>
            <p:spPr>
              <a:xfrm>
                <a:off x="2270" y="26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2" name="Rectangle 3275"/>
              <p:cNvSpPr/>
              <p:nvPr/>
            </p:nvSpPr>
            <p:spPr>
              <a:xfrm>
                <a:off x="2280" y="26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3" name="Rectangle 3276"/>
              <p:cNvSpPr/>
              <p:nvPr/>
            </p:nvSpPr>
            <p:spPr>
              <a:xfrm>
                <a:off x="2290" y="263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4" name="Rectangle 3277"/>
              <p:cNvSpPr/>
              <p:nvPr/>
            </p:nvSpPr>
            <p:spPr>
              <a:xfrm>
                <a:off x="2301" y="2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5" name="Rectangle 3278"/>
              <p:cNvSpPr/>
              <p:nvPr/>
            </p:nvSpPr>
            <p:spPr>
              <a:xfrm>
                <a:off x="2311" y="264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6" name="Rectangle 3279"/>
              <p:cNvSpPr/>
              <p:nvPr/>
            </p:nvSpPr>
            <p:spPr>
              <a:xfrm>
                <a:off x="2321" y="265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7" name="Rectangle 3280"/>
              <p:cNvSpPr/>
              <p:nvPr/>
            </p:nvSpPr>
            <p:spPr>
              <a:xfrm>
                <a:off x="2332" y="26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8" name="Rectangle 3281"/>
              <p:cNvSpPr/>
              <p:nvPr/>
            </p:nvSpPr>
            <p:spPr>
              <a:xfrm>
                <a:off x="2342" y="26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49" name="Rectangle 3282"/>
              <p:cNvSpPr/>
              <p:nvPr/>
            </p:nvSpPr>
            <p:spPr>
              <a:xfrm>
                <a:off x="2347" y="26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0" name="Rectangle 3283"/>
              <p:cNvSpPr/>
              <p:nvPr/>
            </p:nvSpPr>
            <p:spPr>
              <a:xfrm>
                <a:off x="2357" y="26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1" name="Rectangle 3284"/>
              <p:cNvSpPr/>
              <p:nvPr/>
            </p:nvSpPr>
            <p:spPr>
              <a:xfrm>
                <a:off x="2368" y="2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2" name="Rectangle 3285"/>
              <p:cNvSpPr/>
              <p:nvPr/>
            </p:nvSpPr>
            <p:spPr>
              <a:xfrm>
                <a:off x="2378" y="268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3" name="Rectangle 3286"/>
              <p:cNvSpPr/>
              <p:nvPr/>
            </p:nvSpPr>
            <p:spPr>
              <a:xfrm>
                <a:off x="2388" y="268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4" name="Rectangle 3287"/>
              <p:cNvSpPr/>
              <p:nvPr/>
            </p:nvSpPr>
            <p:spPr>
              <a:xfrm>
                <a:off x="2399" y="26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5" name="Rectangle 3288"/>
              <p:cNvSpPr/>
              <p:nvPr/>
            </p:nvSpPr>
            <p:spPr>
              <a:xfrm>
                <a:off x="2409" y="26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6" name="Rectangle 3289"/>
              <p:cNvSpPr/>
              <p:nvPr/>
            </p:nvSpPr>
            <p:spPr>
              <a:xfrm>
                <a:off x="2419" y="270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7" name="Rectangle 3290"/>
              <p:cNvSpPr/>
              <p:nvPr/>
            </p:nvSpPr>
            <p:spPr>
              <a:xfrm>
                <a:off x="2430" y="2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8" name="Rectangle 3291"/>
              <p:cNvSpPr/>
              <p:nvPr/>
            </p:nvSpPr>
            <p:spPr>
              <a:xfrm>
                <a:off x="2435" y="27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59" name="Rectangle 3292"/>
              <p:cNvSpPr/>
              <p:nvPr/>
            </p:nvSpPr>
            <p:spPr>
              <a:xfrm>
                <a:off x="2445" y="271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0" name="Rectangle 3293"/>
              <p:cNvSpPr/>
              <p:nvPr/>
            </p:nvSpPr>
            <p:spPr>
              <a:xfrm>
                <a:off x="2455" y="272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1" name="Rectangle 3294"/>
              <p:cNvSpPr/>
              <p:nvPr/>
            </p:nvSpPr>
            <p:spPr>
              <a:xfrm>
                <a:off x="2466" y="272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2" name="Rectangle 3295"/>
              <p:cNvSpPr/>
              <p:nvPr/>
            </p:nvSpPr>
            <p:spPr>
              <a:xfrm>
                <a:off x="2476" y="27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3" name="Rectangle 3296"/>
              <p:cNvSpPr/>
              <p:nvPr/>
            </p:nvSpPr>
            <p:spPr>
              <a:xfrm>
                <a:off x="2486" y="273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4" name="Rectangle 3297"/>
              <p:cNvSpPr/>
              <p:nvPr/>
            </p:nvSpPr>
            <p:spPr>
              <a:xfrm>
                <a:off x="2497" y="2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5" name="Rectangle 3298"/>
              <p:cNvSpPr/>
              <p:nvPr/>
            </p:nvSpPr>
            <p:spPr>
              <a:xfrm>
                <a:off x="2507" y="274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6" name="Rectangle 3299"/>
              <p:cNvSpPr/>
              <p:nvPr/>
            </p:nvSpPr>
            <p:spPr>
              <a:xfrm>
                <a:off x="2512" y="27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7" name="Rectangle 3300"/>
              <p:cNvSpPr/>
              <p:nvPr/>
            </p:nvSpPr>
            <p:spPr>
              <a:xfrm>
                <a:off x="2522" y="275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8" name="Rectangle 3301"/>
              <p:cNvSpPr/>
              <p:nvPr/>
            </p:nvSpPr>
            <p:spPr>
              <a:xfrm>
                <a:off x="2533" y="27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69" name="Rectangle 3302"/>
              <p:cNvSpPr/>
              <p:nvPr/>
            </p:nvSpPr>
            <p:spPr>
              <a:xfrm>
                <a:off x="2543" y="27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0" name="Rectangle 3303"/>
              <p:cNvSpPr/>
              <p:nvPr/>
            </p:nvSpPr>
            <p:spPr>
              <a:xfrm>
                <a:off x="2553" y="277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1" name="Rectangle 3304"/>
              <p:cNvSpPr/>
              <p:nvPr/>
            </p:nvSpPr>
            <p:spPr>
              <a:xfrm>
                <a:off x="2564" y="27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2" name="Rectangle 3305"/>
              <p:cNvSpPr/>
              <p:nvPr/>
            </p:nvSpPr>
            <p:spPr>
              <a:xfrm>
                <a:off x="2574" y="278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3" name="Rectangle 3306"/>
              <p:cNvSpPr/>
              <p:nvPr/>
            </p:nvSpPr>
            <p:spPr>
              <a:xfrm>
                <a:off x="2584" y="278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4" name="Rectangle 3307"/>
              <p:cNvSpPr/>
              <p:nvPr/>
            </p:nvSpPr>
            <p:spPr>
              <a:xfrm>
                <a:off x="2595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5" name="Rectangle 3308"/>
              <p:cNvSpPr/>
              <p:nvPr/>
            </p:nvSpPr>
            <p:spPr>
              <a:xfrm>
                <a:off x="2600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6" name="Rectangle 3309"/>
              <p:cNvSpPr/>
              <p:nvPr/>
            </p:nvSpPr>
            <p:spPr>
              <a:xfrm>
                <a:off x="2610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7" name="Rectangle 3310"/>
              <p:cNvSpPr/>
              <p:nvPr/>
            </p:nvSpPr>
            <p:spPr>
              <a:xfrm>
                <a:off x="2620" y="280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8" name="Rectangle 3311"/>
              <p:cNvSpPr/>
              <p:nvPr/>
            </p:nvSpPr>
            <p:spPr>
              <a:xfrm>
                <a:off x="2631" y="281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79" name="Rectangle 3312"/>
              <p:cNvSpPr/>
              <p:nvPr/>
            </p:nvSpPr>
            <p:spPr>
              <a:xfrm>
                <a:off x="2641" y="28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0" name="Rectangle 3313"/>
              <p:cNvSpPr/>
              <p:nvPr/>
            </p:nvSpPr>
            <p:spPr>
              <a:xfrm>
                <a:off x="2651" y="282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1" name="Rectangle 3314"/>
              <p:cNvSpPr/>
              <p:nvPr/>
            </p:nvSpPr>
            <p:spPr>
              <a:xfrm>
                <a:off x="2662" y="283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2" name="Rectangle 3315"/>
              <p:cNvSpPr/>
              <p:nvPr/>
            </p:nvSpPr>
            <p:spPr>
              <a:xfrm>
                <a:off x="2672" y="28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3" name="Rectangle 3316"/>
              <p:cNvSpPr/>
              <p:nvPr/>
            </p:nvSpPr>
            <p:spPr>
              <a:xfrm>
                <a:off x="2682" y="28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4" name="Rectangle 3317"/>
              <p:cNvSpPr/>
              <p:nvPr/>
            </p:nvSpPr>
            <p:spPr>
              <a:xfrm>
                <a:off x="2687" y="28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5" name="Rectangle 3318"/>
              <p:cNvSpPr/>
              <p:nvPr/>
            </p:nvSpPr>
            <p:spPr>
              <a:xfrm>
                <a:off x="2698" y="285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6" name="Rectangle 3319"/>
              <p:cNvSpPr/>
              <p:nvPr/>
            </p:nvSpPr>
            <p:spPr>
              <a:xfrm>
                <a:off x="2708" y="28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7" name="Rectangle 3320"/>
              <p:cNvSpPr/>
              <p:nvPr/>
            </p:nvSpPr>
            <p:spPr>
              <a:xfrm>
                <a:off x="2718" y="286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8" name="Rectangle 3321"/>
              <p:cNvSpPr/>
              <p:nvPr/>
            </p:nvSpPr>
            <p:spPr>
              <a:xfrm>
                <a:off x="2729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89" name="Rectangle 3322"/>
              <p:cNvSpPr/>
              <p:nvPr/>
            </p:nvSpPr>
            <p:spPr>
              <a:xfrm>
                <a:off x="2739" y="28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0" name="Rectangle 3323"/>
              <p:cNvSpPr/>
              <p:nvPr/>
            </p:nvSpPr>
            <p:spPr>
              <a:xfrm>
                <a:off x="2749" y="287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1" name="Rectangle 3324"/>
              <p:cNvSpPr/>
              <p:nvPr/>
            </p:nvSpPr>
            <p:spPr>
              <a:xfrm>
                <a:off x="2760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2" name="Rectangle 3325"/>
              <p:cNvSpPr/>
              <p:nvPr/>
            </p:nvSpPr>
            <p:spPr>
              <a:xfrm>
                <a:off x="2765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3" name="Rectangle 3326"/>
              <p:cNvSpPr/>
              <p:nvPr/>
            </p:nvSpPr>
            <p:spPr>
              <a:xfrm>
                <a:off x="2775" y="28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4" name="Rectangle 3327"/>
              <p:cNvSpPr/>
              <p:nvPr/>
            </p:nvSpPr>
            <p:spPr>
              <a:xfrm>
                <a:off x="2785" y="289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5" name="Rectangle 3328"/>
              <p:cNvSpPr/>
              <p:nvPr/>
            </p:nvSpPr>
            <p:spPr>
              <a:xfrm>
                <a:off x="2796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6" name="Rectangle 3329"/>
              <p:cNvSpPr/>
              <p:nvPr/>
            </p:nvSpPr>
            <p:spPr>
              <a:xfrm>
                <a:off x="2806" y="29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7" name="Rectangle 3330"/>
              <p:cNvSpPr/>
              <p:nvPr/>
            </p:nvSpPr>
            <p:spPr>
              <a:xfrm>
                <a:off x="2816" y="291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8" name="Rectangle 3331"/>
              <p:cNvSpPr/>
              <p:nvPr/>
            </p:nvSpPr>
            <p:spPr>
              <a:xfrm>
                <a:off x="2827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499" name="Rectangle 3332"/>
              <p:cNvSpPr/>
              <p:nvPr/>
            </p:nvSpPr>
            <p:spPr>
              <a:xfrm>
                <a:off x="2837" y="29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0" name="Rectangle 3333"/>
              <p:cNvSpPr/>
              <p:nvPr/>
            </p:nvSpPr>
            <p:spPr>
              <a:xfrm>
                <a:off x="2847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1" name="Rectangle 3334"/>
              <p:cNvSpPr/>
              <p:nvPr/>
            </p:nvSpPr>
            <p:spPr>
              <a:xfrm>
                <a:off x="2852" y="293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2" name="Rectangle 3335"/>
              <p:cNvSpPr/>
              <p:nvPr/>
            </p:nvSpPr>
            <p:spPr>
              <a:xfrm>
                <a:off x="2863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3" name="Rectangle 3336"/>
              <p:cNvSpPr/>
              <p:nvPr/>
            </p:nvSpPr>
            <p:spPr>
              <a:xfrm>
                <a:off x="2873" y="29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4" name="Rectangle 3337"/>
              <p:cNvSpPr/>
              <p:nvPr/>
            </p:nvSpPr>
            <p:spPr>
              <a:xfrm>
                <a:off x="2883" y="294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5" name="Rectangle 3338"/>
              <p:cNvSpPr/>
              <p:nvPr/>
            </p:nvSpPr>
            <p:spPr>
              <a:xfrm>
                <a:off x="2894" y="295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6" name="Rectangle 3339"/>
              <p:cNvSpPr/>
              <p:nvPr/>
            </p:nvSpPr>
            <p:spPr>
              <a:xfrm>
                <a:off x="2904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7" name="Rectangle 3340"/>
              <p:cNvSpPr/>
              <p:nvPr/>
            </p:nvSpPr>
            <p:spPr>
              <a:xfrm>
                <a:off x="2914" y="296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8" name="Rectangle 3341"/>
              <p:cNvSpPr/>
              <p:nvPr/>
            </p:nvSpPr>
            <p:spPr>
              <a:xfrm>
                <a:off x="2925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09" name="Rectangle 3342"/>
              <p:cNvSpPr/>
              <p:nvPr/>
            </p:nvSpPr>
            <p:spPr>
              <a:xfrm>
                <a:off x="2930" y="29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0" name="Rectangle 3343"/>
              <p:cNvSpPr/>
              <p:nvPr/>
            </p:nvSpPr>
            <p:spPr>
              <a:xfrm>
                <a:off x="2940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1" name="Rectangle 3344"/>
              <p:cNvSpPr/>
              <p:nvPr/>
            </p:nvSpPr>
            <p:spPr>
              <a:xfrm>
                <a:off x="2950" y="298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2" name="Rectangle 3345"/>
              <p:cNvSpPr/>
              <p:nvPr/>
            </p:nvSpPr>
            <p:spPr>
              <a:xfrm>
                <a:off x="2961" y="29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3" name="Rectangle 3346"/>
              <p:cNvSpPr/>
              <p:nvPr/>
            </p:nvSpPr>
            <p:spPr>
              <a:xfrm>
                <a:off x="2971" y="29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4" name="Rectangle 3347"/>
              <p:cNvSpPr/>
              <p:nvPr/>
            </p:nvSpPr>
            <p:spPr>
              <a:xfrm>
                <a:off x="2981" y="300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5" name="Rectangle 3348"/>
              <p:cNvSpPr/>
              <p:nvPr/>
            </p:nvSpPr>
            <p:spPr>
              <a:xfrm>
                <a:off x="2992" y="30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6" name="Rectangle 3349"/>
              <p:cNvSpPr/>
              <p:nvPr/>
            </p:nvSpPr>
            <p:spPr>
              <a:xfrm>
                <a:off x="3002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7" name="Rectangle 3350"/>
              <p:cNvSpPr/>
              <p:nvPr/>
            </p:nvSpPr>
            <p:spPr>
              <a:xfrm>
                <a:off x="3012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8" name="Rectangle 3351"/>
              <p:cNvSpPr/>
              <p:nvPr/>
            </p:nvSpPr>
            <p:spPr>
              <a:xfrm>
                <a:off x="3017" y="302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19" name="Rectangle 3352"/>
              <p:cNvSpPr/>
              <p:nvPr/>
            </p:nvSpPr>
            <p:spPr>
              <a:xfrm>
                <a:off x="3028" y="30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0" name="Rectangle 3353"/>
              <p:cNvSpPr/>
              <p:nvPr/>
            </p:nvSpPr>
            <p:spPr>
              <a:xfrm>
                <a:off x="3038" y="30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1" name="Rectangle 3354"/>
              <p:cNvSpPr/>
              <p:nvPr/>
            </p:nvSpPr>
            <p:spPr>
              <a:xfrm>
                <a:off x="3048" y="303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2" name="Rectangle 3355"/>
              <p:cNvSpPr/>
              <p:nvPr/>
            </p:nvSpPr>
            <p:spPr>
              <a:xfrm>
                <a:off x="3059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3" name="Rectangle 3356"/>
              <p:cNvSpPr/>
              <p:nvPr/>
            </p:nvSpPr>
            <p:spPr>
              <a:xfrm>
                <a:off x="3069" y="30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4" name="Rectangle 3357"/>
              <p:cNvSpPr/>
              <p:nvPr/>
            </p:nvSpPr>
            <p:spPr>
              <a:xfrm>
                <a:off x="3079" y="305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5" name="Rectangle 3358"/>
              <p:cNvSpPr/>
              <p:nvPr/>
            </p:nvSpPr>
            <p:spPr>
              <a:xfrm>
                <a:off x="3090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6" name="Rectangle 3359"/>
              <p:cNvSpPr/>
              <p:nvPr/>
            </p:nvSpPr>
            <p:spPr>
              <a:xfrm>
                <a:off x="3095" y="30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7" name="Rectangle 3360"/>
              <p:cNvSpPr/>
              <p:nvPr/>
            </p:nvSpPr>
            <p:spPr>
              <a:xfrm>
                <a:off x="3105" y="30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8" name="Rectangle 3361"/>
              <p:cNvSpPr/>
              <p:nvPr/>
            </p:nvSpPr>
            <p:spPr>
              <a:xfrm>
                <a:off x="3115" y="307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29" name="Rectangle 3362"/>
              <p:cNvSpPr/>
              <p:nvPr/>
            </p:nvSpPr>
            <p:spPr>
              <a:xfrm>
                <a:off x="3126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0" name="Rectangle 3363"/>
              <p:cNvSpPr/>
              <p:nvPr/>
            </p:nvSpPr>
            <p:spPr>
              <a:xfrm>
                <a:off x="3136" y="30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1" name="Rectangle 3364"/>
              <p:cNvSpPr/>
              <p:nvPr/>
            </p:nvSpPr>
            <p:spPr>
              <a:xfrm>
                <a:off x="3146" y="308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2" name="Rectangle 3365"/>
              <p:cNvSpPr/>
              <p:nvPr/>
            </p:nvSpPr>
            <p:spPr>
              <a:xfrm>
                <a:off x="3157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3" name="Rectangle 3366"/>
              <p:cNvSpPr/>
              <p:nvPr/>
            </p:nvSpPr>
            <p:spPr>
              <a:xfrm>
                <a:off x="3167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4" name="Rectangle 3367"/>
              <p:cNvSpPr/>
              <p:nvPr/>
            </p:nvSpPr>
            <p:spPr>
              <a:xfrm>
                <a:off x="3177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5" name="Rectangle 3368"/>
              <p:cNvSpPr/>
              <p:nvPr/>
            </p:nvSpPr>
            <p:spPr>
              <a:xfrm>
                <a:off x="1847" y="23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6" name="Rectangle 3369"/>
              <p:cNvSpPr/>
              <p:nvPr/>
            </p:nvSpPr>
            <p:spPr>
              <a:xfrm>
                <a:off x="1852" y="23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7" name="Rectangle 3370"/>
              <p:cNvSpPr/>
              <p:nvPr/>
            </p:nvSpPr>
            <p:spPr>
              <a:xfrm>
                <a:off x="1857" y="238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8" name="Rectangle 3371"/>
              <p:cNvSpPr/>
              <p:nvPr/>
            </p:nvSpPr>
            <p:spPr>
              <a:xfrm>
                <a:off x="1868" y="23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39" name="Rectangle 3372"/>
              <p:cNvSpPr/>
              <p:nvPr/>
            </p:nvSpPr>
            <p:spPr>
              <a:xfrm>
                <a:off x="1873" y="237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0" name="Rectangle 3373"/>
              <p:cNvSpPr/>
              <p:nvPr/>
            </p:nvSpPr>
            <p:spPr>
              <a:xfrm>
                <a:off x="1878" y="2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1" name="Rectangle 3374"/>
              <p:cNvSpPr/>
              <p:nvPr/>
            </p:nvSpPr>
            <p:spPr>
              <a:xfrm>
                <a:off x="1883" y="2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2" name="Rectangle 3375"/>
              <p:cNvSpPr/>
              <p:nvPr/>
            </p:nvSpPr>
            <p:spPr>
              <a:xfrm>
                <a:off x="1888" y="236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3" name="Rectangle 3376"/>
              <p:cNvSpPr/>
              <p:nvPr/>
            </p:nvSpPr>
            <p:spPr>
              <a:xfrm>
                <a:off x="1899" y="23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4" name="Rectangle 3377"/>
              <p:cNvSpPr/>
              <p:nvPr/>
            </p:nvSpPr>
            <p:spPr>
              <a:xfrm>
                <a:off x="1904" y="23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5" name="Rectangle 3378"/>
              <p:cNvSpPr/>
              <p:nvPr/>
            </p:nvSpPr>
            <p:spPr>
              <a:xfrm>
                <a:off x="1909" y="23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6" name="Rectangle 3379"/>
              <p:cNvSpPr/>
              <p:nvPr/>
            </p:nvSpPr>
            <p:spPr>
              <a:xfrm>
                <a:off x="1914" y="234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7" name="Rectangle 3380"/>
              <p:cNvSpPr/>
              <p:nvPr/>
            </p:nvSpPr>
            <p:spPr>
              <a:xfrm>
                <a:off x="1924" y="233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8" name="Rectangle 3381"/>
              <p:cNvSpPr/>
              <p:nvPr/>
            </p:nvSpPr>
            <p:spPr>
              <a:xfrm>
                <a:off x="1930" y="23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49" name="Rectangle 3382"/>
              <p:cNvSpPr/>
              <p:nvPr/>
            </p:nvSpPr>
            <p:spPr>
              <a:xfrm>
                <a:off x="1863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0" name="Rectangle 3383"/>
              <p:cNvSpPr/>
              <p:nvPr/>
            </p:nvSpPr>
            <p:spPr>
              <a:xfrm>
                <a:off x="1868" y="25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1" name="Rectangle 3384"/>
              <p:cNvSpPr/>
              <p:nvPr/>
            </p:nvSpPr>
            <p:spPr>
              <a:xfrm>
                <a:off x="1878" y="25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2" name="Rectangle 3385"/>
              <p:cNvSpPr/>
              <p:nvPr/>
            </p:nvSpPr>
            <p:spPr>
              <a:xfrm>
                <a:off x="1888" y="25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3" name="Rectangle 3386"/>
              <p:cNvSpPr/>
              <p:nvPr/>
            </p:nvSpPr>
            <p:spPr>
              <a:xfrm>
                <a:off x="1899" y="25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4" name="Rectangle 3387"/>
              <p:cNvSpPr/>
              <p:nvPr/>
            </p:nvSpPr>
            <p:spPr>
              <a:xfrm>
                <a:off x="1909" y="25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5" name="Rectangle 3388"/>
              <p:cNvSpPr/>
              <p:nvPr/>
            </p:nvSpPr>
            <p:spPr>
              <a:xfrm>
                <a:off x="1919" y="25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6" name="Rectangle 3389"/>
              <p:cNvSpPr/>
              <p:nvPr/>
            </p:nvSpPr>
            <p:spPr>
              <a:xfrm>
                <a:off x="1930" y="254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7" name="Rectangle 3390"/>
              <p:cNvSpPr/>
              <p:nvPr/>
            </p:nvSpPr>
            <p:spPr>
              <a:xfrm>
                <a:off x="1940" y="25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8" name="Rectangle 3391"/>
              <p:cNvSpPr/>
              <p:nvPr/>
            </p:nvSpPr>
            <p:spPr>
              <a:xfrm>
                <a:off x="1945" y="255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59" name="Rectangle 3392"/>
              <p:cNvSpPr/>
              <p:nvPr/>
            </p:nvSpPr>
            <p:spPr>
              <a:xfrm>
                <a:off x="1955" y="256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0" name="Rectangle 3393"/>
              <p:cNvSpPr/>
              <p:nvPr/>
            </p:nvSpPr>
            <p:spPr>
              <a:xfrm>
                <a:off x="1966" y="25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1" name="Rectangle 3394"/>
              <p:cNvSpPr/>
              <p:nvPr/>
            </p:nvSpPr>
            <p:spPr>
              <a:xfrm>
                <a:off x="1976" y="25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2" name="Rectangle 3395"/>
              <p:cNvSpPr/>
              <p:nvPr/>
            </p:nvSpPr>
            <p:spPr>
              <a:xfrm>
                <a:off x="1986" y="257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3" name="Rectangle 3396"/>
              <p:cNvSpPr/>
              <p:nvPr/>
            </p:nvSpPr>
            <p:spPr>
              <a:xfrm>
                <a:off x="1997" y="25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4" name="Rectangle 3397"/>
              <p:cNvSpPr/>
              <p:nvPr/>
            </p:nvSpPr>
            <p:spPr>
              <a:xfrm>
                <a:off x="2007" y="25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5" name="Rectangle 3398"/>
              <p:cNvSpPr/>
              <p:nvPr/>
            </p:nvSpPr>
            <p:spPr>
              <a:xfrm>
                <a:off x="2012" y="25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6" name="Rectangle 3399"/>
              <p:cNvSpPr/>
              <p:nvPr/>
            </p:nvSpPr>
            <p:spPr>
              <a:xfrm>
                <a:off x="2022" y="259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7" name="Rectangle 3400"/>
              <p:cNvSpPr/>
              <p:nvPr/>
            </p:nvSpPr>
            <p:spPr>
              <a:xfrm>
                <a:off x="2033" y="26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8" name="Rectangle 3401"/>
              <p:cNvSpPr/>
              <p:nvPr/>
            </p:nvSpPr>
            <p:spPr>
              <a:xfrm>
                <a:off x="2043" y="2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69" name="Rectangle 3402"/>
              <p:cNvSpPr/>
              <p:nvPr/>
            </p:nvSpPr>
            <p:spPr>
              <a:xfrm>
                <a:off x="2053" y="261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0" name="Rectangle 3403"/>
              <p:cNvSpPr/>
              <p:nvPr/>
            </p:nvSpPr>
            <p:spPr>
              <a:xfrm>
                <a:off x="2064" y="26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1" name="Rectangle 3404"/>
              <p:cNvSpPr/>
              <p:nvPr/>
            </p:nvSpPr>
            <p:spPr>
              <a:xfrm>
                <a:off x="2074" y="26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2" name="Rectangle 3405"/>
              <p:cNvSpPr/>
              <p:nvPr/>
            </p:nvSpPr>
            <p:spPr>
              <a:xfrm>
                <a:off x="2084" y="26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3" name="Rectangle 3406"/>
              <p:cNvSpPr/>
              <p:nvPr/>
            </p:nvSpPr>
            <p:spPr>
              <a:xfrm>
                <a:off x="2089" y="263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4" name="Rectangle 3407"/>
              <p:cNvSpPr/>
              <p:nvPr/>
            </p:nvSpPr>
            <p:spPr>
              <a:xfrm>
                <a:off x="2100" y="2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5" name="Rectangle 3408"/>
              <p:cNvSpPr/>
              <p:nvPr/>
            </p:nvSpPr>
            <p:spPr>
              <a:xfrm>
                <a:off x="2110" y="264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6" name="Rectangle 3409"/>
              <p:cNvSpPr/>
              <p:nvPr/>
            </p:nvSpPr>
            <p:spPr>
              <a:xfrm>
                <a:off x="2120" y="265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7" name="Rectangle 3410"/>
              <p:cNvSpPr/>
              <p:nvPr/>
            </p:nvSpPr>
            <p:spPr>
              <a:xfrm>
                <a:off x="2131" y="26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8" name="Rectangle 3411"/>
              <p:cNvSpPr/>
              <p:nvPr/>
            </p:nvSpPr>
            <p:spPr>
              <a:xfrm>
                <a:off x="2141" y="26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79" name="Rectangle 3412"/>
              <p:cNvSpPr/>
              <p:nvPr/>
            </p:nvSpPr>
            <p:spPr>
              <a:xfrm>
                <a:off x="2151" y="26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0" name="Rectangle 3413"/>
              <p:cNvSpPr/>
              <p:nvPr/>
            </p:nvSpPr>
            <p:spPr>
              <a:xfrm>
                <a:off x="2156" y="26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1" name="Rectangle 3414"/>
              <p:cNvSpPr/>
              <p:nvPr/>
            </p:nvSpPr>
            <p:spPr>
              <a:xfrm>
                <a:off x="2167" y="2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2" name="Rectangle 3415"/>
              <p:cNvSpPr/>
              <p:nvPr/>
            </p:nvSpPr>
            <p:spPr>
              <a:xfrm>
                <a:off x="2177" y="268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3" name="Rectangle 3416"/>
              <p:cNvSpPr/>
              <p:nvPr/>
            </p:nvSpPr>
            <p:spPr>
              <a:xfrm>
                <a:off x="2187" y="268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4" name="Rectangle 3417"/>
              <p:cNvSpPr/>
              <p:nvPr/>
            </p:nvSpPr>
            <p:spPr>
              <a:xfrm>
                <a:off x="2198" y="26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5" name="Rectangle 3418"/>
              <p:cNvSpPr/>
              <p:nvPr/>
            </p:nvSpPr>
            <p:spPr>
              <a:xfrm>
                <a:off x="2208" y="26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6" name="Rectangle 3419"/>
              <p:cNvSpPr/>
              <p:nvPr/>
            </p:nvSpPr>
            <p:spPr>
              <a:xfrm>
                <a:off x="2218" y="270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7" name="Rectangle 3420"/>
              <p:cNvSpPr/>
              <p:nvPr/>
            </p:nvSpPr>
            <p:spPr>
              <a:xfrm>
                <a:off x="2229" y="2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8" name="Rectangle 3421"/>
              <p:cNvSpPr/>
              <p:nvPr/>
            </p:nvSpPr>
            <p:spPr>
              <a:xfrm>
                <a:off x="2234" y="27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589" name="Rectangle 3422"/>
              <p:cNvSpPr/>
              <p:nvPr/>
            </p:nvSpPr>
            <p:spPr>
              <a:xfrm>
                <a:off x="2244" y="271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5" name="Group 3423"/>
            <p:cNvGrpSpPr/>
            <p:nvPr/>
          </p:nvGrpSpPr>
          <p:grpSpPr>
            <a:xfrm>
              <a:off x="1780" y="2577"/>
              <a:ext cx="1320" cy="660"/>
              <a:chOff x="1780" y="2577"/>
              <a:chExt cx="1320" cy="660"/>
            </a:xfrm>
          </p:grpSpPr>
          <p:sp>
            <p:nvSpPr>
              <p:cNvPr id="30190" name="Rectangle 3424"/>
              <p:cNvSpPr/>
              <p:nvPr/>
            </p:nvSpPr>
            <p:spPr>
              <a:xfrm>
                <a:off x="2254" y="272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91" name="Rectangle 3425"/>
              <p:cNvSpPr/>
              <p:nvPr/>
            </p:nvSpPr>
            <p:spPr>
              <a:xfrm>
                <a:off x="2265" y="272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92" name="Rectangle 3426"/>
              <p:cNvSpPr/>
              <p:nvPr/>
            </p:nvSpPr>
            <p:spPr>
              <a:xfrm>
                <a:off x="2275" y="27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93" name="Rectangle 3427"/>
              <p:cNvSpPr/>
              <p:nvPr/>
            </p:nvSpPr>
            <p:spPr>
              <a:xfrm>
                <a:off x="2285" y="273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94" name="Rectangle 3428"/>
              <p:cNvSpPr/>
              <p:nvPr/>
            </p:nvSpPr>
            <p:spPr>
              <a:xfrm>
                <a:off x="2296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95" name="Rectangle 3429"/>
              <p:cNvSpPr/>
              <p:nvPr/>
            </p:nvSpPr>
            <p:spPr>
              <a:xfrm>
                <a:off x="2301" y="274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96" name="Rectangle 3430"/>
              <p:cNvSpPr/>
              <p:nvPr/>
            </p:nvSpPr>
            <p:spPr>
              <a:xfrm>
                <a:off x="2311" y="27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97" name="Rectangle 3431"/>
              <p:cNvSpPr/>
              <p:nvPr/>
            </p:nvSpPr>
            <p:spPr>
              <a:xfrm>
                <a:off x="2321" y="275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98" name="Rectangle 3432"/>
              <p:cNvSpPr/>
              <p:nvPr/>
            </p:nvSpPr>
            <p:spPr>
              <a:xfrm>
                <a:off x="2332" y="27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99" name="Rectangle 3433"/>
              <p:cNvSpPr/>
              <p:nvPr/>
            </p:nvSpPr>
            <p:spPr>
              <a:xfrm>
                <a:off x="2342" y="27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0" name="Rectangle 3434"/>
              <p:cNvSpPr/>
              <p:nvPr/>
            </p:nvSpPr>
            <p:spPr>
              <a:xfrm>
                <a:off x="2352" y="277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1" name="Rectangle 3435"/>
              <p:cNvSpPr/>
              <p:nvPr/>
            </p:nvSpPr>
            <p:spPr>
              <a:xfrm>
                <a:off x="2363" y="27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2" name="Rectangle 3436"/>
              <p:cNvSpPr/>
              <p:nvPr/>
            </p:nvSpPr>
            <p:spPr>
              <a:xfrm>
                <a:off x="2373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3" name="Rectangle 3437"/>
              <p:cNvSpPr/>
              <p:nvPr/>
            </p:nvSpPr>
            <p:spPr>
              <a:xfrm>
                <a:off x="2378" y="27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4" name="Rectangle 3438"/>
              <p:cNvSpPr/>
              <p:nvPr/>
            </p:nvSpPr>
            <p:spPr>
              <a:xfrm>
                <a:off x="2388" y="279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5" name="Rectangle 3439"/>
              <p:cNvSpPr/>
              <p:nvPr/>
            </p:nvSpPr>
            <p:spPr>
              <a:xfrm>
                <a:off x="2399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6" name="Rectangle 3440"/>
              <p:cNvSpPr/>
              <p:nvPr/>
            </p:nvSpPr>
            <p:spPr>
              <a:xfrm>
                <a:off x="2409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7" name="Rectangle 3441"/>
              <p:cNvSpPr/>
              <p:nvPr/>
            </p:nvSpPr>
            <p:spPr>
              <a:xfrm>
                <a:off x="2419" y="280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8" name="Rectangle 3442"/>
              <p:cNvSpPr/>
              <p:nvPr/>
            </p:nvSpPr>
            <p:spPr>
              <a:xfrm>
                <a:off x="2430" y="281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09" name="Rectangle 3443"/>
              <p:cNvSpPr/>
              <p:nvPr/>
            </p:nvSpPr>
            <p:spPr>
              <a:xfrm>
                <a:off x="2440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0" name="Rectangle 3444"/>
              <p:cNvSpPr/>
              <p:nvPr/>
            </p:nvSpPr>
            <p:spPr>
              <a:xfrm>
                <a:off x="2445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1" name="Rectangle 3445"/>
              <p:cNvSpPr/>
              <p:nvPr/>
            </p:nvSpPr>
            <p:spPr>
              <a:xfrm>
                <a:off x="2455" y="283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2" name="Rectangle 3446"/>
              <p:cNvSpPr/>
              <p:nvPr/>
            </p:nvSpPr>
            <p:spPr>
              <a:xfrm>
                <a:off x="2466" y="28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3" name="Rectangle 3447"/>
              <p:cNvSpPr/>
              <p:nvPr/>
            </p:nvSpPr>
            <p:spPr>
              <a:xfrm>
                <a:off x="2476" y="28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4" name="Rectangle 3448"/>
              <p:cNvSpPr/>
              <p:nvPr/>
            </p:nvSpPr>
            <p:spPr>
              <a:xfrm>
                <a:off x="2486" y="28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5" name="Rectangle 3449"/>
              <p:cNvSpPr/>
              <p:nvPr/>
            </p:nvSpPr>
            <p:spPr>
              <a:xfrm>
                <a:off x="2497" y="285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6" name="Rectangle 3450"/>
              <p:cNvSpPr/>
              <p:nvPr/>
            </p:nvSpPr>
            <p:spPr>
              <a:xfrm>
                <a:off x="2507" y="28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7" name="Rectangle 3451"/>
              <p:cNvSpPr/>
              <p:nvPr/>
            </p:nvSpPr>
            <p:spPr>
              <a:xfrm>
                <a:off x="2517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8" name="Rectangle 3452"/>
              <p:cNvSpPr/>
              <p:nvPr/>
            </p:nvSpPr>
            <p:spPr>
              <a:xfrm>
                <a:off x="2522" y="286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19" name="Rectangle 3453"/>
              <p:cNvSpPr/>
              <p:nvPr/>
            </p:nvSpPr>
            <p:spPr>
              <a:xfrm>
                <a:off x="2533" y="28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0" name="Rectangle 3454"/>
              <p:cNvSpPr/>
              <p:nvPr/>
            </p:nvSpPr>
            <p:spPr>
              <a:xfrm>
                <a:off x="2543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1" name="Rectangle 3455"/>
              <p:cNvSpPr/>
              <p:nvPr/>
            </p:nvSpPr>
            <p:spPr>
              <a:xfrm>
                <a:off x="2553" y="288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2" name="Rectangle 3456"/>
              <p:cNvSpPr/>
              <p:nvPr/>
            </p:nvSpPr>
            <p:spPr>
              <a:xfrm>
                <a:off x="2564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3" name="Rectangle 3457"/>
              <p:cNvSpPr/>
              <p:nvPr/>
            </p:nvSpPr>
            <p:spPr>
              <a:xfrm>
                <a:off x="2574" y="28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4" name="Rectangle 3458"/>
              <p:cNvSpPr/>
              <p:nvPr/>
            </p:nvSpPr>
            <p:spPr>
              <a:xfrm>
                <a:off x="2584" y="28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5" name="Rectangle 3459"/>
              <p:cNvSpPr/>
              <p:nvPr/>
            </p:nvSpPr>
            <p:spPr>
              <a:xfrm>
                <a:off x="2589" y="290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6" name="Rectangle 3460"/>
              <p:cNvSpPr/>
              <p:nvPr/>
            </p:nvSpPr>
            <p:spPr>
              <a:xfrm>
                <a:off x="2600" y="29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7" name="Rectangle 3461"/>
              <p:cNvSpPr/>
              <p:nvPr/>
            </p:nvSpPr>
            <p:spPr>
              <a:xfrm>
                <a:off x="2610" y="29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8" name="Rectangle 3462"/>
              <p:cNvSpPr/>
              <p:nvPr/>
            </p:nvSpPr>
            <p:spPr>
              <a:xfrm>
                <a:off x="2620" y="291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29" name="Rectangle 3463"/>
              <p:cNvSpPr/>
              <p:nvPr/>
            </p:nvSpPr>
            <p:spPr>
              <a:xfrm>
                <a:off x="2631" y="29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0" name="Rectangle 3464"/>
              <p:cNvSpPr/>
              <p:nvPr/>
            </p:nvSpPr>
            <p:spPr>
              <a:xfrm>
                <a:off x="2641" y="29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1" name="Rectangle 3465"/>
              <p:cNvSpPr/>
              <p:nvPr/>
            </p:nvSpPr>
            <p:spPr>
              <a:xfrm>
                <a:off x="2651" y="293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2" name="Rectangle 3466"/>
              <p:cNvSpPr/>
              <p:nvPr/>
            </p:nvSpPr>
            <p:spPr>
              <a:xfrm>
                <a:off x="2662" y="293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3" name="Rectangle 3467"/>
              <p:cNvSpPr/>
              <p:nvPr/>
            </p:nvSpPr>
            <p:spPr>
              <a:xfrm>
                <a:off x="2667" y="29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4" name="Rectangle 3468"/>
              <p:cNvSpPr/>
              <p:nvPr/>
            </p:nvSpPr>
            <p:spPr>
              <a:xfrm>
                <a:off x="2677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5" name="Rectangle 3469"/>
              <p:cNvSpPr/>
              <p:nvPr/>
            </p:nvSpPr>
            <p:spPr>
              <a:xfrm>
                <a:off x="2687" y="295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6" name="Rectangle 3470"/>
              <p:cNvSpPr/>
              <p:nvPr/>
            </p:nvSpPr>
            <p:spPr>
              <a:xfrm>
                <a:off x="2698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7" name="Rectangle 3471"/>
              <p:cNvSpPr/>
              <p:nvPr/>
            </p:nvSpPr>
            <p:spPr>
              <a:xfrm>
                <a:off x="2708" y="29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8" name="Rectangle 3472"/>
              <p:cNvSpPr/>
              <p:nvPr/>
            </p:nvSpPr>
            <p:spPr>
              <a:xfrm>
                <a:off x="2718" y="296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39" name="Rectangle 3473"/>
              <p:cNvSpPr/>
              <p:nvPr/>
            </p:nvSpPr>
            <p:spPr>
              <a:xfrm>
                <a:off x="2729" y="29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0" name="Rectangle 3474"/>
              <p:cNvSpPr/>
              <p:nvPr/>
            </p:nvSpPr>
            <p:spPr>
              <a:xfrm>
                <a:off x="2734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1" name="Rectangle 3475"/>
              <p:cNvSpPr/>
              <p:nvPr/>
            </p:nvSpPr>
            <p:spPr>
              <a:xfrm>
                <a:off x="2744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2" name="Rectangle 3476"/>
              <p:cNvSpPr/>
              <p:nvPr/>
            </p:nvSpPr>
            <p:spPr>
              <a:xfrm>
                <a:off x="2754" y="299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3" name="Rectangle 3477"/>
              <p:cNvSpPr/>
              <p:nvPr/>
            </p:nvSpPr>
            <p:spPr>
              <a:xfrm>
                <a:off x="2765" y="29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4" name="Rectangle 3478"/>
              <p:cNvSpPr/>
              <p:nvPr/>
            </p:nvSpPr>
            <p:spPr>
              <a:xfrm>
                <a:off x="2775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5" name="Rectangle 3479"/>
              <p:cNvSpPr/>
              <p:nvPr/>
            </p:nvSpPr>
            <p:spPr>
              <a:xfrm>
                <a:off x="2785" y="300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6" name="Rectangle 3480"/>
              <p:cNvSpPr/>
              <p:nvPr/>
            </p:nvSpPr>
            <p:spPr>
              <a:xfrm>
                <a:off x="2796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7" name="Rectangle 3481"/>
              <p:cNvSpPr/>
              <p:nvPr/>
            </p:nvSpPr>
            <p:spPr>
              <a:xfrm>
                <a:off x="2806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8" name="Rectangle 3482"/>
              <p:cNvSpPr/>
              <p:nvPr/>
            </p:nvSpPr>
            <p:spPr>
              <a:xfrm>
                <a:off x="2811" y="302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49" name="Rectangle 3483"/>
              <p:cNvSpPr/>
              <p:nvPr/>
            </p:nvSpPr>
            <p:spPr>
              <a:xfrm>
                <a:off x="2821" y="30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0" name="Rectangle 3484"/>
              <p:cNvSpPr/>
              <p:nvPr/>
            </p:nvSpPr>
            <p:spPr>
              <a:xfrm>
                <a:off x="2832" y="30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1" name="Rectangle 3485"/>
              <p:cNvSpPr/>
              <p:nvPr/>
            </p:nvSpPr>
            <p:spPr>
              <a:xfrm>
                <a:off x="2842" y="30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2" name="Rectangle 3486"/>
              <p:cNvSpPr/>
              <p:nvPr/>
            </p:nvSpPr>
            <p:spPr>
              <a:xfrm>
                <a:off x="2852" y="30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3" name="Rectangle 3487"/>
              <p:cNvSpPr/>
              <p:nvPr/>
            </p:nvSpPr>
            <p:spPr>
              <a:xfrm>
                <a:off x="2863" y="30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4" name="Rectangle 3488"/>
              <p:cNvSpPr/>
              <p:nvPr/>
            </p:nvSpPr>
            <p:spPr>
              <a:xfrm>
                <a:off x="2873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5" name="Rectangle 3489"/>
              <p:cNvSpPr/>
              <p:nvPr/>
            </p:nvSpPr>
            <p:spPr>
              <a:xfrm>
                <a:off x="2878" y="305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6" name="Rectangle 3490"/>
              <p:cNvSpPr/>
              <p:nvPr/>
            </p:nvSpPr>
            <p:spPr>
              <a:xfrm>
                <a:off x="2889" y="30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7" name="Rectangle 3491"/>
              <p:cNvSpPr/>
              <p:nvPr/>
            </p:nvSpPr>
            <p:spPr>
              <a:xfrm>
                <a:off x="2899" y="30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8" name="Rectangle 3492"/>
              <p:cNvSpPr/>
              <p:nvPr/>
            </p:nvSpPr>
            <p:spPr>
              <a:xfrm>
                <a:off x="2909" y="30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59" name="Rectangle 3493"/>
              <p:cNvSpPr/>
              <p:nvPr/>
            </p:nvSpPr>
            <p:spPr>
              <a:xfrm>
                <a:off x="2919" y="307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0" name="Rectangle 3494"/>
              <p:cNvSpPr/>
              <p:nvPr/>
            </p:nvSpPr>
            <p:spPr>
              <a:xfrm>
                <a:off x="2930" y="30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1" name="Rectangle 3495"/>
              <p:cNvSpPr/>
              <p:nvPr/>
            </p:nvSpPr>
            <p:spPr>
              <a:xfrm>
                <a:off x="2940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2" name="Rectangle 3496"/>
              <p:cNvSpPr/>
              <p:nvPr/>
            </p:nvSpPr>
            <p:spPr>
              <a:xfrm>
                <a:off x="2950" y="309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3" name="Rectangle 3497"/>
              <p:cNvSpPr/>
              <p:nvPr/>
            </p:nvSpPr>
            <p:spPr>
              <a:xfrm>
                <a:off x="2956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4" name="Rectangle 3498"/>
              <p:cNvSpPr/>
              <p:nvPr/>
            </p:nvSpPr>
            <p:spPr>
              <a:xfrm>
                <a:off x="2966" y="31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5" name="Rectangle 3499"/>
              <p:cNvSpPr/>
              <p:nvPr/>
            </p:nvSpPr>
            <p:spPr>
              <a:xfrm>
                <a:off x="2976" y="31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6" name="Rectangle 3500"/>
              <p:cNvSpPr/>
              <p:nvPr/>
            </p:nvSpPr>
            <p:spPr>
              <a:xfrm>
                <a:off x="2986" y="311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7" name="Rectangle 3501"/>
              <p:cNvSpPr/>
              <p:nvPr/>
            </p:nvSpPr>
            <p:spPr>
              <a:xfrm>
                <a:off x="2997" y="31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8" name="Rectangle 3502"/>
              <p:cNvSpPr/>
              <p:nvPr/>
            </p:nvSpPr>
            <p:spPr>
              <a:xfrm>
                <a:off x="3007" y="312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69" name="Rectangle 3503"/>
              <p:cNvSpPr/>
              <p:nvPr/>
            </p:nvSpPr>
            <p:spPr>
              <a:xfrm>
                <a:off x="3017" y="312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0" name="Rectangle 3504"/>
              <p:cNvSpPr/>
              <p:nvPr/>
            </p:nvSpPr>
            <p:spPr>
              <a:xfrm>
                <a:off x="3023" y="31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1" name="Rectangle 3505"/>
              <p:cNvSpPr/>
              <p:nvPr/>
            </p:nvSpPr>
            <p:spPr>
              <a:xfrm>
                <a:off x="3033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2" name="Rectangle 3506"/>
              <p:cNvSpPr/>
              <p:nvPr/>
            </p:nvSpPr>
            <p:spPr>
              <a:xfrm>
                <a:off x="3043" y="314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3" name="Rectangle 3507"/>
              <p:cNvSpPr/>
              <p:nvPr/>
            </p:nvSpPr>
            <p:spPr>
              <a:xfrm>
                <a:off x="3053" y="314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4" name="Rectangle 3508"/>
              <p:cNvSpPr/>
              <p:nvPr/>
            </p:nvSpPr>
            <p:spPr>
              <a:xfrm>
                <a:off x="3064" y="315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5" name="Rectangle 3509"/>
              <p:cNvSpPr/>
              <p:nvPr/>
            </p:nvSpPr>
            <p:spPr>
              <a:xfrm>
                <a:off x="3074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6" name="Rectangle 3510"/>
              <p:cNvSpPr/>
              <p:nvPr/>
            </p:nvSpPr>
            <p:spPr>
              <a:xfrm>
                <a:off x="3084" y="316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7" name="Rectangle 3511"/>
              <p:cNvSpPr/>
              <p:nvPr/>
            </p:nvSpPr>
            <p:spPr>
              <a:xfrm>
                <a:off x="3095" y="31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8" name="Rectangle 3512"/>
              <p:cNvSpPr/>
              <p:nvPr/>
            </p:nvSpPr>
            <p:spPr>
              <a:xfrm>
                <a:off x="3012" y="32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79" name="Rectangle 3513"/>
              <p:cNvSpPr/>
              <p:nvPr/>
            </p:nvSpPr>
            <p:spPr>
              <a:xfrm>
                <a:off x="3017" y="322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0" name="Rectangle 3514"/>
              <p:cNvSpPr/>
              <p:nvPr/>
            </p:nvSpPr>
            <p:spPr>
              <a:xfrm>
                <a:off x="3023" y="32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1" name="Rectangle 3515"/>
              <p:cNvSpPr/>
              <p:nvPr/>
            </p:nvSpPr>
            <p:spPr>
              <a:xfrm>
                <a:off x="3033" y="32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2" name="Rectangle 3516"/>
              <p:cNvSpPr/>
              <p:nvPr/>
            </p:nvSpPr>
            <p:spPr>
              <a:xfrm>
                <a:off x="3038" y="32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3" name="Rectangle 3517"/>
              <p:cNvSpPr/>
              <p:nvPr/>
            </p:nvSpPr>
            <p:spPr>
              <a:xfrm>
                <a:off x="3043" y="32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4" name="Rectangle 3518"/>
              <p:cNvSpPr/>
              <p:nvPr/>
            </p:nvSpPr>
            <p:spPr>
              <a:xfrm>
                <a:off x="3053" y="320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5" name="Rectangle 3519"/>
              <p:cNvSpPr/>
              <p:nvPr/>
            </p:nvSpPr>
            <p:spPr>
              <a:xfrm>
                <a:off x="3059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6" name="Rectangle 3520"/>
              <p:cNvSpPr/>
              <p:nvPr/>
            </p:nvSpPr>
            <p:spPr>
              <a:xfrm>
                <a:off x="3064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7" name="Rectangle 3521"/>
              <p:cNvSpPr/>
              <p:nvPr/>
            </p:nvSpPr>
            <p:spPr>
              <a:xfrm>
                <a:off x="3074" y="31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8" name="Rectangle 3522"/>
              <p:cNvSpPr/>
              <p:nvPr/>
            </p:nvSpPr>
            <p:spPr>
              <a:xfrm>
                <a:off x="3079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89" name="Rectangle 3523"/>
              <p:cNvSpPr/>
              <p:nvPr/>
            </p:nvSpPr>
            <p:spPr>
              <a:xfrm>
                <a:off x="3084" y="317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0" name="Rectangle 3524"/>
              <p:cNvSpPr/>
              <p:nvPr/>
            </p:nvSpPr>
            <p:spPr>
              <a:xfrm>
                <a:off x="3095" y="31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1" name="Rectangle 3525"/>
              <p:cNvSpPr/>
              <p:nvPr/>
            </p:nvSpPr>
            <p:spPr>
              <a:xfrm>
                <a:off x="1780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2" name="Rectangle 3526"/>
              <p:cNvSpPr/>
              <p:nvPr/>
            </p:nvSpPr>
            <p:spPr>
              <a:xfrm>
                <a:off x="1785" y="258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3" name="Rectangle 3527"/>
              <p:cNvSpPr/>
              <p:nvPr/>
            </p:nvSpPr>
            <p:spPr>
              <a:xfrm>
                <a:off x="1796" y="25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4" name="Rectangle 3528"/>
              <p:cNvSpPr/>
              <p:nvPr/>
            </p:nvSpPr>
            <p:spPr>
              <a:xfrm>
                <a:off x="1806" y="25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5" name="Rectangle 3529"/>
              <p:cNvSpPr/>
              <p:nvPr/>
            </p:nvSpPr>
            <p:spPr>
              <a:xfrm>
                <a:off x="1816" y="25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6" name="Rectangle 3530"/>
              <p:cNvSpPr/>
              <p:nvPr/>
            </p:nvSpPr>
            <p:spPr>
              <a:xfrm>
                <a:off x="1826" y="260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7" name="Rectangle 3531"/>
              <p:cNvSpPr/>
              <p:nvPr/>
            </p:nvSpPr>
            <p:spPr>
              <a:xfrm>
                <a:off x="1837" y="2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8" name="Rectangle 3532"/>
              <p:cNvSpPr/>
              <p:nvPr/>
            </p:nvSpPr>
            <p:spPr>
              <a:xfrm>
                <a:off x="1847" y="261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299" name="Rectangle 3533"/>
              <p:cNvSpPr/>
              <p:nvPr/>
            </p:nvSpPr>
            <p:spPr>
              <a:xfrm>
                <a:off x="1857" y="261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0" name="Rectangle 3534"/>
              <p:cNvSpPr/>
              <p:nvPr/>
            </p:nvSpPr>
            <p:spPr>
              <a:xfrm>
                <a:off x="1863" y="26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1" name="Rectangle 3535"/>
              <p:cNvSpPr/>
              <p:nvPr/>
            </p:nvSpPr>
            <p:spPr>
              <a:xfrm>
                <a:off x="1873" y="26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2" name="Rectangle 3536"/>
              <p:cNvSpPr/>
              <p:nvPr/>
            </p:nvSpPr>
            <p:spPr>
              <a:xfrm>
                <a:off x="1883" y="263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3" name="Rectangle 3537"/>
              <p:cNvSpPr/>
              <p:nvPr/>
            </p:nvSpPr>
            <p:spPr>
              <a:xfrm>
                <a:off x="1894" y="2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4" name="Rectangle 3538"/>
              <p:cNvSpPr/>
              <p:nvPr/>
            </p:nvSpPr>
            <p:spPr>
              <a:xfrm>
                <a:off x="1904" y="264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5" name="Rectangle 3539"/>
              <p:cNvSpPr/>
              <p:nvPr/>
            </p:nvSpPr>
            <p:spPr>
              <a:xfrm>
                <a:off x="1914" y="26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6" name="Rectangle 3540"/>
              <p:cNvSpPr/>
              <p:nvPr/>
            </p:nvSpPr>
            <p:spPr>
              <a:xfrm>
                <a:off x="1924" y="265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7" name="Rectangle 3541"/>
              <p:cNvSpPr/>
              <p:nvPr/>
            </p:nvSpPr>
            <p:spPr>
              <a:xfrm>
                <a:off x="1935" y="26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8" name="Rectangle 3542"/>
              <p:cNvSpPr/>
              <p:nvPr/>
            </p:nvSpPr>
            <p:spPr>
              <a:xfrm>
                <a:off x="1945" y="26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09" name="Rectangle 3543"/>
              <p:cNvSpPr/>
              <p:nvPr/>
            </p:nvSpPr>
            <p:spPr>
              <a:xfrm>
                <a:off x="1950" y="26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0" name="Rectangle 3544"/>
              <p:cNvSpPr/>
              <p:nvPr/>
            </p:nvSpPr>
            <p:spPr>
              <a:xfrm>
                <a:off x="1961" y="2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1" name="Rectangle 3545"/>
              <p:cNvSpPr/>
              <p:nvPr/>
            </p:nvSpPr>
            <p:spPr>
              <a:xfrm>
                <a:off x="1971" y="268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2" name="Rectangle 3546"/>
              <p:cNvSpPr/>
              <p:nvPr/>
            </p:nvSpPr>
            <p:spPr>
              <a:xfrm>
                <a:off x="1981" y="26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3" name="Rectangle 3547"/>
              <p:cNvSpPr/>
              <p:nvPr/>
            </p:nvSpPr>
            <p:spPr>
              <a:xfrm>
                <a:off x="1991" y="269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4" name="Rectangle 3548"/>
              <p:cNvSpPr/>
              <p:nvPr/>
            </p:nvSpPr>
            <p:spPr>
              <a:xfrm>
                <a:off x="2002" y="26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5" name="Rectangle 3549"/>
              <p:cNvSpPr/>
              <p:nvPr/>
            </p:nvSpPr>
            <p:spPr>
              <a:xfrm>
                <a:off x="2012" y="27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6" name="Rectangle 3550"/>
              <p:cNvSpPr/>
              <p:nvPr/>
            </p:nvSpPr>
            <p:spPr>
              <a:xfrm>
                <a:off x="2022" y="270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7" name="Rectangle 3551"/>
              <p:cNvSpPr/>
              <p:nvPr/>
            </p:nvSpPr>
            <p:spPr>
              <a:xfrm>
                <a:off x="2028" y="27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8" name="Rectangle 3552"/>
              <p:cNvSpPr/>
              <p:nvPr/>
            </p:nvSpPr>
            <p:spPr>
              <a:xfrm>
                <a:off x="2038" y="271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19" name="Rectangle 3553"/>
              <p:cNvSpPr/>
              <p:nvPr/>
            </p:nvSpPr>
            <p:spPr>
              <a:xfrm>
                <a:off x="2048" y="27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0" name="Rectangle 3554"/>
              <p:cNvSpPr/>
              <p:nvPr/>
            </p:nvSpPr>
            <p:spPr>
              <a:xfrm>
                <a:off x="2058" y="272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1" name="Rectangle 3555"/>
              <p:cNvSpPr/>
              <p:nvPr/>
            </p:nvSpPr>
            <p:spPr>
              <a:xfrm>
                <a:off x="2069" y="27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2" name="Rectangle 3556"/>
              <p:cNvSpPr/>
              <p:nvPr/>
            </p:nvSpPr>
            <p:spPr>
              <a:xfrm>
                <a:off x="2079" y="27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3" name="Rectangle 3557"/>
              <p:cNvSpPr/>
              <p:nvPr/>
            </p:nvSpPr>
            <p:spPr>
              <a:xfrm>
                <a:off x="2089" y="274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4" name="Rectangle 3558"/>
              <p:cNvSpPr/>
              <p:nvPr/>
            </p:nvSpPr>
            <p:spPr>
              <a:xfrm>
                <a:off x="2100" y="274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5" name="Rectangle 3559"/>
              <p:cNvSpPr/>
              <p:nvPr/>
            </p:nvSpPr>
            <p:spPr>
              <a:xfrm>
                <a:off x="2110" y="27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6" name="Rectangle 3560"/>
              <p:cNvSpPr/>
              <p:nvPr/>
            </p:nvSpPr>
            <p:spPr>
              <a:xfrm>
                <a:off x="2115" y="27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7" name="Rectangle 3561"/>
              <p:cNvSpPr/>
              <p:nvPr/>
            </p:nvSpPr>
            <p:spPr>
              <a:xfrm>
                <a:off x="2125" y="276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8" name="Rectangle 3562"/>
              <p:cNvSpPr/>
              <p:nvPr/>
            </p:nvSpPr>
            <p:spPr>
              <a:xfrm>
                <a:off x="2136" y="27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29" name="Rectangle 3563"/>
              <p:cNvSpPr/>
              <p:nvPr/>
            </p:nvSpPr>
            <p:spPr>
              <a:xfrm>
                <a:off x="2146" y="2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0" name="Rectangle 3564"/>
              <p:cNvSpPr/>
              <p:nvPr/>
            </p:nvSpPr>
            <p:spPr>
              <a:xfrm>
                <a:off x="2156" y="277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1" name="Rectangle 3565"/>
              <p:cNvSpPr/>
              <p:nvPr/>
            </p:nvSpPr>
            <p:spPr>
              <a:xfrm>
                <a:off x="2167" y="278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2" name="Rectangle 3566"/>
              <p:cNvSpPr/>
              <p:nvPr/>
            </p:nvSpPr>
            <p:spPr>
              <a:xfrm>
                <a:off x="2177" y="27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3" name="Rectangle 3567"/>
              <p:cNvSpPr/>
              <p:nvPr/>
            </p:nvSpPr>
            <p:spPr>
              <a:xfrm>
                <a:off x="2187" y="279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4" name="Rectangle 3568"/>
              <p:cNvSpPr/>
              <p:nvPr/>
            </p:nvSpPr>
            <p:spPr>
              <a:xfrm>
                <a:off x="2193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5" name="Rectangle 3569"/>
              <p:cNvSpPr/>
              <p:nvPr/>
            </p:nvSpPr>
            <p:spPr>
              <a:xfrm>
                <a:off x="2203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6" name="Rectangle 3570"/>
              <p:cNvSpPr/>
              <p:nvPr/>
            </p:nvSpPr>
            <p:spPr>
              <a:xfrm>
                <a:off x="2213" y="28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7" name="Rectangle 3571"/>
              <p:cNvSpPr/>
              <p:nvPr/>
            </p:nvSpPr>
            <p:spPr>
              <a:xfrm>
                <a:off x="2223" y="281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8" name="Rectangle 3572"/>
              <p:cNvSpPr/>
              <p:nvPr/>
            </p:nvSpPr>
            <p:spPr>
              <a:xfrm>
                <a:off x="2234" y="28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39" name="Rectangle 3573"/>
              <p:cNvSpPr/>
              <p:nvPr/>
            </p:nvSpPr>
            <p:spPr>
              <a:xfrm>
                <a:off x="2244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0" name="Rectangle 3574"/>
              <p:cNvSpPr/>
              <p:nvPr/>
            </p:nvSpPr>
            <p:spPr>
              <a:xfrm>
                <a:off x="2254" y="283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1" name="Rectangle 3575"/>
              <p:cNvSpPr/>
              <p:nvPr/>
            </p:nvSpPr>
            <p:spPr>
              <a:xfrm>
                <a:off x="2265" y="28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2" name="Rectangle 3576"/>
              <p:cNvSpPr/>
              <p:nvPr/>
            </p:nvSpPr>
            <p:spPr>
              <a:xfrm>
                <a:off x="2275" y="28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3" name="Rectangle 3577"/>
              <p:cNvSpPr/>
              <p:nvPr/>
            </p:nvSpPr>
            <p:spPr>
              <a:xfrm>
                <a:off x="2280" y="28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4" name="Rectangle 3578"/>
              <p:cNvSpPr/>
              <p:nvPr/>
            </p:nvSpPr>
            <p:spPr>
              <a:xfrm>
                <a:off x="2290" y="285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5" name="Rectangle 3579"/>
              <p:cNvSpPr/>
              <p:nvPr/>
            </p:nvSpPr>
            <p:spPr>
              <a:xfrm>
                <a:off x="2301" y="28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6" name="Rectangle 3580"/>
              <p:cNvSpPr/>
              <p:nvPr/>
            </p:nvSpPr>
            <p:spPr>
              <a:xfrm>
                <a:off x="2311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7" name="Rectangle 3581"/>
              <p:cNvSpPr/>
              <p:nvPr/>
            </p:nvSpPr>
            <p:spPr>
              <a:xfrm>
                <a:off x="2321" y="286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8" name="Rectangle 3582"/>
              <p:cNvSpPr/>
              <p:nvPr/>
            </p:nvSpPr>
            <p:spPr>
              <a:xfrm>
                <a:off x="2332" y="28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49" name="Rectangle 3583"/>
              <p:cNvSpPr/>
              <p:nvPr/>
            </p:nvSpPr>
            <p:spPr>
              <a:xfrm>
                <a:off x="2342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0" name="Rectangle 3584"/>
              <p:cNvSpPr/>
              <p:nvPr/>
            </p:nvSpPr>
            <p:spPr>
              <a:xfrm>
                <a:off x="2352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1" name="Rectangle 3585"/>
              <p:cNvSpPr/>
              <p:nvPr/>
            </p:nvSpPr>
            <p:spPr>
              <a:xfrm>
                <a:off x="2357" y="288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2" name="Rectangle 3586"/>
              <p:cNvSpPr/>
              <p:nvPr/>
            </p:nvSpPr>
            <p:spPr>
              <a:xfrm>
                <a:off x="2368" y="28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3" name="Rectangle 3587"/>
              <p:cNvSpPr/>
              <p:nvPr/>
            </p:nvSpPr>
            <p:spPr>
              <a:xfrm>
                <a:off x="2378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4" name="Rectangle 3588"/>
              <p:cNvSpPr/>
              <p:nvPr/>
            </p:nvSpPr>
            <p:spPr>
              <a:xfrm>
                <a:off x="2388" y="290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5" name="Rectangle 3589"/>
              <p:cNvSpPr/>
              <p:nvPr/>
            </p:nvSpPr>
            <p:spPr>
              <a:xfrm>
                <a:off x="2399" y="29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6" name="Rectangle 3590"/>
              <p:cNvSpPr/>
              <p:nvPr/>
            </p:nvSpPr>
            <p:spPr>
              <a:xfrm>
                <a:off x="2409" y="29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7" name="Rectangle 3591"/>
              <p:cNvSpPr/>
              <p:nvPr/>
            </p:nvSpPr>
            <p:spPr>
              <a:xfrm>
                <a:off x="2419" y="291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8" name="Rectangle 3592"/>
              <p:cNvSpPr/>
              <p:nvPr/>
            </p:nvSpPr>
            <p:spPr>
              <a:xfrm>
                <a:off x="2430" y="29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59" name="Rectangle 3593"/>
              <p:cNvSpPr/>
              <p:nvPr/>
            </p:nvSpPr>
            <p:spPr>
              <a:xfrm>
                <a:off x="2440" y="292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0" name="Rectangle 3594"/>
              <p:cNvSpPr/>
              <p:nvPr/>
            </p:nvSpPr>
            <p:spPr>
              <a:xfrm>
                <a:off x="2445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1" name="Rectangle 3595"/>
              <p:cNvSpPr/>
              <p:nvPr/>
            </p:nvSpPr>
            <p:spPr>
              <a:xfrm>
                <a:off x="2455" y="293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2" name="Rectangle 3596"/>
              <p:cNvSpPr/>
              <p:nvPr/>
            </p:nvSpPr>
            <p:spPr>
              <a:xfrm>
                <a:off x="2466" y="29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3" name="Rectangle 3597"/>
              <p:cNvSpPr/>
              <p:nvPr/>
            </p:nvSpPr>
            <p:spPr>
              <a:xfrm>
                <a:off x="2476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4" name="Rectangle 3598"/>
              <p:cNvSpPr/>
              <p:nvPr/>
            </p:nvSpPr>
            <p:spPr>
              <a:xfrm>
                <a:off x="2486" y="295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5" name="Rectangle 3599"/>
              <p:cNvSpPr/>
              <p:nvPr/>
            </p:nvSpPr>
            <p:spPr>
              <a:xfrm>
                <a:off x="2497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6" name="Rectangle 3600"/>
              <p:cNvSpPr/>
              <p:nvPr/>
            </p:nvSpPr>
            <p:spPr>
              <a:xfrm>
                <a:off x="2507" y="29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7" name="Rectangle 3601"/>
              <p:cNvSpPr/>
              <p:nvPr/>
            </p:nvSpPr>
            <p:spPr>
              <a:xfrm>
                <a:off x="2517" y="29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8" name="Rectangle 3602"/>
              <p:cNvSpPr/>
              <p:nvPr/>
            </p:nvSpPr>
            <p:spPr>
              <a:xfrm>
                <a:off x="2522" y="297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69" name="Rectangle 3603"/>
              <p:cNvSpPr/>
              <p:nvPr/>
            </p:nvSpPr>
            <p:spPr>
              <a:xfrm>
                <a:off x="2533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0" name="Rectangle 3604"/>
              <p:cNvSpPr/>
              <p:nvPr/>
            </p:nvSpPr>
            <p:spPr>
              <a:xfrm>
                <a:off x="2543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1" name="Rectangle 3605"/>
              <p:cNvSpPr/>
              <p:nvPr/>
            </p:nvSpPr>
            <p:spPr>
              <a:xfrm>
                <a:off x="2553" y="299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2" name="Rectangle 3606"/>
              <p:cNvSpPr/>
              <p:nvPr/>
            </p:nvSpPr>
            <p:spPr>
              <a:xfrm>
                <a:off x="2564" y="29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3" name="Rectangle 3607"/>
              <p:cNvSpPr/>
              <p:nvPr/>
            </p:nvSpPr>
            <p:spPr>
              <a:xfrm>
                <a:off x="2574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4" name="Rectangle 3608"/>
              <p:cNvSpPr/>
              <p:nvPr/>
            </p:nvSpPr>
            <p:spPr>
              <a:xfrm>
                <a:off x="2584" y="300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5" name="Rectangle 3609"/>
              <p:cNvSpPr/>
              <p:nvPr/>
            </p:nvSpPr>
            <p:spPr>
              <a:xfrm>
                <a:off x="2595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6" name="Rectangle 3610"/>
              <p:cNvSpPr/>
              <p:nvPr/>
            </p:nvSpPr>
            <p:spPr>
              <a:xfrm>
                <a:off x="2605" y="301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7" name="Rectangle 3611"/>
              <p:cNvSpPr/>
              <p:nvPr/>
            </p:nvSpPr>
            <p:spPr>
              <a:xfrm>
                <a:off x="2610" y="302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8" name="Rectangle 3612"/>
              <p:cNvSpPr/>
              <p:nvPr/>
            </p:nvSpPr>
            <p:spPr>
              <a:xfrm>
                <a:off x="2620" y="30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79" name="Rectangle 3613"/>
              <p:cNvSpPr/>
              <p:nvPr/>
            </p:nvSpPr>
            <p:spPr>
              <a:xfrm>
                <a:off x="2631" y="30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0" name="Rectangle 3614"/>
              <p:cNvSpPr/>
              <p:nvPr/>
            </p:nvSpPr>
            <p:spPr>
              <a:xfrm>
                <a:off x="2641" y="30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1" name="Rectangle 3615"/>
              <p:cNvSpPr/>
              <p:nvPr/>
            </p:nvSpPr>
            <p:spPr>
              <a:xfrm>
                <a:off x="2651" y="30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2" name="Rectangle 3616"/>
              <p:cNvSpPr/>
              <p:nvPr/>
            </p:nvSpPr>
            <p:spPr>
              <a:xfrm>
                <a:off x="2662" y="30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3" name="Rectangle 3617"/>
              <p:cNvSpPr/>
              <p:nvPr/>
            </p:nvSpPr>
            <p:spPr>
              <a:xfrm>
                <a:off x="2672" y="30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4" name="Rectangle 3618"/>
              <p:cNvSpPr/>
              <p:nvPr/>
            </p:nvSpPr>
            <p:spPr>
              <a:xfrm>
                <a:off x="2682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5" name="Rectangle 3619"/>
              <p:cNvSpPr/>
              <p:nvPr/>
            </p:nvSpPr>
            <p:spPr>
              <a:xfrm>
                <a:off x="2687" y="306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6" name="Rectangle 3620"/>
              <p:cNvSpPr/>
              <p:nvPr/>
            </p:nvSpPr>
            <p:spPr>
              <a:xfrm>
                <a:off x="2698" y="30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7" name="Rectangle 3621"/>
              <p:cNvSpPr/>
              <p:nvPr/>
            </p:nvSpPr>
            <p:spPr>
              <a:xfrm>
                <a:off x="2708" y="30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8" name="Rectangle 3622"/>
              <p:cNvSpPr/>
              <p:nvPr/>
            </p:nvSpPr>
            <p:spPr>
              <a:xfrm>
                <a:off x="2718" y="307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389" name="Rectangle 3623"/>
              <p:cNvSpPr/>
              <p:nvPr/>
            </p:nvSpPr>
            <p:spPr>
              <a:xfrm>
                <a:off x="2729" y="30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6" name="Group 3624"/>
            <p:cNvGrpSpPr/>
            <p:nvPr/>
          </p:nvGrpSpPr>
          <p:grpSpPr>
            <a:xfrm>
              <a:off x="1605" y="2459"/>
              <a:ext cx="1412" cy="778"/>
              <a:chOff x="1605" y="2459"/>
              <a:chExt cx="1412" cy="778"/>
            </a:xfrm>
          </p:grpSpPr>
          <p:sp>
            <p:nvSpPr>
              <p:cNvPr id="29990" name="Rectangle 3625"/>
              <p:cNvSpPr/>
              <p:nvPr/>
            </p:nvSpPr>
            <p:spPr>
              <a:xfrm>
                <a:off x="2739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91" name="Rectangle 3626"/>
              <p:cNvSpPr/>
              <p:nvPr/>
            </p:nvSpPr>
            <p:spPr>
              <a:xfrm>
                <a:off x="2749" y="309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92" name="Rectangle 3627"/>
              <p:cNvSpPr/>
              <p:nvPr/>
            </p:nvSpPr>
            <p:spPr>
              <a:xfrm>
                <a:off x="2760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93" name="Rectangle 3628"/>
              <p:cNvSpPr/>
              <p:nvPr/>
            </p:nvSpPr>
            <p:spPr>
              <a:xfrm>
                <a:off x="2770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94" name="Rectangle 3629"/>
              <p:cNvSpPr/>
              <p:nvPr/>
            </p:nvSpPr>
            <p:spPr>
              <a:xfrm>
                <a:off x="2775" y="31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95" name="Rectangle 3630"/>
              <p:cNvSpPr/>
              <p:nvPr/>
            </p:nvSpPr>
            <p:spPr>
              <a:xfrm>
                <a:off x="2785" y="311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96" name="Rectangle 3631"/>
              <p:cNvSpPr/>
              <p:nvPr/>
            </p:nvSpPr>
            <p:spPr>
              <a:xfrm>
                <a:off x="2796" y="31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97" name="Rectangle 3632"/>
              <p:cNvSpPr/>
              <p:nvPr/>
            </p:nvSpPr>
            <p:spPr>
              <a:xfrm>
                <a:off x="2806" y="312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98" name="Rectangle 3633"/>
              <p:cNvSpPr/>
              <p:nvPr/>
            </p:nvSpPr>
            <p:spPr>
              <a:xfrm>
                <a:off x="2816" y="312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99" name="Rectangle 3634"/>
              <p:cNvSpPr/>
              <p:nvPr/>
            </p:nvSpPr>
            <p:spPr>
              <a:xfrm>
                <a:off x="2827" y="31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0" name="Rectangle 3635"/>
              <p:cNvSpPr/>
              <p:nvPr/>
            </p:nvSpPr>
            <p:spPr>
              <a:xfrm>
                <a:off x="2837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1" name="Rectangle 3636"/>
              <p:cNvSpPr/>
              <p:nvPr/>
            </p:nvSpPr>
            <p:spPr>
              <a:xfrm>
                <a:off x="2847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2" name="Rectangle 3637"/>
              <p:cNvSpPr/>
              <p:nvPr/>
            </p:nvSpPr>
            <p:spPr>
              <a:xfrm>
                <a:off x="2852" y="314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3" name="Rectangle 3638"/>
              <p:cNvSpPr/>
              <p:nvPr/>
            </p:nvSpPr>
            <p:spPr>
              <a:xfrm>
                <a:off x="2863" y="315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4" name="Rectangle 3639"/>
              <p:cNvSpPr/>
              <p:nvPr/>
            </p:nvSpPr>
            <p:spPr>
              <a:xfrm>
                <a:off x="2873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5" name="Rectangle 3640"/>
              <p:cNvSpPr/>
              <p:nvPr/>
            </p:nvSpPr>
            <p:spPr>
              <a:xfrm>
                <a:off x="2883" y="316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6" name="Rectangle 3641"/>
              <p:cNvSpPr/>
              <p:nvPr/>
            </p:nvSpPr>
            <p:spPr>
              <a:xfrm>
                <a:off x="2894" y="31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7" name="Rectangle 3642"/>
              <p:cNvSpPr/>
              <p:nvPr/>
            </p:nvSpPr>
            <p:spPr>
              <a:xfrm>
                <a:off x="2904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8" name="Rectangle 3643"/>
              <p:cNvSpPr/>
              <p:nvPr/>
            </p:nvSpPr>
            <p:spPr>
              <a:xfrm>
                <a:off x="2914" y="318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09" name="Rectangle 3644"/>
              <p:cNvSpPr/>
              <p:nvPr/>
            </p:nvSpPr>
            <p:spPr>
              <a:xfrm>
                <a:off x="2925" y="31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0" name="Rectangle 3645"/>
              <p:cNvSpPr/>
              <p:nvPr/>
            </p:nvSpPr>
            <p:spPr>
              <a:xfrm>
                <a:off x="2935" y="319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1" name="Rectangle 3646"/>
              <p:cNvSpPr/>
              <p:nvPr/>
            </p:nvSpPr>
            <p:spPr>
              <a:xfrm>
                <a:off x="2940" y="31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2" name="Rectangle 3647"/>
              <p:cNvSpPr/>
              <p:nvPr/>
            </p:nvSpPr>
            <p:spPr>
              <a:xfrm>
                <a:off x="2950" y="320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3" name="Rectangle 3648"/>
              <p:cNvSpPr/>
              <p:nvPr/>
            </p:nvSpPr>
            <p:spPr>
              <a:xfrm>
                <a:off x="2961" y="32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4" name="Rectangle 3649"/>
              <p:cNvSpPr/>
              <p:nvPr/>
            </p:nvSpPr>
            <p:spPr>
              <a:xfrm>
                <a:off x="2971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5" name="Rectangle 3650"/>
              <p:cNvSpPr/>
              <p:nvPr/>
            </p:nvSpPr>
            <p:spPr>
              <a:xfrm>
                <a:off x="2981" y="321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6" name="Rectangle 3651"/>
              <p:cNvSpPr/>
              <p:nvPr/>
            </p:nvSpPr>
            <p:spPr>
              <a:xfrm>
                <a:off x="2992" y="32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7" name="Rectangle 3652"/>
              <p:cNvSpPr/>
              <p:nvPr/>
            </p:nvSpPr>
            <p:spPr>
              <a:xfrm>
                <a:off x="3002" y="322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8" name="Rectangle 3653"/>
              <p:cNvSpPr/>
              <p:nvPr/>
            </p:nvSpPr>
            <p:spPr>
              <a:xfrm>
                <a:off x="3012" y="32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19" name="Rectangle 3654"/>
              <p:cNvSpPr/>
              <p:nvPr/>
            </p:nvSpPr>
            <p:spPr>
              <a:xfrm>
                <a:off x="1780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0" name="Rectangle 3655"/>
              <p:cNvSpPr/>
              <p:nvPr/>
            </p:nvSpPr>
            <p:spPr>
              <a:xfrm>
                <a:off x="1785" y="2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1" name="Rectangle 3656"/>
              <p:cNvSpPr/>
              <p:nvPr/>
            </p:nvSpPr>
            <p:spPr>
              <a:xfrm>
                <a:off x="1790" y="256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2" name="Rectangle 3657"/>
              <p:cNvSpPr/>
              <p:nvPr/>
            </p:nvSpPr>
            <p:spPr>
              <a:xfrm>
                <a:off x="1801" y="25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3" name="Rectangle 3658"/>
              <p:cNvSpPr/>
              <p:nvPr/>
            </p:nvSpPr>
            <p:spPr>
              <a:xfrm>
                <a:off x="1806" y="25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4" name="Rectangle 3659"/>
              <p:cNvSpPr/>
              <p:nvPr/>
            </p:nvSpPr>
            <p:spPr>
              <a:xfrm>
                <a:off x="1811" y="25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5" name="Rectangle 3660"/>
              <p:cNvSpPr/>
              <p:nvPr/>
            </p:nvSpPr>
            <p:spPr>
              <a:xfrm>
                <a:off x="1816" y="254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6" name="Rectangle 3661"/>
              <p:cNvSpPr/>
              <p:nvPr/>
            </p:nvSpPr>
            <p:spPr>
              <a:xfrm>
                <a:off x="1821" y="25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7" name="Rectangle 3662"/>
              <p:cNvSpPr/>
              <p:nvPr/>
            </p:nvSpPr>
            <p:spPr>
              <a:xfrm>
                <a:off x="1832" y="2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8" name="Rectangle 3663"/>
              <p:cNvSpPr/>
              <p:nvPr/>
            </p:nvSpPr>
            <p:spPr>
              <a:xfrm>
                <a:off x="1837" y="25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29" name="Rectangle 3664"/>
              <p:cNvSpPr/>
              <p:nvPr/>
            </p:nvSpPr>
            <p:spPr>
              <a:xfrm>
                <a:off x="1842" y="25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0" name="Rectangle 3665"/>
              <p:cNvSpPr/>
              <p:nvPr/>
            </p:nvSpPr>
            <p:spPr>
              <a:xfrm>
                <a:off x="1847" y="25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1" name="Rectangle 3666"/>
              <p:cNvSpPr/>
              <p:nvPr/>
            </p:nvSpPr>
            <p:spPr>
              <a:xfrm>
                <a:off x="1857" y="251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2" name="Rectangle 3667"/>
              <p:cNvSpPr/>
              <p:nvPr/>
            </p:nvSpPr>
            <p:spPr>
              <a:xfrm>
                <a:off x="1863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3" name="Rectangle 3668"/>
              <p:cNvSpPr/>
              <p:nvPr/>
            </p:nvSpPr>
            <p:spPr>
              <a:xfrm>
                <a:off x="1765" y="24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4" name="Rectangle 3669"/>
              <p:cNvSpPr/>
              <p:nvPr/>
            </p:nvSpPr>
            <p:spPr>
              <a:xfrm>
                <a:off x="1770" y="24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5" name="Rectangle 3670"/>
              <p:cNvSpPr/>
              <p:nvPr/>
            </p:nvSpPr>
            <p:spPr>
              <a:xfrm>
                <a:off x="1780" y="24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6" name="Rectangle 3671"/>
              <p:cNvSpPr/>
              <p:nvPr/>
            </p:nvSpPr>
            <p:spPr>
              <a:xfrm>
                <a:off x="1790" y="247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7" name="Rectangle 3672"/>
              <p:cNvSpPr/>
              <p:nvPr/>
            </p:nvSpPr>
            <p:spPr>
              <a:xfrm>
                <a:off x="1801" y="24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8" name="Rectangle 3673"/>
              <p:cNvSpPr/>
              <p:nvPr/>
            </p:nvSpPr>
            <p:spPr>
              <a:xfrm>
                <a:off x="1811" y="24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39" name="Rectangle 3674"/>
              <p:cNvSpPr/>
              <p:nvPr/>
            </p:nvSpPr>
            <p:spPr>
              <a:xfrm>
                <a:off x="1821" y="249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0" name="Rectangle 3675"/>
              <p:cNvSpPr/>
              <p:nvPr/>
            </p:nvSpPr>
            <p:spPr>
              <a:xfrm>
                <a:off x="1832" y="24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1" name="Rectangle 3676"/>
              <p:cNvSpPr/>
              <p:nvPr/>
            </p:nvSpPr>
            <p:spPr>
              <a:xfrm>
                <a:off x="1842" y="25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2" name="Rectangle 3677"/>
              <p:cNvSpPr/>
              <p:nvPr/>
            </p:nvSpPr>
            <p:spPr>
              <a:xfrm>
                <a:off x="1852" y="250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3" name="Rectangle 3678"/>
              <p:cNvSpPr/>
              <p:nvPr/>
            </p:nvSpPr>
            <p:spPr>
              <a:xfrm>
                <a:off x="1863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4" name="Rectangle 3679"/>
              <p:cNvSpPr/>
              <p:nvPr/>
            </p:nvSpPr>
            <p:spPr>
              <a:xfrm>
                <a:off x="1780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5" name="Rectangle 3680"/>
              <p:cNvSpPr/>
              <p:nvPr/>
            </p:nvSpPr>
            <p:spPr>
              <a:xfrm>
                <a:off x="1785" y="2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6" name="Rectangle 3681"/>
              <p:cNvSpPr/>
              <p:nvPr/>
            </p:nvSpPr>
            <p:spPr>
              <a:xfrm>
                <a:off x="1790" y="256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7" name="Rectangle 3682"/>
              <p:cNvSpPr/>
              <p:nvPr/>
            </p:nvSpPr>
            <p:spPr>
              <a:xfrm>
                <a:off x="1801" y="25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8" name="Rectangle 3683"/>
              <p:cNvSpPr/>
              <p:nvPr/>
            </p:nvSpPr>
            <p:spPr>
              <a:xfrm>
                <a:off x="1806" y="255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49" name="Rectangle 3684"/>
              <p:cNvSpPr/>
              <p:nvPr/>
            </p:nvSpPr>
            <p:spPr>
              <a:xfrm>
                <a:off x="1811" y="25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0" name="Rectangle 3685"/>
              <p:cNvSpPr/>
              <p:nvPr/>
            </p:nvSpPr>
            <p:spPr>
              <a:xfrm>
                <a:off x="1816" y="254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1" name="Rectangle 3686"/>
              <p:cNvSpPr/>
              <p:nvPr/>
            </p:nvSpPr>
            <p:spPr>
              <a:xfrm>
                <a:off x="1821" y="25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2" name="Rectangle 3687"/>
              <p:cNvSpPr/>
              <p:nvPr/>
            </p:nvSpPr>
            <p:spPr>
              <a:xfrm>
                <a:off x="1832" y="2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3" name="Rectangle 3688"/>
              <p:cNvSpPr/>
              <p:nvPr/>
            </p:nvSpPr>
            <p:spPr>
              <a:xfrm>
                <a:off x="1837" y="25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4" name="Rectangle 3689"/>
              <p:cNvSpPr/>
              <p:nvPr/>
            </p:nvSpPr>
            <p:spPr>
              <a:xfrm>
                <a:off x="1842" y="25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5" name="Rectangle 3690"/>
              <p:cNvSpPr/>
              <p:nvPr/>
            </p:nvSpPr>
            <p:spPr>
              <a:xfrm>
                <a:off x="1847" y="25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6" name="Rectangle 3691"/>
              <p:cNvSpPr/>
              <p:nvPr/>
            </p:nvSpPr>
            <p:spPr>
              <a:xfrm>
                <a:off x="1857" y="2516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7" name="Rectangle 3692"/>
              <p:cNvSpPr/>
              <p:nvPr/>
            </p:nvSpPr>
            <p:spPr>
              <a:xfrm>
                <a:off x="1863" y="251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8" name="Rectangle 3693"/>
              <p:cNvSpPr/>
              <p:nvPr/>
            </p:nvSpPr>
            <p:spPr>
              <a:xfrm>
                <a:off x="1687" y="25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59" name="Rectangle 3694"/>
              <p:cNvSpPr/>
              <p:nvPr/>
            </p:nvSpPr>
            <p:spPr>
              <a:xfrm>
                <a:off x="1692" y="253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0" name="Rectangle 3695"/>
              <p:cNvSpPr/>
              <p:nvPr/>
            </p:nvSpPr>
            <p:spPr>
              <a:xfrm>
                <a:off x="1703" y="25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1" name="Rectangle 3696"/>
              <p:cNvSpPr/>
              <p:nvPr/>
            </p:nvSpPr>
            <p:spPr>
              <a:xfrm>
                <a:off x="1713" y="2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2" name="Rectangle 3697"/>
              <p:cNvSpPr/>
              <p:nvPr/>
            </p:nvSpPr>
            <p:spPr>
              <a:xfrm>
                <a:off x="1723" y="254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3" name="Rectangle 3698"/>
              <p:cNvSpPr/>
              <p:nvPr/>
            </p:nvSpPr>
            <p:spPr>
              <a:xfrm>
                <a:off x="1734" y="25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4" name="Rectangle 3699"/>
              <p:cNvSpPr/>
              <p:nvPr/>
            </p:nvSpPr>
            <p:spPr>
              <a:xfrm>
                <a:off x="1739" y="255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5" name="Rectangle 3700"/>
              <p:cNvSpPr/>
              <p:nvPr/>
            </p:nvSpPr>
            <p:spPr>
              <a:xfrm>
                <a:off x="1749" y="25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6" name="Rectangle 3701"/>
              <p:cNvSpPr/>
              <p:nvPr/>
            </p:nvSpPr>
            <p:spPr>
              <a:xfrm>
                <a:off x="1759" y="256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7" name="Rectangle 3702"/>
              <p:cNvSpPr/>
              <p:nvPr/>
            </p:nvSpPr>
            <p:spPr>
              <a:xfrm>
                <a:off x="1770" y="25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8" name="Rectangle 3703"/>
              <p:cNvSpPr/>
              <p:nvPr/>
            </p:nvSpPr>
            <p:spPr>
              <a:xfrm>
                <a:off x="1780" y="257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69" name="Rectangle 3704"/>
              <p:cNvSpPr/>
              <p:nvPr/>
            </p:nvSpPr>
            <p:spPr>
              <a:xfrm>
                <a:off x="1687" y="25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0" name="Rectangle 3705"/>
              <p:cNvSpPr/>
              <p:nvPr/>
            </p:nvSpPr>
            <p:spPr>
              <a:xfrm>
                <a:off x="1692" y="252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1" name="Rectangle 3706"/>
              <p:cNvSpPr/>
              <p:nvPr/>
            </p:nvSpPr>
            <p:spPr>
              <a:xfrm>
                <a:off x="1698" y="25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2" name="Rectangle 3707"/>
              <p:cNvSpPr/>
              <p:nvPr/>
            </p:nvSpPr>
            <p:spPr>
              <a:xfrm>
                <a:off x="1703" y="251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3" name="Rectangle 3708"/>
              <p:cNvSpPr/>
              <p:nvPr/>
            </p:nvSpPr>
            <p:spPr>
              <a:xfrm>
                <a:off x="1713" y="25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4" name="Rectangle 3709"/>
              <p:cNvSpPr/>
              <p:nvPr/>
            </p:nvSpPr>
            <p:spPr>
              <a:xfrm>
                <a:off x="1718" y="25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5" name="Rectangle 3710"/>
              <p:cNvSpPr/>
              <p:nvPr/>
            </p:nvSpPr>
            <p:spPr>
              <a:xfrm>
                <a:off x="1723" y="249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6" name="Rectangle 3711"/>
              <p:cNvSpPr/>
              <p:nvPr/>
            </p:nvSpPr>
            <p:spPr>
              <a:xfrm>
                <a:off x="1729" y="24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7" name="Rectangle 3712"/>
              <p:cNvSpPr/>
              <p:nvPr/>
            </p:nvSpPr>
            <p:spPr>
              <a:xfrm>
                <a:off x="1734" y="24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8" name="Rectangle 3713"/>
              <p:cNvSpPr/>
              <p:nvPr/>
            </p:nvSpPr>
            <p:spPr>
              <a:xfrm>
                <a:off x="1739" y="24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79" name="Rectangle 3714"/>
              <p:cNvSpPr/>
              <p:nvPr/>
            </p:nvSpPr>
            <p:spPr>
              <a:xfrm>
                <a:off x="1744" y="247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0" name="Rectangle 3715"/>
              <p:cNvSpPr/>
              <p:nvPr/>
            </p:nvSpPr>
            <p:spPr>
              <a:xfrm>
                <a:off x="1754" y="2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1" name="Rectangle 3716"/>
              <p:cNvSpPr/>
              <p:nvPr/>
            </p:nvSpPr>
            <p:spPr>
              <a:xfrm>
                <a:off x="1759" y="246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2" name="Rectangle 3717"/>
              <p:cNvSpPr/>
              <p:nvPr/>
            </p:nvSpPr>
            <p:spPr>
              <a:xfrm>
                <a:off x="1765" y="24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3" name="Rectangle 3718"/>
              <p:cNvSpPr/>
              <p:nvPr/>
            </p:nvSpPr>
            <p:spPr>
              <a:xfrm>
                <a:off x="1605" y="25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4" name="Rectangle 3719"/>
              <p:cNvSpPr/>
              <p:nvPr/>
            </p:nvSpPr>
            <p:spPr>
              <a:xfrm>
                <a:off x="1610" y="25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5" name="Rectangle 3720"/>
              <p:cNvSpPr/>
              <p:nvPr/>
            </p:nvSpPr>
            <p:spPr>
              <a:xfrm>
                <a:off x="1620" y="259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6" name="Rectangle 3721"/>
              <p:cNvSpPr/>
              <p:nvPr/>
            </p:nvSpPr>
            <p:spPr>
              <a:xfrm>
                <a:off x="1631" y="26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7" name="Rectangle 3722"/>
              <p:cNvSpPr/>
              <p:nvPr/>
            </p:nvSpPr>
            <p:spPr>
              <a:xfrm>
                <a:off x="1641" y="2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8" name="Rectangle 3723"/>
              <p:cNvSpPr/>
              <p:nvPr/>
            </p:nvSpPr>
            <p:spPr>
              <a:xfrm>
                <a:off x="1651" y="261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89" name="Rectangle 3724"/>
              <p:cNvSpPr/>
              <p:nvPr/>
            </p:nvSpPr>
            <p:spPr>
              <a:xfrm>
                <a:off x="1662" y="26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0" name="Rectangle 3725"/>
              <p:cNvSpPr/>
              <p:nvPr/>
            </p:nvSpPr>
            <p:spPr>
              <a:xfrm>
                <a:off x="1672" y="26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1" name="Rectangle 3726"/>
              <p:cNvSpPr/>
              <p:nvPr/>
            </p:nvSpPr>
            <p:spPr>
              <a:xfrm>
                <a:off x="1677" y="26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2" name="Rectangle 3727"/>
              <p:cNvSpPr/>
              <p:nvPr/>
            </p:nvSpPr>
            <p:spPr>
              <a:xfrm>
                <a:off x="1687" y="263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3" name="Rectangle 3728"/>
              <p:cNvSpPr/>
              <p:nvPr/>
            </p:nvSpPr>
            <p:spPr>
              <a:xfrm>
                <a:off x="1698" y="2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4" name="Rectangle 3729"/>
              <p:cNvSpPr/>
              <p:nvPr/>
            </p:nvSpPr>
            <p:spPr>
              <a:xfrm>
                <a:off x="1708" y="264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5" name="Rectangle 3730"/>
              <p:cNvSpPr/>
              <p:nvPr/>
            </p:nvSpPr>
            <p:spPr>
              <a:xfrm>
                <a:off x="1718" y="265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6" name="Rectangle 3731"/>
              <p:cNvSpPr/>
              <p:nvPr/>
            </p:nvSpPr>
            <p:spPr>
              <a:xfrm>
                <a:off x="1729" y="26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7" name="Rectangle 3732"/>
              <p:cNvSpPr/>
              <p:nvPr/>
            </p:nvSpPr>
            <p:spPr>
              <a:xfrm>
                <a:off x="1739" y="26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8" name="Rectangle 3733"/>
              <p:cNvSpPr/>
              <p:nvPr/>
            </p:nvSpPr>
            <p:spPr>
              <a:xfrm>
                <a:off x="1749" y="266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099" name="Rectangle 3734"/>
              <p:cNvSpPr/>
              <p:nvPr/>
            </p:nvSpPr>
            <p:spPr>
              <a:xfrm>
                <a:off x="1754" y="26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0" name="Rectangle 3735"/>
              <p:cNvSpPr/>
              <p:nvPr/>
            </p:nvSpPr>
            <p:spPr>
              <a:xfrm>
                <a:off x="1765" y="26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1" name="Rectangle 3736"/>
              <p:cNvSpPr/>
              <p:nvPr/>
            </p:nvSpPr>
            <p:spPr>
              <a:xfrm>
                <a:off x="1775" y="268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2" name="Rectangle 3737"/>
              <p:cNvSpPr/>
              <p:nvPr/>
            </p:nvSpPr>
            <p:spPr>
              <a:xfrm>
                <a:off x="1785" y="268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3" name="Rectangle 3738"/>
              <p:cNvSpPr/>
              <p:nvPr/>
            </p:nvSpPr>
            <p:spPr>
              <a:xfrm>
                <a:off x="1796" y="26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4" name="Rectangle 3739"/>
              <p:cNvSpPr/>
              <p:nvPr/>
            </p:nvSpPr>
            <p:spPr>
              <a:xfrm>
                <a:off x="1806" y="26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5" name="Rectangle 3740"/>
              <p:cNvSpPr/>
              <p:nvPr/>
            </p:nvSpPr>
            <p:spPr>
              <a:xfrm>
                <a:off x="1816" y="27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6" name="Rectangle 3741"/>
              <p:cNvSpPr/>
              <p:nvPr/>
            </p:nvSpPr>
            <p:spPr>
              <a:xfrm>
                <a:off x="1821" y="270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7" name="Rectangle 3742"/>
              <p:cNvSpPr/>
              <p:nvPr/>
            </p:nvSpPr>
            <p:spPr>
              <a:xfrm>
                <a:off x="1832" y="27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8" name="Rectangle 3743"/>
              <p:cNvSpPr/>
              <p:nvPr/>
            </p:nvSpPr>
            <p:spPr>
              <a:xfrm>
                <a:off x="1842" y="271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09" name="Rectangle 3744"/>
              <p:cNvSpPr/>
              <p:nvPr/>
            </p:nvSpPr>
            <p:spPr>
              <a:xfrm>
                <a:off x="1852" y="272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0" name="Rectangle 3745"/>
              <p:cNvSpPr/>
              <p:nvPr/>
            </p:nvSpPr>
            <p:spPr>
              <a:xfrm>
                <a:off x="1863" y="272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1" name="Rectangle 3746"/>
              <p:cNvSpPr/>
              <p:nvPr/>
            </p:nvSpPr>
            <p:spPr>
              <a:xfrm>
                <a:off x="1873" y="27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2" name="Rectangle 3747"/>
              <p:cNvSpPr/>
              <p:nvPr/>
            </p:nvSpPr>
            <p:spPr>
              <a:xfrm>
                <a:off x="1883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3" name="Rectangle 3748"/>
              <p:cNvSpPr/>
              <p:nvPr/>
            </p:nvSpPr>
            <p:spPr>
              <a:xfrm>
                <a:off x="1888" y="274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4" name="Rectangle 3749"/>
              <p:cNvSpPr/>
              <p:nvPr/>
            </p:nvSpPr>
            <p:spPr>
              <a:xfrm>
                <a:off x="1899" y="274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5" name="Rectangle 3750"/>
              <p:cNvSpPr/>
              <p:nvPr/>
            </p:nvSpPr>
            <p:spPr>
              <a:xfrm>
                <a:off x="1909" y="27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6" name="Rectangle 3751"/>
              <p:cNvSpPr/>
              <p:nvPr/>
            </p:nvSpPr>
            <p:spPr>
              <a:xfrm>
                <a:off x="1919" y="275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7" name="Rectangle 3752"/>
              <p:cNvSpPr/>
              <p:nvPr/>
            </p:nvSpPr>
            <p:spPr>
              <a:xfrm>
                <a:off x="1930" y="27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8" name="Rectangle 3753"/>
              <p:cNvSpPr/>
              <p:nvPr/>
            </p:nvSpPr>
            <p:spPr>
              <a:xfrm>
                <a:off x="1940" y="27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19" name="Rectangle 3754"/>
              <p:cNvSpPr/>
              <p:nvPr/>
            </p:nvSpPr>
            <p:spPr>
              <a:xfrm>
                <a:off x="1950" y="277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0" name="Rectangle 3755"/>
              <p:cNvSpPr/>
              <p:nvPr/>
            </p:nvSpPr>
            <p:spPr>
              <a:xfrm>
                <a:off x="1955" y="277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1" name="Rectangle 3756"/>
              <p:cNvSpPr/>
              <p:nvPr/>
            </p:nvSpPr>
            <p:spPr>
              <a:xfrm>
                <a:off x="1966" y="278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2" name="Rectangle 3757"/>
              <p:cNvSpPr/>
              <p:nvPr/>
            </p:nvSpPr>
            <p:spPr>
              <a:xfrm>
                <a:off x="1976" y="27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3" name="Rectangle 3758"/>
              <p:cNvSpPr/>
              <p:nvPr/>
            </p:nvSpPr>
            <p:spPr>
              <a:xfrm>
                <a:off x="1986" y="279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4" name="Rectangle 3759"/>
              <p:cNvSpPr/>
              <p:nvPr/>
            </p:nvSpPr>
            <p:spPr>
              <a:xfrm>
                <a:off x="1997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5" name="Rectangle 3760"/>
              <p:cNvSpPr/>
              <p:nvPr/>
            </p:nvSpPr>
            <p:spPr>
              <a:xfrm>
                <a:off x="2007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6" name="Rectangle 3761"/>
              <p:cNvSpPr/>
              <p:nvPr/>
            </p:nvSpPr>
            <p:spPr>
              <a:xfrm>
                <a:off x="2017" y="280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7" name="Rectangle 3762"/>
              <p:cNvSpPr/>
              <p:nvPr/>
            </p:nvSpPr>
            <p:spPr>
              <a:xfrm>
                <a:off x="2028" y="281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8" name="Rectangle 3763"/>
              <p:cNvSpPr/>
              <p:nvPr/>
            </p:nvSpPr>
            <p:spPr>
              <a:xfrm>
                <a:off x="2033" y="28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29" name="Rectangle 3764"/>
              <p:cNvSpPr/>
              <p:nvPr/>
            </p:nvSpPr>
            <p:spPr>
              <a:xfrm>
                <a:off x="2043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0" name="Rectangle 3765"/>
              <p:cNvSpPr/>
              <p:nvPr/>
            </p:nvSpPr>
            <p:spPr>
              <a:xfrm>
                <a:off x="2053" y="283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1" name="Rectangle 3766"/>
              <p:cNvSpPr/>
              <p:nvPr/>
            </p:nvSpPr>
            <p:spPr>
              <a:xfrm>
                <a:off x="2064" y="28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2" name="Rectangle 3767"/>
              <p:cNvSpPr/>
              <p:nvPr/>
            </p:nvSpPr>
            <p:spPr>
              <a:xfrm>
                <a:off x="2074" y="28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3" name="Rectangle 3768"/>
              <p:cNvSpPr/>
              <p:nvPr/>
            </p:nvSpPr>
            <p:spPr>
              <a:xfrm>
                <a:off x="2084" y="28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4" name="Rectangle 3769"/>
              <p:cNvSpPr/>
              <p:nvPr/>
            </p:nvSpPr>
            <p:spPr>
              <a:xfrm>
                <a:off x="2095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5" name="Rectangle 3770"/>
              <p:cNvSpPr/>
              <p:nvPr/>
            </p:nvSpPr>
            <p:spPr>
              <a:xfrm>
                <a:off x="2100" y="28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6" name="Rectangle 3771"/>
              <p:cNvSpPr/>
              <p:nvPr/>
            </p:nvSpPr>
            <p:spPr>
              <a:xfrm>
                <a:off x="2110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7" name="Rectangle 3772"/>
              <p:cNvSpPr/>
              <p:nvPr/>
            </p:nvSpPr>
            <p:spPr>
              <a:xfrm>
                <a:off x="2120" y="286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8" name="Rectangle 3773"/>
              <p:cNvSpPr/>
              <p:nvPr/>
            </p:nvSpPr>
            <p:spPr>
              <a:xfrm>
                <a:off x="2131" y="28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39" name="Rectangle 3774"/>
              <p:cNvSpPr/>
              <p:nvPr/>
            </p:nvSpPr>
            <p:spPr>
              <a:xfrm>
                <a:off x="2141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0" name="Rectangle 3775"/>
              <p:cNvSpPr/>
              <p:nvPr/>
            </p:nvSpPr>
            <p:spPr>
              <a:xfrm>
                <a:off x="2151" y="288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1" name="Rectangle 3776"/>
              <p:cNvSpPr/>
              <p:nvPr/>
            </p:nvSpPr>
            <p:spPr>
              <a:xfrm>
                <a:off x="2162" y="288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2" name="Rectangle 3777"/>
              <p:cNvSpPr/>
              <p:nvPr/>
            </p:nvSpPr>
            <p:spPr>
              <a:xfrm>
                <a:off x="2167" y="28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3" name="Rectangle 3778"/>
              <p:cNvSpPr/>
              <p:nvPr/>
            </p:nvSpPr>
            <p:spPr>
              <a:xfrm>
                <a:off x="2177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4" name="Rectangle 3779"/>
              <p:cNvSpPr/>
              <p:nvPr/>
            </p:nvSpPr>
            <p:spPr>
              <a:xfrm>
                <a:off x="2187" y="290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5" name="Rectangle 3780"/>
              <p:cNvSpPr/>
              <p:nvPr/>
            </p:nvSpPr>
            <p:spPr>
              <a:xfrm>
                <a:off x="2198" y="29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6" name="Rectangle 3781"/>
              <p:cNvSpPr/>
              <p:nvPr/>
            </p:nvSpPr>
            <p:spPr>
              <a:xfrm>
                <a:off x="2208" y="29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7" name="Rectangle 3782"/>
              <p:cNvSpPr/>
              <p:nvPr/>
            </p:nvSpPr>
            <p:spPr>
              <a:xfrm>
                <a:off x="2218" y="291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8" name="Rectangle 3783"/>
              <p:cNvSpPr/>
              <p:nvPr/>
            </p:nvSpPr>
            <p:spPr>
              <a:xfrm>
                <a:off x="2229" y="292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49" name="Rectangle 3784"/>
              <p:cNvSpPr/>
              <p:nvPr/>
            </p:nvSpPr>
            <p:spPr>
              <a:xfrm>
                <a:off x="2234" y="29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0" name="Rectangle 3785"/>
              <p:cNvSpPr/>
              <p:nvPr/>
            </p:nvSpPr>
            <p:spPr>
              <a:xfrm>
                <a:off x="2244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1" name="Rectangle 3786"/>
              <p:cNvSpPr/>
              <p:nvPr/>
            </p:nvSpPr>
            <p:spPr>
              <a:xfrm>
                <a:off x="2254" y="293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2" name="Rectangle 3787"/>
              <p:cNvSpPr/>
              <p:nvPr/>
            </p:nvSpPr>
            <p:spPr>
              <a:xfrm>
                <a:off x="2265" y="29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3" name="Rectangle 3788"/>
              <p:cNvSpPr/>
              <p:nvPr/>
            </p:nvSpPr>
            <p:spPr>
              <a:xfrm>
                <a:off x="2275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4" name="Rectangle 3789"/>
              <p:cNvSpPr/>
              <p:nvPr/>
            </p:nvSpPr>
            <p:spPr>
              <a:xfrm>
                <a:off x="2285" y="295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5" name="Rectangle 3790"/>
              <p:cNvSpPr/>
              <p:nvPr/>
            </p:nvSpPr>
            <p:spPr>
              <a:xfrm>
                <a:off x="2296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6" name="Rectangle 3791"/>
              <p:cNvSpPr/>
              <p:nvPr/>
            </p:nvSpPr>
            <p:spPr>
              <a:xfrm>
                <a:off x="2306" y="296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7" name="Rectangle 3792"/>
              <p:cNvSpPr/>
              <p:nvPr/>
            </p:nvSpPr>
            <p:spPr>
              <a:xfrm>
                <a:off x="2311" y="29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8" name="Rectangle 3793"/>
              <p:cNvSpPr/>
              <p:nvPr/>
            </p:nvSpPr>
            <p:spPr>
              <a:xfrm>
                <a:off x="2321" y="297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59" name="Rectangle 3794"/>
              <p:cNvSpPr/>
              <p:nvPr/>
            </p:nvSpPr>
            <p:spPr>
              <a:xfrm>
                <a:off x="2332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0" name="Rectangle 3795"/>
              <p:cNvSpPr/>
              <p:nvPr/>
            </p:nvSpPr>
            <p:spPr>
              <a:xfrm>
                <a:off x="2342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1" name="Rectangle 3796"/>
              <p:cNvSpPr/>
              <p:nvPr/>
            </p:nvSpPr>
            <p:spPr>
              <a:xfrm>
                <a:off x="2352" y="299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2" name="Rectangle 3797"/>
              <p:cNvSpPr/>
              <p:nvPr/>
            </p:nvSpPr>
            <p:spPr>
              <a:xfrm>
                <a:off x="2363" y="29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3" name="Rectangle 3798"/>
              <p:cNvSpPr/>
              <p:nvPr/>
            </p:nvSpPr>
            <p:spPr>
              <a:xfrm>
                <a:off x="2373" y="300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4" name="Rectangle 3799"/>
              <p:cNvSpPr/>
              <p:nvPr/>
            </p:nvSpPr>
            <p:spPr>
              <a:xfrm>
                <a:off x="2378" y="30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5" name="Rectangle 3800"/>
              <p:cNvSpPr/>
              <p:nvPr/>
            </p:nvSpPr>
            <p:spPr>
              <a:xfrm>
                <a:off x="2388" y="301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6" name="Rectangle 3801"/>
              <p:cNvSpPr/>
              <p:nvPr/>
            </p:nvSpPr>
            <p:spPr>
              <a:xfrm>
                <a:off x="2399" y="30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7" name="Rectangle 3802"/>
              <p:cNvSpPr/>
              <p:nvPr/>
            </p:nvSpPr>
            <p:spPr>
              <a:xfrm>
                <a:off x="2409" y="302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8" name="Rectangle 3803"/>
              <p:cNvSpPr/>
              <p:nvPr/>
            </p:nvSpPr>
            <p:spPr>
              <a:xfrm>
                <a:off x="2419" y="30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69" name="Rectangle 3804"/>
              <p:cNvSpPr/>
              <p:nvPr/>
            </p:nvSpPr>
            <p:spPr>
              <a:xfrm>
                <a:off x="2430" y="30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0" name="Rectangle 3805"/>
              <p:cNvSpPr/>
              <p:nvPr/>
            </p:nvSpPr>
            <p:spPr>
              <a:xfrm>
                <a:off x="2440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1" name="Rectangle 3806"/>
              <p:cNvSpPr/>
              <p:nvPr/>
            </p:nvSpPr>
            <p:spPr>
              <a:xfrm>
                <a:off x="2445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2" name="Rectangle 3807"/>
              <p:cNvSpPr/>
              <p:nvPr/>
            </p:nvSpPr>
            <p:spPr>
              <a:xfrm>
                <a:off x="2455" y="30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3" name="Rectangle 3808"/>
              <p:cNvSpPr/>
              <p:nvPr/>
            </p:nvSpPr>
            <p:spPr>
              <a:xfrm>
                <a:off x="2466" y="30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4" name="Rectangle 3809"/>
              <p:cNvSpPr/>
              <p:nvPr/>
            </p:nvSpPr>
            <p:spPr>
              <a:xfrm>
                <a:off x="2476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5" name="Rectangle 3810"/>
              <p:cNvSpPr/>
              <p:nvPr/>
            </p:nvSpPr>
            <p:spPr>
              <a:xfrm>
                <a:off x="2486" y="306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6" name="Rectangle 3811"/>
              <p:cNvSpPr/>
              <p:nvPr/>
            </p:nvSpPr>
            <p:spPr>
              <a:xfrm>
                <a:off x="2497" y="30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7" name="Rectangle 3812"/>
              <p:cNvSpPr/>
              <p:nvPr/>
            </p:nvSpPr>
            <p:spPr>
              <a:xfrm>
                <a:off x="2507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8" name="Rectangle 3813"/>
              <p:cNvSpPr/>
              <p:nvPr/>
            </p:nvSpPr>
            <p:spPr>
              <a:xfrm>
                <a:off x="2512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79" name="Rectangle 3814"/>
              <p:cNvSpPr/>
              <p:nvPr/>
            </p:nvSpPr>
            <p:spPr>
              <a:xfrm>
                <a:off x="2522" y="308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0" name="Rectangle 3815"/>
              <p:cNvSpPr/>
              <p:nvPr/>
            </p:nvSpPr>
            <p:spPr>
              <a:xfrm>
                <a:off x="2533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1" name="Rectangle 3816"/>
              <p:cNvSpPr/>
              <p:nvPr/>
            </p:nvSpPr>
            <p:spPr>
              <a:xfrm>
                <a:off x="2543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2" name="Rectangle 3817"/>
              <p:cNvSpPr/>
              <p:nvPr/>
            </p:nvSpPr>
            <p:spPr>
              <a:xfrm>
                <a:off x="2553" y="309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3" name="Rectangle 3818"/>
              <p:cNvSpPr/>
              <p:nvPr/>
            </p:nvSpPr>
            <p:spPr>
              <a:xfrm>
                <a:off x="2564" y="31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4" name="Rectangle 3819"/>
              <p:cNvSpPr/>
              <p:nvPr/>
            </p:nvSpPr>
            <p:spPr>
              <a:xfrm>
                <a:off x="2574" y="31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5" name="Rectangle 3820"/>
              <p:cNvSpPr/>
              <p:nvPr/>
            </p:nvSpPr>
            <p:spPr>
              <a:xfrm>
                <a:off x="2584" y="31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6" name="Rectangle 3821"/>
              <p:cNvSpPr/>
              <p:nvPr/>
            </p:nvSpPr>
            <p:spPr>
              <a:xfrm>
                <a:off x="2589" y="311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7" name="Rectangle 3822"/>
              <p:cNvSpPr/>
              <p:nvPr/>
            </p:nvSpPr>
            <p:spPr>
              <a:xfrm>
                <a:off x="2600" y="312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8" name="Rectangle 3823"/>
              <p:cNvSpPr/>
              <p:nvPr/>
            </p:nvSpPr>
            <p:spPr>
              <a:xfrm>
                <a:off x="2610" y="31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30189" name="Rectangle 3824"/>
              <p:cNvSpPr/>
              <p:nvPr/>
            </p:nvSpPr>
            <p:spPr>
              <a:xfrm>
                <a:off x="2620" y="313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7" name="Group 3825"/>
            <p:cNvGrpSpPr/>
            <p:nvPr/>
          </p:nvGrpSpPr>
          <p:grpSpPr>
            <a:xfrm>
              <a:off x="1440" y="2588"/>
              <a:ext cx="1495" cy="778"/>
              <a:chOff x="1440" y="2588"/>
              <a:chExt cx="1495" cy="778"/>
            </a:xfrm>
          </p:grpSpPr>
          <p:sp>
            <p:nvSpPr>
              <p:cNvPr id="29790" name="Rectangle 3826"/>
              <p:cNvSpPr/>
              <p:nvPr/>
            </p:nvSpPr>
            <p:spPr>
              <a:xfrm>
                <a:off x="2631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91" name="Rectangle 3827"/>
              <p:cNvSpPr/>
              <p:nvPr/>
            </p:nvSpPr>
            <p:spPr>
              <a:xfrm>
                <a:off x="2641" y="314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92" name="Rectangle 3828"/>
              <p:cNvSpPr/>
              <p:nvPr/>
            </p:nvSpPr>
            <p:spPr>
              <a:xfrm>
                <a:off x="2651" y="314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93" name="Rectangle 3829"/>
              <p:cNvSpPr/>
              <p:nvPr/>
            </p:nvSpPr>
            <p:spPr>
              <a:xfrm>
                <a:off x="2657" y="315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94" name="Rectangle 3830"/>
              <p:cNvSpPr/>
              <p:nvPr/>
            </p:nvSpPr>
            <p:spPr>
              <a:xfrm>
                <a:off x="2667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95" name="Rectangle 3831"/>
              <p:cNvSpPr/>
              <p:nvPr/>
            </p:nvSpPr>
            <p:spPr>
              <a:xfrm>
                <a:off x="2677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96" name="Rectangle 3832"/>
              <p:cNvSpPr/>
              <p:nvPr/>
            </p:nvSpPr>
            <p:spPr>
              <a:xfrm>
                <a:off x="2687" y="31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97" name="Rectangle 3833"/>
              <p:cNvSpPr/>
              <p:nvPr/>
            </p:nvSpPr>
            <p:spPr>
              <a:xfrm>
                <a:off x="2698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98" name="Rectangle 3834"/>
              <p:cNvSpPr/>
              <p:nvPr/>
            </p:nvSpPr>
            <p:spPr>
              <a:xfrm>
                <a:off x="2708" y="31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99" name="Rectangle 3835"/>
              <p:cNvSpPr/>
              <p:nvPr/>
            </p:nvSpPr>
            <p:spPr>
              <a:xfrm>
                <a:off x="2718" y="318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0" name="Rectangle 3836"/>
              <p:cNvSpPr/>
              <p:nvPr/>
            </p:nvSpPr>
            <p:spPr>
              <a:xfrm>
                <a:off x="2724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1" name="Rectangle 3837"/>
              <p:cNvSpPr/>
              <p:nvPr/>
            </p:nvSpPr>
            <p:spPr>
              <a:xfrm>
                <a:off x="2734" y="31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2" name="Rectangle 3838"/>
              <p:cNvSpPr/>
              <p:nvPr/>
            </p:nvSpPr>
            <p:spPr>
              <a:xfrm>
                <a:off x="2744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3" name="Rectangle 3839"/>
              <p:cNvSpPr/>
              <p:nvPr/>
            </p:nvSpPr>
            <p:spPr>
              <a:xfrm>
                <a:off x="2754" y="320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4" name="Rectangle 3840"/>
              <p:cNvSpPr/>
              <p:nvPr/>
            </p:nvSpPr>
            <p:spPr>
              <a:xfrm>
                <a:off x="2765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5" name="Rectangle 3841"/>
              <p:cNvSpPr/>
              <p:nvPr/>
            </p:nvSpPr>
            <p:spPr>
              <a:xfrm>
                <a:off x="2775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6" name="Rectangle 3842"/>
              <p:cNvSpPr/>
              <p:nvPr/>
            </p:nvSpPr>
            <p:spPr>
              <a:xfrm>
                <a:off x="2785" y="322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7" name="Rectangle 3843"/>
              <p:cNvSpPr/>
              <p:nvPr/>
            </p:nvSpPr>
            <p:spPr>
              <a:xfrm>
                <a:off x="2791" y="322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8" name="Rectangle 3844"/>
              <p:cNvSpPr/>
              <p:nvPr/>
            </p:nvSpPr>
            <p:spPr>
              <a:xfrm>
                <a:off x="2801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09" name="Rectangle 3845"/>
              <p:cNvSpPr/>
              <p:nvPr/>
            </p:nvSpPr>
            <p:spPr>
              <a:xfrm>
                <a:off x="2811" y="32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0" name="Rectangle 3846"/>
              <p:cNvSpPr/>
              <p:nvPr/>
            </p:nvSpPr>
            <p:spPr>
              <a:xfrm>
                <a:off x="2821" y="324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1" name="Rectangle 3847"/>
              <p:cNvSpPr/>
              <p:nvPr/>
            </p:nvSpPr>
            <p:spPr>
              <a:xfrm>
                <a:off x="2832" y="324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2" name="Rectangle 3848"/>
              <p:cNvSpPr/>
              <p:nvPr/>
            </p:nvSpPr>
            <p:spPr>
              <a:xfrm>
                <a:off x="2842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3" name="Rectangle 3849"/>
              <p:cNvSpPr/>
              <p:nvPr/>
            </p:nvSpPr>
            <p:spPr>
              <a:xfrm>
                <a:off x="2852" y="325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4" name="Rectangle 3850"/>
              <p:cNvSpPr/>
              <p:nvPr/>
            </p:nvSpPr>
            <p:spPr>
              <a:xfrm>
                <a:off x="2863" y="32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5" name="Rectangle 3851"/>
              <p:cNvSpPr/>
              <p:nvPr/>
            </p:nvSpPr>
            <p:spPr>
              <a:xfrm>
                <a:off x="2868" y="32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6" name="Rectangle 3852"/>
              <p:cNvSpPr/>
              <p:nvPr/>
            </p:nvSpPr>
            <p:spPr>
              <a:xfrm>
                <a:off x="2878" y="327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7" name="Rectangle 3853"/>
              <p:cNvSpPr/>
              <p:nvPr/>
            </p:nvSpPr>
            <p:spPr>
              <a:xfrm>
                <a:off x="2889" y="32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8" name="Rectangle 3854"/>
              <p:cNvSpPr/>
              <p:nvPr/>
            </p:nvSpPr>
            <p:spPr>
              <a:xfrm>
                <a:off x="2899" y="32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19" name="Rectangle 3855"/>
              <p:cNvSpPr/>
              <p:nvPr/>
            </p:nvSpPr>
            <p:spPr>
              <a:xfrm>
                <a:off x="2909" y="32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0" name="Rectangle 3856"/>
              <p:cNvSpPr/>
              <p:nvPr/>
            </p:nvSpPr>
            <p:spPr>
              <a:xfrm>
                <a:off x="2919" y="329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1" name="Rectangle 3857"/>
              <p:cNvSpPr/>
              <p:nvPr/>
            </p:nvSpPr>
            <p:spPr>
              <a:xfrm>
                <a:off x="2930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2" name="Rectangle 3858"/>
              <p:cNvSpPr/>
              <p:nvPr/>
            </p:nvSpPr>
            <p:spPr>
              <a:xfrm>
                <a:off x="2847" y="336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3" name="Rectangle 3859"/>
              <p:cNvSpPr/>
              <p:nvPr/>
            </p:nvSpPr>
            <p:spPr>
              <a:xfrm>
                <a:off x="2852" y="335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4" name="Rectangle 3860"/>
              <p:cNvSpPr/>
              <p:nvPr/>
            </p:nvSpPr>
            <p:spPr>
              <a:xfrm>
                <a:off x="2858" y="33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5" name="Rectangle 3861"/>
              <p:cNvSpPr/>
              <p:nvPr/>
            </p:nvSpPr>
            <p:spPr>
              <a:xfrm>
                <a:off x="2868" y="33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6" name="Rectangle 3862"/>
              <p:cNvSpPr/>
              <p:nvPr/>
            </p:nvSpPr>
            <p:spPr>
              <a:xfrm>
                <a:off x="2873" y="334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7" name="Rectangle 3863"/>
              <p:cNvSpPr/>
              <p:nvPr/>
            </p:nvSpPr>
            <p:spPr>
              <a:xfrm>
                <a:off x="2878" y="333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8" name="Rectangle 3864"/>
              <p:cNvSpPr/>
              <p:nvPr/>
            </p:nvSpPr>
            <p:spPr>
              <a:xfrm>
                <a:off x="2889" y="332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29" name="Rectangle 3865"/>
              <p:cNvSpPr/>
              <p:nvPr/>
            </p:nvSpPr>
            <p:spPr>
              <a:xfrm>
                <a:off x="2894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0" name="Rectangle 3866"/>
              <p:cNvSpPr/>
              <p:nvPr/>
            </p:nvSpPr>
            <p:spPr>
              <a:xfrm>
                <a:off x="2899" y="33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1" name="Rectangle 3867"/>
              <p:cNvSpPr/>
              <p:nvPr/>
            </p:nvSpPr>
            <p:spPr>
              <a:xfrm>
                <a:off x="2909" y="331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2" name="Rectangle 3868"/>
              <p:cNvSpPr/>
              <p:nvPr/>
            </p:nvSpPr>
            <p:spPr>
              <a:xfrm>
                <a:off x="2914" y="33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3" name="Rectangle 3869"/>
              <p:cNvSpPr/>
              <p:nvPr/>
            </p:nvSpPr>
            <p:spPr>
              <a:xfrm>
                <a:off x="2919" y="330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4" name="Rectangle 3870"/>
              <p:cNvSpPr/>
              <p:nvPr/>
            </p:nvSpPr>
            <p:spPr>
              <a:xfrm>
                <a:off x="2930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5" name="Rectangle 3871"/>
              <p:cNvSpPr/>
              <p:nvPr/>
            </p:nvSpPr>
            <p:spPr>
              <a:xfrm>
                <a:off x="1522" y="26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6" name="Rectangle 3872"/>
              <p:cNvSpPr/>
              <p:nvPr/>
            </p:nvSpPr>
            <p:spPr>
              <a:xfrm>
                <a:off x="1527" y="266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7" name="Rectangle 3873"/>
              <p:cNvSpPr/>
              <p:nvPr/>
            </p:nvSpPr>
            <p:spPr>
              <a:xfrm>
                <a:off x="1538" y="26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8" name="Rectangle 3874"/>
              <p:cNvSpPr/>
              <p:nvPr/>
            </p:nvSpPr>
            <p:spPr>
              <a:xfrm>
                <a:off x="1548" y="26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39" name="Rectangle 3875"/>
              <p:cNvSpPr/>
              <p:nvPr/>
            </p:nvSpPr>
            <p:spPr>
              <a:xfrm>
                <a:off x="1558" y="267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0" name="Rectangle 3876"/>
              <p:cNvSpPr/>
              <p:nvPr/>
            </p:nvSpPr>
            <p:spPr>
              <a:xfrm>
                <a:off x="1569" y="268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1" name="Rectangle 3877"/>
              <p:cNvSpPr/>
              <p:nvPr/>
            </p:nvSpPr>
            <p:spPr>
              <a:xfrm>
                <a:off x="1579" y="26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2" name="Rectangle 3878"/>
              <p:cNvSpPr/>
              <p:nvPr/>
            </p:nvSpPr>
            <p:spPr>
              <a:xfrm>
                <a:off x="1589" y="269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3" name="Rectangle 3879"/>
              <p:cNvSpPr/>
              <p:nvPr/>
            </p:nvSpPr>
            <p:spPr>
              <a:xfrm>
                <a:off x="1600" y="26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4" name="Rectangle 3880"/>
              <p:cNvSpPr/>
              <p:nvPr/>
            </p:nvSpPr>
            <p:spPr>
              <a:xfrm>
                <a:off x="1605" y="27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5" name="Rectangle 3881"/>
              <p:cNvSpPr/>
              <p:nvPr/>
            </p:nvSpPr>
            <p:spPr>
              <a:xfrm>
                <a:off x="1615" y="2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6" name="Rectangle 3882"/>
              <p:cNvSpPr/>
              <p:nvPr/>
            </p:nvSpPr>
            <p:spPr>
              <a:xfrm>
                <a:off x="1625" y="271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7" name="Rectangle 3883"/>
              <p:cNvSpPr/>
              <p:nvPr/>
            </p:nvSpPr>
            <p:spPr>
              <a:xfrm>
                <a:off x="1636" y="271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8" name="Rectangle 3884"/>
              <p:cNvSpPr/>
              <p:nvPr/>
            </p:nvSpPr>
            <p:spPr>
              <a:xfrm>
                <a:off x="1646" y="27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49" name="Rectangle 3885"/>
              <p:cNvSpPr/>
              <p:nvPr/>
            </p:nvSpPr>
            <p:spPr>
              <a:xfrm>
                <a:off x="1656" y="272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0" name="Rectangle 3886"/>
              <p:cNvSpPr/>
              <p:nvPr/>
            </p:nvSpPr>
            <p:spPr>
              <a:xfrm>
                <a:off x="1667" y="27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1" name="Rectangle 3887"/>
              <p:cNvSpPr/>
              <p:nvPr/>
            </p:nvSpPr>
            <p:spPr>
              <a:xfrm>
                <a:off x="1677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2" name="Rectangle 3888"/>
              <p:cNvSpPr/>
              <p:nvPr/>
            </p:nvSpPr>
            <p:spPr>
              <a:xfrm>
                <a:off x="1682" y="2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3" name="Rectangle 3889"/>
              <p:cNvSpPr/>
              <p:nvPr/>
            </p:nvSpPr>
            <p:spPr>
              <a:xfrm>
                <a:off x="1692" y="274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4" name="Rectangle 3890"/>
              <p:cNvSpPr/>
              <p:nvPr/>
            </p:nvSpPr>
            <p:spPr>
              <a:xfrm>
                <a:off x="1703" y="27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5" name="Rectangle 3891"/>
              <p:cNvSpPr/>
              <p:nvPr/>
            </p:nvSpPr>
            <p:spPr>
              <a:xfrm>
                <a:off x="1713" y="27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6" name="Rectangle 3892"/>
              <p:cNvSpPr/>
              <p:nvPr/>
            </p:nvSpPr>
            <p:spPr>
              <a:xfrm>
                <a:off x="1723" y="276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7" name="Rectangle 3893"/>
              <p:cNvSpPr/>
              <p:nvPr/>
            </p:nvSpPr>
            <p:spPr>
              <a:xfrm>
                <a:off x="1734" y="27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8" name="Rectangle 3894"/>
              <p:cNvSpPr/>
              <p:nvPr/>
            </p:nvSpPr>
            <p:spPr>
              <a:xfrm>
                <a:off x="1744" y="2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59" name="Rectangle 3895"/>
              <p:cNvSpPr/>
              <p:nvPr/>
            </p:nvSpPr>
            <p:spPr>
              <a:xfrm>
                <a:off x="1754" y="27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0" name="Rectangle 3896"/>
              <p:cNvSpPr/>
              <p:nvPr/>
            </p:nvSpPr>
            <p:spPr>
              <a:xfrm>
                <a:off x="1759" y="278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1" name="Rectangle 3897"/>
              <p:cNvSpPr/>
              <p:nvPr/>
            </p:nvSpPr>
            <p:spPr>
              <a:xfrm>
                <a:off x="1770" y="27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2" name="Rectangle 3898"/>
              <p:cNvSpPr/>
              <p:nvPr/>
            </p:nvSpPr>
            <p:spPr>
              <a:xfrm>
                <a:off x="1780" y="27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3" name="Rectangle 3899"/>
              <p:cNvSpPr/>
              <p:nvPr/>
            </p:nvSpPr>
            <p:spPr>
              <a:xfrm>
                <a:off x="1790" y="279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4" name="Rectangle 3900"/>
              <p:cNvSpPr/>
              <p:nvPr/>
            </p:nvSpPr>
            <p:spPr>
              <a:xfrm>
                <a:off x="1801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5" name="Rectangle 3901"/>
              <p:cNvSpPr/>
              <p:nvPr/>
            </p:nvSpPr>
            <p:spPr>
              <a:xfrm>
                <a:off x="1811" y="28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6" name="Rectangle 3902"/>
              <p:cNvSpPr/>
              <p:nvPr/>
            </p:nvSpPr>
            <p:spPr>
              <a:xfrm>
                <a:off x="1821" y="281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7" name="Rectangle 3903"/>
              <p:cNvSpPr/>
              <p:nvPr/>
            </p:nvSpPr>
            <p:spPr>
              <a:xfrm>
                <a:off x="1832" y="28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8" name="Rectangle 3904"/>
              <p:cNvSpPr/>
              <p:nvPr/>
            </p:nvSpPr>
            <p:spPr>
              <a:xfrm>
                <a:off x="1837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69" name="Rectangle 3905"/>
              <p:cNvSpPr/>
              <p:nvPr/>
            </p:nvSpPr>
            <p:spPr>
              <a:xfrm>
                <a:off x="1847" y="283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0" name="Rectangle 3906"/>
              <p:cNvSpPr/>
              <p:nvPr/>
            </p:nvSpPr>
            <p:spPr>
              <a:xfrm>
                <a:off x="1857" y="283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1" name="Rectangle 3907"/>
              <p:cNvSpPr/>
              <p:nvPr/>
            </p:nvSpPr>
            <p:spPr>
              <a:xfrm>
                <a:off x="1868" y="28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2" name="Rectangle 3908"/>
              <p:cNvSpPr/>
              <p:nvPr/>
            </p:nvSpPr>
            <p:spPr>
              <a:xfrm>
                <a:off x="1878" y="28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3" name="Rectangle 3909"/>
              <p:cNvSpPr/>
              <p:nvPr/>
            </p:nvSpPr>
            <p:spPr>
              <a:xfrm>
                <a:off x="1888" y="285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4" name="Rectangle 3910"/>
              <p:cNvSpPr/>
              <p:nvPr/>
            </p:nvSpPr>
            <p:spPr>
              <a:xfrm>
                <a:off x="1899" y="28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5" name="Rectangle 3911"/>
              <p:cNvSpPr/>
              <p:nvPr/>
            </p:nvSpPr>
            <p:spPr>
              <a:xfrm>
                <a:off x="1909" y="286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6" name="Rectangle 3912"/>
              <p:cNvSpPr/>
              <p:nvPr/>
            </p:nvSpPr>
            <p:spPr>
              <a:xfrm>
                <a:off x="1914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7" name="Rectangle 3913"/>
              <p:cNvSpPr/>
              <p:nvPr/>
            </p:nvSpPr>
            <p:spPr>
              <a:xfrm>
                <a:off x="1924" y="287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8" name="Rectangle 3914"/>
              <p:cNvSpPr/>
              <p:nvPr/>
            </p:nvSpPr>
            <p:spPr>
              <a:xfrm>
                <a:off x="1935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79" name="Rectangle 3915"/>
              <p:cNvSpPr/>
              <p:nvPr/>
            </p:nvSpPr>
            <p:spPr>
              <a:xfrm>
                <a:off x="1945" y="28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0" name="Rectangle 3916"/>
              <p:cNvSpPr/>
              <p:nvPr/>
            </p:nvSpPr>
            <p:spPr>
              <a:xfrm>
                <a:off x="1955" y="288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1" name="Rectangle 3917"/>
              <p:cNvSpPr/>
              <p:nvPr/>
            </p:nvSpPr>
            <p:spPr>
              <a:xfrm>
                <a:off x="1966" y="28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2" name="Rectangle 3918"/>
              <p:cNvSpPr/>
              <p:nvPr/>
            </p:nvSpPr>
            <p:spPr>
              <a:xfrm>
                <a:off x="1976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3" name="Rectangle 3919"/>
              <p:cNvSpPr/>
              <p:nvPr/>
            </p:nvSpPr>
            <p:spPr>
              <a:xfrm>
                <a:off x="1986" y="29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4" name="Rectangle 3920"/>
              <p:cNvSpPr/>
              <p:nvPr/>
            </p:nvSpPr>
            <p:spPr>
              <a:xfrm>
                <a:off x="1991" y="290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5" name="Rectangle 3921"/>
              <p:cNvSpPr/>
              <p:nvPr/>
            </p:nvSpPr>
            <p:spPr>
              <a:xfrm>
                <a:off x="2002" y="29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6" name="Rectangle 3922"/>
              <p:cNvSpPr/>
              <p:nvPr/>
            </p:nvSpPr>
            <p:spPr>
              <a:xfrm>
                <a:off x="2012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7" name="Rectangle 3923"/>
              <p:cNvSpPr/>
              <p:nvPr/>
            </p:nvSpPr>
            <p:spPr>
              <a:xfrm>
                <a:off x="2022" y="292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8" name="Rectangle 3924"/>
              <p:cNvSpPr/>
              <p:nvPr/>
            </p:nvSpPr>
            <p:spPr>
              <a:xfrm>
                <a:off x="2033" y="29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89" name="Rectangle 3925"/>
              <p:cNvSpPr/>
              <p:nvPr/>
            </p:nvSpPr>
            <p:spPr>
              <a:xfrm>
                <a:off x="2043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0" name="Rectangle 3926"/>
              <p:cNvSpPr/>
              <p:nvPr/>
            </p:nvSpPr>
            <p:spPr>
              <a:xfrm>
                <a:off x="2053" y="293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1" name="Rectangle 3927"/>
              <p:cNvSpPr/>
              <p:nvPr/>
            </p:nvSpPr>
            <p:spPr>
              <a:xfrm>
                <a:off x="2064" y="29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2" name="Rectangle 3928"/>
              <p:cNvSpPr/>
              <p:nvPr/>
            </p:nvSpPr>
            <p:spPr>
              <a:xfrm>
                <a:off x="2069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3" name="Rectangle 3929"/>
              <p:cNvSpPr/>
              <p:nvPr/>
            </p:nvSpPr>
            <p:spPr>
              <a:xfrm>
                <a:off x="2079" y="295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4" name="Rectangle 3930"/>
              <p:cNvSpPr/>
              <p:nvPr/>
            </p:nvSpPr>
            <p:spPr>
              <a:xfrm>
                <a:off x="2089" y="295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5" name="Rectangle 3931"/>
              <p:cNvSpPr/>
              <p:nvPr/>
            </p:nvSpPr>
            <p:spPr>
              <a:xfrm>
                <a:off x="2100" y="29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6" name="Rectangle 3932"/>
              <p:cNvSpPr/>
              <p:nvPr/>
            </p:nvSpPr>
            <p:spPr>
              <a:xfrm>
                <a:off x="2110" y="29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7" name="Rectangle 3933"/>
              <p:cNvSpPr/>
              <p:nvPr/>
            </p:nvSpPr>
            <p:spPr>
              <a:xfrm>
                <a:off x="2120" y="297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8" name="Rectangle 3934"/>
              <p:cNvSpPr/>
              <p:nvPr/>
            </p:nvSpPr>
            <p:spPr>
              <a:xfrm>
                <a:off x="2131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899" name="Rectangle 3935"/>
              <p:cNvSpPr/>
              <p:nvPr/>
            </p:nvSpPr>
            <p:spPr>
              <a:xfrm>
                <a:off x="2141" y="298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0" name="Rectangle 3936"/>
              <p:cNvSpPr/>
              <p:nvPr/>
            </p:nvSpPr>
            <p:spPr>
              <a:xfrm>
                <a:off x="2146" y="29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1" name="Rectangle 3937"/>
              <p:cNvSpPr/>
              <p:nvPr/>
            </p:nvSpPr>
            <p:spPr>
              <a:xfrm>
                <a:off x="2156" y="299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2" name="Rectangle 3938"/>
              <p:cNvSpPr/>
              <p:nvPr/>
            </p:nvSpPr>
            <p:spPr>
              <a:xfrm>
                <a:off x="2167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3" name="Rectangle 3939"/>
              <p:cNvSpPr/>
              <p:nvPr/>
            </p:nvSpPr>
            <p:spPr>
              <a:xfrm>
                <a:off x="2177" y="30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4" name="Rectangle 3940"/>
              <p:cNvSpPr/>
              <p:nvPr/>
            </p:nvSpPr>
            <p:spPr>
              <a:xfrm>
                <a:off x="2187" y="301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5" name="Rectangle 3941"/>
              <p:cNvSpPr/>
              <p:nvPr/>
            </p:nvSpPr>
            <p:spPr>
              <a:xfrm>
                <a:off x="2198" y="30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6" name="Rectangle 3942"/>
              <p:cNvSpPr/>
              <p:nvPr/>
            </p:nvSpPr>
            <p:spPr>
              <a:xfrm>
                <a:off x="2208" y="302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7" name="Rectangle 3943"/>
              <p:cNvSpPr/>
              <p:nvPr/>
            </p:nvSpPr>
            <p:spPr>
              <a:xfrm>
                <a:off x="2218" y="30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8" name="Rectangle 3944"/>
              <p:cNvSpPr/>
              <p:nvPr/>
            </p:nvSpPr>
            <p:spPr>
              <a:xfrm>
                <a:off x="2229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09" name="Rectangle 3945"/>
              <p:cNvSpPr/>
              <p:nvPr/>
            </p:nvSpPr>
            <p:spPr>
              <a:xfrm>
                <a:off x="2234" y="30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0" name="Rectangle 3946"/>
              <p:cNvSpPr/>
              <p:nvPr/>
            </p:nvSpPr>
            <p:spPr>
              <a:xfrm>
                <a:off x="2244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1" name="Rectangle 3947"/>
              <p:cNvSpPr/>
              <p:nvPr/>
            </p:nvSpPr>
            <p:spPr>
              <a:xfrm>
                <a:off x="2254" y="30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2" name="Rectangle 3948"/>
              <p:cNvSpPr/>
              <p:nvPr/>
            </p:nvSpPr>
            <p:spPr>
              <a:xfrm>
                <a:off x="2265" y="30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3" name="Rectangle 3949"/>
              <p:cNvSpPr/>
              <p:nvPr/>
            </p:nvSpPr>
            <p:spPr>
              <a:xfrm>
                <a:off x="2275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4" name="Rectangle 3950"/>
              <p:cNvSpPr/>
              <p:nvPr/>
            </p:nvSpPr>
            <p:spPr>
              <a:xfrm>
                <a:off x="2285" y="306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5" name="Rectangle 3951"/>
              <p:cNvSpPr/>
              <p:nvPr/>
            </p:nvSpPr>
            <p:spPr>
              <a:xfrm>
                <a:off x="2296" y="30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6" name="Rectangle 3952"/>
              <p:cNvSpPr/>
              <p:nvPr/>
            </p:nvSpPr>
            <p:spPr>
              <a:xfrm>
                <a:off x="2306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7" name="Rectangle 3953"/>
              <p:cNvSpPr/>
              <p:nvPr/>
            </p:nvSpPr>
            <p:spPr>
              <a:xfrm>
                <a:off x="2311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8" name="Rectangle 3954"/>
              <p:cNvSpPr/>
              <p:nvPr/>
            </p:nvSpPr>
            <p:spPr>
              <a:xfrm>
                <a:off x="2321" y="308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19" name="Rectangle 3955"/>
              <p:cNvSpPr/>
              <p:nvPr/>
            </p:nvSpPr>
            <p:spPr>
              <a:xfrm>
                <a:off x="2332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0" name="Rectangle 3956"/>
              <p:cNvSpPr/>
              <p:nvPr/>
            </p:nvSpPr>
            <p:spPr>
              <a:xfrm>
                <a:off x="2342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1" name="Rectangle 3957"/>
              <p:cNvSpPr/>
              <p:nvPr/>
            </p:nvSpPr>
            <p:spPr>
              <a:xfrm>
                <a:off x="2352" y="309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2" name="Rectangle 3958"/>
              <p:cNvSpPr/>
              <p:nvPr/>
            </p:nvSpPr>
            <p:spPr>
              <a:xfrm>
                <a:off x="2363" y="31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3" name="Rectangle 3959"/>
              <p:cNvSpPr/>
              <p:nvPr/>
            </p:nvSpPr>
            <p:spPr>
              <a:xfrm>
                <a:off x="2373" y="31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4" name="Rectangle 3960"/>
              <p:cNvSpPr/>
              <p:nvPr/>
            </p:nvSpPr>
            <p:spPr>
              <a:xfrm>
                <a:off x="2383" y="31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5" name="Rectangle 3961"/>
              <p:cNvSpPr/>
              <p:nvPr/>
            </p:nvSpPr>
            <p:spPr>
              <a:xfrm>
                <a:off x="2388" y="311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6" name="Rectangle 3962"/>
              <p:cNvSpPr/>
              <p:nvPr/>
            </p:nvSpPr>
            <p:spPr>
              <a:xfrm>
                <a:off x="2399" y="312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7" name="Rectangle 3963"/>
              <p:cNvSpPr/>
              <p:nvPr/>
            </p:nvSpPr>
            <p:spPr>
              <a:xfrm>
                <a:off x="2409" y="31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8" name="Rectangle 3964"/>
              <p:cNvSpPr/>
              <p:nvPr/>
            </p:nvSpPr>
            <p:spPr>
              <a:xfrm>
                <a:off x="2419" y="313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29" name="Rectangle 3965"/>
              <p:cNvSpPr/>
              <p:nvPr/>
            </p:nvSpPr>
            <p:spPr>
              <a:xfrm>
                <a:off x="2430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0" name="Rectangle 3966"/>
              <p:cNvSpPr/>
              <p:nvPr/>
            </p:nvSpPr>
            <p:spPr>
              <a:xfrm>
                <a:off x="2440" y="314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1" name="Rectangle 3967"/>
              <p:cNvSpPr/>
              <p:nvPr/>
            </p:nvSpPr>
            <p:spPr>
              <a:xfrm>
                <a:off x="2450" y="314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2" name="Rectangle 3968"/>
              <p:cNvSpPr/>
              <p:nvPr/>
            </p:nvSpPr>
            <p:spPr>
              <a:xfrm>
                <a:off x="2461" y="315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3" name="Rectangle 3969"/>
              <p:cNvSpPr/>
              <p:nvPr/>
            </p:nvSpPr>
            <p:spPr>
              <a:xfrm>
                <a:off x="2466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4" name="Rectangle 3970"/>
              <p:cNvSpPr/>
              <p:nvPr/>
            </p:nvSpPr>
            <p:spPr>
              <a:xfrm>
                <a:off x="2476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5" name="Rectangle 3971"/>
              <p:cNvSpPr/>
              <p:nvPr/>
            </p:nvSpPr>
            <p:spPr>
              <a:xfrm>
                <a:off x="2486" y="31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6" name="Rectangle 3972"/>
              <p:cNvSpPr/>
              <p:nvPr/>
            </p:nvSpPr>
            <p:spPr>
              <a:xfrm>
                <a:off x="2497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7" name="Rectangle 3973"/>
              <p:cNvSpPr/>
              <p:nvPr/>
            </p:nvSpPr>
            <p:spPr>
              <a:xfrm>
                <a:off x="2507" y="31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8" name="Rectangle 3974"/>
              <p:cNvSpPr/>
              <p:nvPr/>
            </p:nvSpPr>
            <p:spPr>
              <a:xfrm>
                <a:off x="2517" y="318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39" name="Rectangle 3975"/>
              <p:cNvSpPr/>
              <p:nvPr/>
            </p:nvSpPr>
            <p:spPr>
              <a:xfrm>
                <a:off x="2528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0" name="Rectangle 3976"/>
              <p:cNvSpPr/>
              <p:nvPr/>
            </p:nvSpPr>
            <p:spPr>
              <a:xfrm>
                <a:off x="2538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1" name="Rectangle 3977"/>
              <p:cNvSpPr/>
              <p:nvPr/>
            </p:nvSpPr>
            <p:spPr>
              <a:xfrm>
                <a:off x="2543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2" name="Rectangle 3978"/>
              <p:cNvSpPr/>
              <p:nvPr/>
            </p:nvSpPr>
            <p:spPr>
              <a:xfrm>
                <a:off x="2553" y="320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3" name="Rectangle 3979"/>
              <p:cNvSpPr/>
              <p:nvPr/>
            </p:nvSpPr>
            <p:spPr>
              <a:xfrm>
                <a:off x="2564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4" name="Rectangle 3980"/>
              <p:cNvSpPr/>
              <p:nvPr/>
            </p:nvSpPr>
            <p:spPr>
              <a:xfrm>
                <a:off x="2574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5" name="Rectangle 3981"/>
              <p:cNvSpPr/>
              <p:nvPr/>
            </p:nvSpPr>
            <p:spPr>
              <a:xfrm>
                <a:off x="2584" y="322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6" name="Rectangle 3982"/>
              <p:cNvSpPr/>
              <p:nvPr/>
            </p:nvSpPr>
            <p:spPr>
              <a:xfrm>
                <a:off x="2595" y="322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7" name="Rectangle 3983"/>
              <p:cNvSpPr/>
              <p:nvPr/>
            </p:nvSpPr>
            <p:spPr>
              <a:xfrm>
                <a:off x="2605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8" name="Rectangle 3984"/>
              <p:cNvSpPr/>
              <p:nvPr/>
            </p:nvSpPr>
            <p:spPr>
              <a:xfrm>
                <a:off x="2615" y="32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49" name="Rectangle 3985"/>
              <p:cNvSpPr/>
              <p:nvPr/>
            </p:nvSpPr>
            <p:spPr>
              <a:xfrm>
                <a:off x="2620" y="324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0" name="Rectangle 3986"/>
              <p:cNvSpPr/>
              <p:nvPr/>
            </p:nvSpPr>
            <p:spPr>
              <a:xfrm>
                <a:off x="2631" y="324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1" name="Rectangle 3987"/>
              <p:cNvSpPr/>
              <p:nvPr/>
            </p:nvSpPr>
            <p:spPr>
              <a:xfrm>
                <a:off x="2641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2" name="Rectangle 3988"/>
              <p:cNvSpPr/>
              <p:nvPr/>
            </p:nvSpPr>
            <p:spPr>
              <a:xfrm>
                <a:off x="2651" y="325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3" name="Rectangle 3989"/>
              <p:cNvSpPr/>
              <p:nvPr/>
            </p:nvSpPr>
            <p:spPr>
              <a:xfrm>
                <a:off x="2662" y="3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4" name="Rectangle 3990"/>
              <p:cNvSpPr/>
              <p:nvPr/>
            </p:nvSpPr>
            <p:spPr>
              <a:xfrm>
                <a:off x="2672" y="32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5" name="Rectangle 3991"/>
              <p:cNvSpPr/>
              <p:nvPr/>
            </p:nvSpPr>
            <p:spPr>
              <a:xfrm>
                <a:off x="2682" y="327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6" name="Rectangle 3992"/>
              <p:cNvSpPr/>
              <p:nvPr/>
            </p:nvSpPr>
            <p:spPr>
              <a:xfrm>
                <a:off x="2693" y="327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7" name="Rectangle 3993"/>
              <p:cNvSpPr/>
              <p:nvPr/>
            </p:nvSpPr>
            <p:spPr>
              <a:xfrm>
                <a:off x="2698" y="32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8" name="Rectangle 3994"/>
              <p:cNvSpPr/>
              <p:nvPr/>
            </p:nvSpPr>
            <p:spPr>
              <a:xfrm>
                <a:off x="2708" y="32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59" name="Rectangle 3995"/>
              <p:cNvSpPr/>
              <p:nvPr/>
            </p:nvSpPr>
            <p:spPr>
              <a:xfrm>
                <a:off x="2718" y="329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0" name="Rectangle 3996"/>
              <p:cNvSpPr/>
              <p:nvPr/>
            </p:nvSpPr>
            <p:spPr>
              <a:xfrm>
                <a:off x="2729" y="3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1" name="Rectangle 3997"/>
              <p:cNvSpPr/>
              <p:nvPr/>
            </p:nvSpPr>
            <p:spPr>
              <a:xfrm>
                <a:off x="2739" y="33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2" name="Rectangle 3998"/>
              <p:cNvSpPr/>
              <p:nvPr/>
            </p:nvSpPr>
            <p:spPr>
              <a:xfrm>
                <a:off x="2749" y="330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3" name="Rectangle 3999"/>
              <p:cNvSpPr/>
              <p:nvPr/>
            </p:nvSpPr>
            <p:spPr>
              <a:xfrm>
                <a:off x="2760" y="331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4" name="Rectangle 4000"/>
              <p:cNvSpPr/>
              <p:nvPr/>
            </p:nvSpPr>
            <p:spPr>
              <a:xfrm>
                <a:off x="2770" y="331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5" name="Rectangle 4001"/>
              <p:cNvSpPr/>
              <p:nvPr/>
            </p:nvSpPr>
            <p:spPr>
              <a:xfrm>
                <a:off x="2775" y="33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6" name="Rectangle 4002"/>
              <p:cNvSpPr/>
              <p:nvPr/>
            </p:nvSpPr>
            <p:spPr>
              <a:xfrm>
                <a:off x="2785" y="3329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7" name="Rectangle 4003"/>
              <p:cNvSpPr/>
              <p:nvPr/>
            </p:nvSpPr>
            <p:spPr>
              <a:xfrm>
                <a:off x="2796" y="3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8" name="Rectangle 4004"/>
              <p:cNvSpPr/>
              <p:nvPr/>
            </p:nvSpPr>
            <p:spPr>
              <a:xfrm>
                <a:off x="2806" y="33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69" name="Rectangle 4005"/>
              <p:cNvSpPr/>
              <p:nvPr/>
            </p:nvSpPr>
            <p:spPr>
              <a:xfrm>
                <a:off x="2816" y="33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0" name="Rectangle 4006"/>
              <p:cNvSpPr/>
              <p:nvPr/>
            </p:nvSpPr>
            <p:spPr>
              <a:xfrm>
                <a:off x="2827" y="33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1" name="Rectangle 4007"/>
              <p:cNvSpPr/>
              <p:nvPr/>
            </p:nvSpPr>
            <p:spPr>
              <a:xfrm>
                <a:off x="2837" y="33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2" name="Rectangle 4008"/>
              <p:cNvSpPr/>
              <p:nvPr/>
            </p:nvSpPr>
            <p:spPr>
              <a:xfrm>
                <a:off x="2847" y="336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3" name="Rectangle 4009"/>
              <p:cNvSpPr/>
              <p:nvPr/>
            </p:nvSpPr>
            <p:spPr>
              <a:xfrm>
                <a:off x="1522" y="26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4" name="Rectangle 4010"/>
              <p:cNvSpPr/>
              <p:nvPr/>
            </p:nvSpPr>
            <p:spPr>
              <a:xfrm>
                <a:off x="1527" y="2650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5" name="Rectangle 4011"/>
              <p:cNvSpPr/>
              <p:nvPr/>
            </p:nvSpPr>
            <p:spPr>
              <a:xfrm>
                <a:off x="1533" y="264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6" name="Rectangle 4012"/>
              <p:cNvSpPr/>
              <p:nvPr/>
            </p:nvSpPr>
            <p:spPr>
              <a:xfrm>
                <a:off x="1543" y="263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7" name="Rectangle 4013"/>
              <p:cNvSpPr/>
              <p:nvPr/>
            </p:nvSpPr>
            <p:spPr>
              <a:xfrm>
                <a:off x="1548" y="26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8" name="Rectangle 4014"/>
              <p:cNvSpPr/>
              <p:nvPr/>
            </p:nvSpPr>
            <p:spPr>
              <a:xfrm>
                <a:off x="1553" y="262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79" name="Rectangle 4015"/>
              <p:cNvSpPr/>
              <p:nvPr/>
            </p:nvSpPr>
            <p:spPr>
              <a:xfrm>
                <a:off x="1558" y="262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0" name="Rectangle 4016"/>
              <p:cNvSpPr/>
              <p:nvPr/>
            </p:nvSpPr>
            <p:spPr>
              <a:xfrm>
                <a:off x="1564" y="26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1" name="Rectangle 4017"/>
              <p:cNvSpPr/>
              <p:nvPr/>
            </p:nvSpPr>
            <p:spPr>
              <a:xfrm>
                <a:off x="1574" y="261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2" name="Rectangle 4018"/>
              <p:cNvSpPr/>
              <p:nvPr/>
            </p:nvSpPr>
            <p:spPr>
              <a:xfrm>
                <a:off x="1579" y="2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3" name="Rectangle 4019"/>
              <p:cNvSpPr/>
              <p:nvPr/>
            </p:nvSpPr>
            <p:spPr>
              <a:xfrm>
                <a:off x="1584" y="2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4" name="Rectangle 4020"/>
              <p:cNvSpPr/>
              <p:nvPr/>
            </p:nvSpPr>
            <p:spPr>
              <a:xfrm>
                <a:off x="1589" y="259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5" name="Rectangle 4021"/>
              <p:cNvSpPr/>
              <p:nvPr/>
            </p:nvSpPr>
            <p:spPr>
              <a:xfrm>
                <a:off x="1600" y="25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6" name="Rectangle 4022"/>
              <p:cNvSpPr/>
              <p:nvPr/>
            </p:nvSpPr>
            <p:spPr>
              <a:xfrm>
                <a:off x="1605" y="25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7" name="Rectangle 4023"/>
              <p:cNvSpPr/>
              <p:nvPr/>
            </p:nvSpPr>
            <p:spPr>
              <a:xfrm>
                <a:off x="1440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8" name="Rectangle 4024"/>
              <p:cNvSpPr/>
              <p:nvPr/>
            </p:nvSpPr>
            <p:spPr>
              <a:xfrm>
                <a:off x="1445" y="27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989" name="Rectangle 4025"/>
              <p:cNvSpPr/>
              <p:nvPr/>
            </p:nvSpPr>
            <p:spPr>
              <a:xfrm>
                <a:off x="1455" y="272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8" name="Group 4026"/>
            <p:cNvGrpSpPr/>
            <p:nvPr/>
          </p:nvGrpSpPr>
          <p:grpSpPr>
            <a:xfrm>
              <a:off x="1357" y="2732"/>
              <a:ext cx="1418" cy="762"/>
              <a:chOff x="1357" y="2732"/>
              <a:chExt cx="1418" cy="762"/>
            </a:xfrm>
          </p:grpSpPr>
          <p:sp>
            <p:nvSpPr>
              <p:cNvPr id="29590" name="Rectangle 4027"/>
              <p:cNvSpPr/>
              <p:nvPr/>
            </p:nvSpPr>
            <p:spPr>
              <a:xfrm>
                <a:off x="1466" y="27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91" name="Rectangle 4028"/>
              <p:cNvSpPr/>
              <p:nvPr/>
            </p:nvSpPr>
            <p:spPr>
              <a:xfrm>
                <a:off x="1476" y="27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92" name="Rectangle 4029"/>
              <p:cNvSpPr/>
              <p:nvPr/>
            </p:nvSpPr>
            <p:spPr>
              <a:xfrm>
                <a:off x="1486" y="274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93" name="Rectangle 4030"/>
              <p:cNvSpPr/>
              <p:nvPr/>
            </p:nvSpPr>
            <p:spPr>
              <a:xfrm>
                <a:off x="1497" y="274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94" name="Rectangle 4031"/>
              <p:cNvSpPr/>
              <p:nvPr/>
            </p:nvSpPr>
            <p:spPr>
              <a:xfrm>
                <a:off x="1507" y="27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95" name="Rectangle 4032"/>
              <p:cNvSpPr/>
              <p:nvPr/>
            </p:nvSpPr>
            <p:spPr>
              <a:xfrm>
                <a:off x="1517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96" name="Rectangle 4033"/>
              <p:cNvSpPr/>
              <p:nvPr/>
            </p:nvSpPr>
            <p:spPr>
              <a:xfrm>
                <a:off x="1522" y="276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97" name="Rectangle 4034"/>
              <p:cNvSpPr/>
              <p:nvPr/>
            </p:nvSpPr>
            <p:spPr>
              <a:xfrm>
                <a:off x="1533" y="27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98" name="Rectangle 4035"/>
              <p:cNvSpPr/>
              <p:nvPr/>
            </p:nvSpPr>
            <p:spPr>
              <a:xfrm>
                <a:off x="1543" y="2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99" name="Rectangle 4036"/>
              <p:cNvSpPr/>
              <p:nvPr/>
            </p:nvSpPr>
            <p:spPr>
              <a:xfrm>
                <a:off x="1553" y="277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0" name="Rectangle 4037"/>
              <p:cNvSpPr/>
              <p:nvPr/>
            </p:nvSpPr>
            <p:spPr>
              <a:xfrm>
                <a:off x="1564" y="278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1" name="Rectangle 4038"/>
              <p:cNvSpPr/>
              <p:nvPr/>
            </p:nvSpPr>
            <p:spPr>
              <a:xfrm>
                <a:off x="1574" y="27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2" name="Rectangle 4039"/>
              <p:cNvSpPr/>
              <p:nvPr/>
            </p:nvSpPr>
            <p:spPr>
              <a:xfrm>
                <a:off x="1584" y="279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3" name="Rectangle 4040"/>
              <p:cNvSpPr/>
              <p:nvPr/>
            </p:nvSpPr>
            <p:spPr>
              <a:xfrm>
                <a:off x="1589" y="279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4" name="Rectangle 4041"/>
              <p:cNvSpPr/>
              <p:nvPr/>
            </p:nvSpPr>
            <p:spPr>
              <a:xfrm>
                <a:off x="1600" y="28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5" name="Rectangle 4042"/>
              <p:cNvSpPr/>
              <p:nvPr/>
            </p:nvSpPr>
            <p:spPr>
              <a:xfrm>
                <a:off x="1610" y="28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6" name="Rectangle 4043"/>
              <p:cNvSpPr/>
              <p:nvPr/>
            </p:nvSpPr>
            <p:spPr>
              <a:xfrm>
                <a:off x="1620" y="281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7" name="Rectangle 4044"/>
              <p:cNvSpPr/>
              <p:nvPr/>
            </p:nvSpPr>
            <p:spPr>
              <a:xfrm>
                <a:off x="1631" y="28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8" name="Rectangle 4045"/>
              <p:cNvSpPr/>
              <p:nvPr/>
            </p:nvSpPr>
            <p:spPr>
              <a:xfrm>
                <a:off x="1641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09" name="Rectangle 4046"/>
              <p:cNvSpPr/>
              <p:nvPr/>
            </p:nvSpPr>
            <p:spPr>
              <a:xfrm>
                <a:off x="1651" y="283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0" name="Rectangle 4047"/>
              <p:cNvSpPr/>
              <p:nvPr/>
            </p:nvSpPr>
            <p:spPr>
              <a:xfrm>
                <a:off x="1662" y="28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1" name="Rectangle 4048"/>
              <p:cNvSpPr/>
              <p:nvPr/>
            </p:nvSpPr>
            <p:spPr>
              <a:xfrm>
                <a:off x="1667" y="28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2" name="Rectangle 4049"/>
              <p:cNvSpPr/>
              <p:nvPr/>
            </p:nvSpPr>
            <p:spPr>
              <a:xfrm>
                <a:off x="1677" y="28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3" name="Rectangle 4050"/>
              <p:cNvSpPr/>
              <p:nvPr/>
            </p:nvSpPr>
            <p:spPr>
              <a:xfrm>
                <a:off x="1687" y="285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4" name="Rectangle 4051"/>
              <p:cNvSpPr/>
              <p:nvPr/>
            </p:nvSpPr>
            <p:spPr>
              <a:xfrm>
                <a:off x="1698" y="28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5" name="Rectangle 4052"/>
              <p:cNvSpPr/>
              <p:nvPr/>
            </p:nvSpPr>
            <p:spPr>
              <a:xfrm>
                <a:off x="1708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6" name="Rectangle 4053"/>
              <p:cNvSpPr/>
              <p:nvPr/>
            </p:nvSpPr>
            <p:spPr>
              <a:xfrm>
                <a:off x="1718" y="286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7" name="Rectangle 4054"/>
              <p:cNvSpPr/>
              <p:nvPr/>
            </p:nvSpPr>
            <p:spPr>
              <a:xfrm>
                <a:off x="1729" y="28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8" name="Rectangle 4055"/>
              <p:cNvSpPr/>
              <p:nvPr/>
            </p:nvSpPr>
            <p:spPr>
              <a:xfrm>
                <a:off x="1739" y="28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19" name="Rectangle 4056"/>
              <p:cNvSpPr/>
              <p:nvPr/>
            </p:nvSpPr>
            <p:spPr>
              <a:xfrm>
                <a:off x="1744" y="28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0" name="Rectangle 4057"/>
              <p:cNvSpPr/>
              <p:nvPr/>
            </p:nvSpPr>
            <p:spPr>
              <a:xfrm>
                <a:off x="1754" y="288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1" name="Rectangle 4058"/>
              <p:cNvSpPr/>
              <p:nvPr/>
            </p:nvSpPr>
            <p:spPr>
              <a:xfrm>
                <a:off x="1765" y="28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2" name="Rectangle 4059"/>
              <p:cNvSpPr/>
              <p:nvPr/>
            </p:nvSpPr>
            <p:spPr>
              <a:xfrm>
                <a:off x="1775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3" name="Rectangle 4060"/>
              <p:cNvSpPr/>
              <p:nvPr/>
            </p:nvSpPr>
            <p:spPr>
              <a:xfrm>
                <a:off x="1785" y="290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4" name="Rectangle 4061"/>
              <p:cNvSpPr/>
              <p:nvPr/>
            </p:nvSpPr>
            <p:spPr>
              <a:xfrm>
                <a:off x="1796" y="29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5" name="Rectangle 4062"/>
              <p:cNvSpPr/>
              <p:nvPr/>
            </p:nvSpPr>
            <p:spPr>
              <a:xfrm>
                <a:off x="1806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6" name="Rectangle 4063"/>
              <p:cNvSpPr/>
              <p:nvPr/>
            </p:nvSpPr>
            <p:spPr>
              <a:xfrm>
                <a:off x="1811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7" name="Rectangle 4064"/>
              <p:cNvSpPr/>
              <p:nvPr/>
            </p:nvSpPr>
            <p:spPr>
              <a:xfrm>
                <a:off x="1821" y="292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8" name="Rectangle 4065"/>
              <p:cNvSpPr/>
              <p:nvPr/>
            </p:nvSpPr>
            <p:spPr>
              <a:xfrm>
                <a:off x="1832" y="29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29" name="Rectangle 4066"/>
              <p:cNvSpPr/>
              <p:nvPr/>
            </p:nvSpPr>
            <p:spPr>
              <a:xfrm>
                <a:off x="1842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0" name="Rectangle 4067"/>
              <p:cNvSpPr/>
              <p:nvPr/>
            </p:nvSpPr>
            <p:spPr>
              <a:xfrm>
                <a:off x="1852" y="293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1" name="Rectangle 4068"/>
              <p:cNvSpPr/>
              <p:nvPr/>
            </p:nvSpPr>
            <p:spPr>
              <a:xfrm>
                <a:off x="1863" y="29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2" name="Rectangle 4069"/>
              <p:cNvSpPr/>
              <p:nvPr/>
            </p:nvSpPr>
            <p:spPr>
              <a:xfrm>
                <a:off x="1873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3" name="Rectangle 4070"/>
              <p:cNvSpPr/>
              <p:nvPr/>
            </p:nvSpPr>
            <p:spPr>
              <a:xfrm>
                <a:off x="1883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4" name="Rectangle 4071"/>
              <p:cNvSpPr/>
              <p:nvPr/>
            </p:nvSpPr>
            <p:spPr>
              <a:xfrm>
                <a:off x="1888" y="295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5" name="Rectangle 4072"/>
              <p:cNvSpPr/>
              <p:nvPr/>
            </p:nvSpPr>
            <p:spPr>
              <a:xfrm>
                <a:off x="1899" y="29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6" name="Rectangle 4073"/>
              <p:cNvSpPr/>
              <p:nvPr/>
            </p:nvSpPr>
            <p:spPr>
              <a:xfrm>
                <a:off x="1909" y="29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7" name="Rectangle 4074"/>
              <p:cNvSpPr/>
              <p:nvPr/>
            </p:nvSpPr>
            <p:spPr>
              <a:xfrm>
                <a:off x="1919" y="297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8" name="Rectangle 4075"/>
              <p:cNvSpPr/>
              <p:nvPr/>
            </p:nvSpPr>
            <p:spPr>
              <a:xfrm>
                <a:off x="1930" y="29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39" name="Rectangle 4076"/>
              <p:cNvSpPr/>
              <p:nvPr/>
            </p:nvSpPr>
            <p:spPr>
              <a:xfrm>
                <a:off x="1940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0" name="Rectangle 4077"/>
              <p:cNvSpPr/>
              <p:nvPr/>
            </p:nvSpPr>
            <p:spPr>
              <a:xfrm>
                <a:off x="1950" y="299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1" name="Rectangle 4078"/>
              <p:cNvSpPr/>
              <p:nvPr/>
            </p:nvSpPr>
            <p:spPr>
              <a:xfrm>
                <a:off x="1961" y="29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2" name="Rectangle 4079"/>
              <p:cNvSpPr/>
              <p:nvPr/>
            </p:nvSpPr>
            <p:spPr>
              <a:xfrm>
                <a:off x="1966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3" name="Rectangle 4080"/>
              <p:cNvSpPr/>
              <p:nvPr/>
            </p:nvSpPr>
            <p:spPr>
              <a:xfrm>
                <a:off x="1976" y="30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4" name="Rectangle 4081"/>
              <p:cNvSpPr/>
              <p:nvPr/>
            </p:nvSpPr>
            <p:spPr>
              <a:xfrm>
                <a:off x="1986" y="301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5" name="Rectangle 4082"/>
              <p:cNvSpPr/>
              <p:nvPr/>
            </p:nvSpPr>
            <p:spPr>
              <a:xfrm>
                <a:off x="1997" y="30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6" name="Rectangle 4083"/>
              <p:cNvSpPr/>
              <p:nvPr/>
            </p:nvSpPr>
            <p:spPr>
              <a:xfrm>
                <a:off x="2007" y="302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7" name="Rectangle 4084"/>
              <p:cNvSpPr/>
              <p:nvPr/>
            </p:nvSpPr>
            <p:spPr>
              <a:xfrm>
                <a:off x="2017" y="302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8" name="Rectangle 4085"/>
              <p:cNvSpPr/>
              <p:nvPr/>
            </p:nvSpPr>
            <p:spPr>
              <a:xfrm>
                <a:off x="2028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49" name="Rectangle 4086"/>
              <p:cNvSpPr/>
              <p:nvPr/>
            </p:nvSpPr>
            <p:spPr>
              <a:xfrm>
                <a:off x="2033" y="30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0" name="Rectangle 4087"/>
              <p:cNvSpPr/>
              <p:nvPr/>
            </p:nvSpPr>
            <p:spPr>
              <a:xfrm>
                <a:off x="2043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1" name="Rectangle 4088"/>
              <p:cNvSpPr/>
              <p:nvPr/>
            </p:nvSpPr>
            <p:spPr>
              <a:xfrm>
                <a:off x="2053" y="30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2" name="Rectangle 4089"/>
              <p:cNvSpPr/>
              <p:nvPr/>
            </p:nvSpPr>
            <p:spPr>
              <a:xfrm>
                <a:off x="2064" y="30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3" name="Rectangle 4090"/>
              <p:cNvSpPr/>
              <p:nvPr/>
            </p:nvSpPr>
            <p:spPr>
              <a:xfrm>
                <a:off x="2074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4" name="Rectangle 4091"/>
              <p:cNvSpPr/>
              <p:nvPr/>
            </p:nvSpPr>
            <p:spPr>
              <a:xfrm>
                <a:off x="2084" y="306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5" name="Rectangle 4092"/>
              <p:cNvSpPr/>
              <p:nvPr/>
            </p:nvSpPr>
            <p:spPr>
              <a:xfrm>
                <a:off x="2095" y="30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6" name="Rectangle 4093"/>
              <p:cNvSpPr/>
              <p:nvPr/>
            </p:nvSpPr>
            <p:spPr>
              <a:xfrm>
                <a:off x="2105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7" name="Rectangle 4094"/>
              <p:cNvSpPr/>
              <p:nvPr/>
            </p:nvSpPr>
            <p:spPr>
              <a:xfrm>
                <a:off x="2110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8" name="Rectangle 4095"/>
              <p:cNvSpPr/>
              <p:nvPr/>
            </p:nvSpPr>
            <p:spPr>
              <a:xfrm>
                <a:off x="2120" y="308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59" name="Rectangle 4096"/>
              <p:cNvSpPr/>
              <p:nvPr/>
            </p:nvSpPr>
            <p:spPr>
              <a:xfrm>
                <a:off x="2131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0" name="Rectangle 4097"/>
              <p:cNvSpPr/>
              <p:nvPr/>
            </p:nvSpPr>
            <p:spPr>
              <a:xfrm>
                <a:off x="2141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1" name="Rectangle 4098"/>
              <p:cNvSpPr/>
              <p:nvPr/>
            </p:nvSpPr>
            <p:spPr>
              <a:xfrm>
                <a:off x="2151" y="309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2" name="Rectangle 4099"/>
              <p:cNvSpPr/>
              <p:nvPr/>
            </p:nvSpPr>
            <p:spPr>
              <a:xfrm>
                <a:off x="2162" y="31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3" name="Rectangle 4100"/>
              <p:cNvSpPr/>
              <p:nvPr/>
            </p:nvSpPr>
            <p:spPr>
              <a:xfrm>
                <a:off x="2172" y="31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4" name="Rectangle 4101"/>
              <p:cNvSpPr/>
              <p:nvPr/>
            </p:nvSpPr>
            <p:spPr>
              <a:xfrm>
                <a:off x="2182" y="31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5" name="Rectangle 4102"/>
              <p:cNvSpPr/>
              <p:nvPr/>
            </p:nvSpPr>
            <p:spPr>
              <a:xfrm>
                <a:off x="2187" y="311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6" name="Rectangle 4103"/>
              <p:cNvSpPr/>
              <p:nvPr/>
            </p:nvSpPr>
            <p:spPr>
              <a:xfrm>
                <a:off x="2198" y="312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7" name="Rectangle 4104"/>
              <p:cNvSpPr/>
              <p:nvPr/>
            </p:nvSpPr>
            <p:spPr>
              <a:xfrm>
                <a:off x="2208" y="31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8" name="Rectangle 4105"/>
              <p:cNvSpPr/>
              <p:nvPr/>
            </p:nvSpPr>
            <p:spPr>
              <a:xfrm>
                <a:off x="2218" y="313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69" name="Rectangle 4106"/>
              <p:cNvSpPr/>
              <p:nvPr/>
            </p:nvSpPr>
            <p:spPr>
              <a:xfrm>
                <a:off x="2229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0" name="Rectangle 4107"/>
              <p:cNvSpPr/>
              <p:nvPr/>
            </p:nvSpPr>
            <p:spPr>
              <a:xfrm>
                <a:off x="2239" y="314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1" name="Rectangle 4108"/>
              <p:cNvSpPr/>
              <p:nvPr/>
            </p:nvSpPr>
            <p:spPr>
              <a:xfrm>
                <a:off x="2249" y="314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2" name="Rectangle 4109"/>
              <p:cNvSpPr/>
              <p:nvPr/>
            </p:nvSpPr>
            <p:spPr>
              <a:xfrm>
                <a:off x="2254" y="315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3" name="Rectangle 4110"/>
              <p:cNvSpPr/>
              <p:nvPr/>
            </p:nvSpPr>
            <p:spPr>
              <a:xfrm>
                <a:off x="2265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4" name="Rectangle 4111"/>
              <p:cNvSpPr/>
              <p:nvPr/>
            </p:nvSpPr>
            <p:spPr>
              <a:xfrm>
                <a:off x="2275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5" name="Rectangle 4112"/>
              <p:cNvSpPr/>
              <p:nvPr/>
            </p:nvSpPr>
            <p:spPr>
              <a:xfrm>
                <a:off x="2285" y="31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6" name="Rectangle 4113"/>
              <p:cNvSpPr/>
              <p:nvPr/>
            </p:nvSpPr>
            <p:spPr>
              <a:xfrm>
                <a:off x="2296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7" name="Rectangle 4114"/>
              <p:cNvSpPr/>
              <p:nvPr/>
            </p:nvSpPr>
            <p:spPr>
              <a:xfrm>
                <a:off x="2306" y="31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8" name="Rectangle 4115"/>
              <p:cNvSpPr/>
              <p:nvPr/>
            </p:nvSpPr>
            <p:spPr>
              <a:xfrm>
                <a:off x="2316" y="318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79" name="Rectangle 4116"/>
              <p:cNvSpPr/>
              <p:nvPr/>
            </p:nvSpPr>
            <p:spPr>
              <a:xfrm>
                <a:off x="2327" y="319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0" name="Rectangle 4117"/>
              <p:cNvSpPr/>
              <p:nvPr/>
            </p:nvSpPr>
            <p:spPr>
              <a:xfrm>
                <a:off x="2332" y="31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1" name="Rectangle 4118"/>
              <p:cNvSpPr/>
              <p:nvPr/>
            </p:nvSpPr>
            <p:spPr>
              <a:xfrm>
                <a:off x="2342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2" name="Rectangle 4119"/>
              <p:cNvSpPr/>
              <p:nvPr/>
            </p:nvSpPr>
            <p:spPr>
              <a:xfrm>
                <a:off x="2352" y="320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3" name="Rectangle 4120"/>
              <p:cNvSpPr/>
              <p:nvPr/>
            </p:nvSpPr>
            <p:spPr>
              <a:xfrm>
                <a:off x="2363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4" name="Rectangle 4121"/>
              <p:cNvSpPr/>
              <p:nvPr/>
            </p:nvSpPr>
            <p:spPr>
              <a:xfrm>
                <a:off x="2373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5" name="Rectangle 4122"/>
              <p:cNvSpPr/>
              <p:nvPr/>
            </p:nvSpPr>
            <p:spPr>
              <a:xfrm>
                <a:off x="2383" y="322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6" name="Rectangle 4123"/>
              <p:cNvSpPr/>
              <p:nvPr/>
            </p:nvSpPr>
            <p:spPr>
              <a:xfrm>
                <a:off x="2394" y="322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7" name="Rectangle 4124"/>
              <p:cNvSpPr/>
              <p:nvPr/>
            </p:nvSpPr>
            <p:spPr>
              <a:xfrm>
                <a:off x="2404" y="32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8" name="Rectangle 4125"/>
              <p:cNvSpPr/>
              <p:nvPr/>
            </p:nvSpPr>
            <p:spPr>
              <a:xfrm>
                <a:off x="2409" y="32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89" name="Rectangle 4126"/>
              <p:cNvSpPr/>
              <p:nvPr/>
            </p:nvSpPr>
            <p:spPr>
              <a:xfrm>
                <a:off x="2419" y="324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0" name="Rectangle 4127"/>
              <p:cNvSpPr/>
              <p:nvPr/>
            </p:nvSpPr>
            <p:spPr>
              <a:xfrm>
                <a:off x="2430" y="324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1" name="Rectangle 4128"/>
              <p:cNvSpPr/>
              <p:nvPr/>
            </p:nvSpPr>
            <p:spPr>
              <a:xfrm>
                <a:off x="2440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2" name="Rectangle 4129"/>
              <p:cNvSpPr/>
              <p:nvPr/>
            </p:nvSpPr>
            <p:spPr>
              <a:xfrm>
                <a:off x="2450" y="325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3" name="Rectangle 4130"/>
              <p:cNvSpPr/>
              <p:nvPr/>
            </p:nvSpPr>
            <p:spPr>
              <a:xfrm>
                <a:off x="2461" y="3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4" name="Rectangle 4131"/>
              <p:cNvSpPr/>
              <p:nvPr/>
            </p:nvSpPr>
            <p:spPr>
              <a:xfrm>
                <a:off x="2471" y="3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5" name="Rectangle 4132"/>
              <p:cNvSpPr/>
              <p:nvPr/>
            </p:nvSpPr>
            <p:spPr>
              <a:xfrm>
                <a:off x="2476" y="32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6" name="Rectangle 4133"/>
              <p:cNvSpPr/>
              <p:nvPr/>
            </p:nvSpPr>
            <p:spPr>
              <a:xfrm>
                <a:off x="2486" y="327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7" name="Rectangle 4134"/>
              <p:cNvSpPr/>
              <p:nvPr/>
            </p:nvSpPr>
            <p:spPr>
              <a:xfrm>
                <a:off x="2497" y="32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8" name="Rectangle 4135"/>
              <p:cNvSpPr/>
              <p:nvPr/>
            </p:nvSpPr>
            <p:spPr>
              <a:xfrm>
                <a:off x="2507" y="32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699" name="Rectangle 4136"/>
              <p:cNvSpPr/>
              <p:nvPr/>
            </p:nvSpPr>
            <p:spPr>
              <a:xfrm>
                <a:off x="2517" y="329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0" name="Rectangle 4137"/>
              <p:cNvSpPr/>
              <p:nvPr/>
            </p:nvSpPr>
            <p:spPr>
              <a:xfrm>
                <a:off x="2528" y="3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1" name="Rectangle 4138"/>
              <p:cNvSpPr/>
              <p:nvPr/>
            </p:nvSpPr>
            <p:spPr>
              <a:xfrm>
                <a:off x="2538" y="33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2" name="Rectangle 4139"/>
              <p:cNvSpPr/>
              <p:nvPr/>
            </p:nvSpPr>
            <p:spPr>
              <a:xfrm>
                <a:off x="2548" y="330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3" name="Rectangle 4140"/>
              <p:cNvSpPr/>
              <p:nvPr/>
            </p:nvSpPr>
            <p:spPr>
              <a:xfrm>
                <a:off x="2553" y="331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4" name="Rectangle 4141"/>
              <p:cNvSpPr/>
              <p:nvPr/>
            </p:nvSpPr>
            <p:spPr>
              <a:xfrm>
                <a:off x="2564" y="33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5" name="Rectangle 4142"/>
              <p:cNvSpPr/>
              <p:nvPr/>
            </p:nvSpPr>
            <p:spPr>
              <a:xfrm>
                <a:off x="2574" y="33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6" name="Rectangle 4143"/>
              <p:cNvSpPr/>
              <p:nvPr/>
            </p:nvSpPr>
            <p:spPr>
              <a:xfrm>
                <a:off x="2584" y="3329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7" name="Rectangle 4144"/>
              <p:cNvSpPr/>
              <p:nvPr/>
            </p:nvSpPr>
            <p:spPr>
              <a:xfrm>
                <a:off x="2595" y="3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8" name="Rectangle 4145"/>
              <p:cNvSpPr/>
              <p:nvPr/>
            </p:nvSpPr>
            <p:spPr>
              <a:xfrm>
                <a:off x="2605" y="33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09" name="Rectangle 4146"/>
              <p:cNvSpPr/>
              <p:nvPr/>
            </p:nvSpPr>
            <p:spPr>
              <a:xfrm>
                <a:off x="2615" y="33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0" name="Rectangle 4147"/>
              <p:cNvSpPr/>
              <p:nvPr/>
            </p:nvSpPr>
            <p:spPr>
              <a:xfrm>
                <a:off x="2626" y="335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1" name="Rectangle 4148"/>
              <p:cNvSpPr/>
              <p:nvPr/>
            </p:nvSpPr>
            <p:spPr>
              <a:xfrm>
                <a:off x="2631" y="33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2" name="Rectangle 4149"/>
              <p:cNvSpPr/>
              <p:nvPr/>
            </p:nvSpPr>
            <p:spPr>
              <a:xfrm>
                <a:off x="2641" y="336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3" name="Rectangle 4150"/>
              <p:cNvSpPr/>
              <p:nvPr/>
            </p:nvSpPr>
            <p:spPr>
              <a:xfrm>
                <a:off x="2651" y="336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4" name="Rectangle 4151"/>
              <p:cNvSpPr/>
              <p:nvPr/>
            </p:nvSpPr>
            <p:spPr>
              <a:xfrm>
                <a:off x="2662" y="3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5" name="Rectangle 4152"/>
              <p:cNvSpPr/>
              <p:nvPr/>
            </p:nvSpPr>
            <p:spPr>
              <a:xfrm>
                <a:off x="2672" y="33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6" name="Rectangle 4153"/>
              <p:cNvSpPr/>
              <p:nvPr/>
            </p:nvSpPr>
            <p:spPr>
              <a:xfrm>
                <a:off x="2682" y="338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7" name="Rectangle 4154"/>
              <p:cNvSpPr/>
              <p:nvPr/>
            </p:nvSpPr>
            <p:spPr>
              <a:xfrm>
                <a:off x="2693" y="338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8" name="Rectangle 4155"/>
              <p:cNvSpPr/>
              <p:nvPr/>
            </p:nvSpPr>
            <p:spPr>
              <a:xfrm>
                <a:off x="2698" y="33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19" name="Rectangle 4156"/>
              <p:cNvSpPr/>
              <p:nvPr/>
            </p:nvSpPr>
            <p:spPr>
              <a:xfrm>
                <a:off x="2708" y="339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0" name="Rectangle 4157"/>
              <p:cNvSpPr/>
              <p:nvPr/>
            </p:nvSpPr>
            <p:spPr>
              <a:xfrm>
                <a:off x="2718" y="340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1" name="Rectangle 4158"/>
              <p:cNvSpPr/>
              <p:nvPr/>
            </p:nvSpPr>
            <p:spPr>
              <a:xfrm>
                <a:off x="2729" y="34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2" name="Rectangle 4159"/>
              <p:cNvSpPr/>
              <p:nvPr/>
            </p:nvSpPr>
            <p:spPr>
              <a:xfrm>
                <a:off x="2739" y="34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3" name="Rectangle 4160"/>
              <p:cNvSpPr/>
              <p:nvPr/>
            </p:nvSpPr>
            <p:spPr>
              <a:xfrm>
                <a:off x="2749" y="341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4" name="Rectangle 4161"/>
              <p:cNvSpPr/>
              <p:nvPr/>
            </p:nvSpPr>
            <p:spPr>
              <a:xfrm>
                <a:off x="2760" y="34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5" name="Rectangle 4162"/>
              <p:cNvSpPr/>
              <p:nvPr/>
            </p:nvSpPr>
            <p:spPr>
              <a:xfrm>
                <a:off x="2770" y="342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6" name="Rectangle 4163"/>
              <p:cNvSpPr/>
              <p:nvPr/>
            </p:nvSpPr>
            <p:spPr>
              <a:xfrm>
                <a:off x="2687" y="348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7" name="Rectangle 4164"/>
              <p:cNvSpPr/>
              <p:nvPr/>
            </p:nvSpPr>
            <p:spPr>
              <a:xfrm>
                <a:off x="2693" y="348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8" name="Rectangle 4165"/>
              <p:cNvSpPr/>
              <p:nvPr/>
            </p:nvSpPr>
            <p:spPr>
              <a:xfrm>
                <a:off x="2698" y="34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29" name="Rectangle 4166"/>
              <p:cNvSpPr/>
              <p:nvPr/>
            </p:nvSpPr>
            <p:spPr>
              <a:xfrm>
                <a:off x="2708" y="347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0" name="Rectangle 4167"/>
              <p:cNvSpPr/>
              <p:nvPr/>
            </p:nvSpPr>
            <p:spPr>
              <a:xfrm>
                <a:off x="2713" y="346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1" name="Rectangle 4168"/>
              <p:cNvSpPr/>
              <p:nvPr/>
            </p:nvSpPr>
            <p:spPr>
              <a:xfrm>
                <a:off x="2718" y="346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2" name="Rectangle 4169"/>
              <p:cNvSpPr/>
              <p:nvPr/>
            </p:nvSpPr>
            <p:spPr>
              <a:xfrm>
                <a:off x="2729" y="34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3" name="Rectangle 4170"/>
              <p:cNvSpPr/>
              <p:nvPr/>
            </p:nvSpPr>
            <p:spPr>
              <a:xfrm>
                <a:off x="2734" y="34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4" name="Rectangle 4171"/>
              <p:cNvSpPr/>
              <p:nvPr/>
            </p:nvSpPr>
            <p:spPr>
              <a:xfrm>
                <a:off x="2739" y="34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5" name="Rectangle 4172"/>
              <p:cNvSpPr/>
              <p:nvPr/>
            </p:nvSpPr>
            <p:spPr>
              <a:xfrm>
                <a:off x="2749" y="34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6" name="Rectangle 4173"/>
              <p:cNvSpPr/>
              <p:nvPr/>
            </p:nvSpPr>
            <p:spPr>
              <a:xfrm>
                <a:off x="2754" y="343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7" name="Rectangle 4174"/>
              <p:cNvSpPr/>
              <p:nvPr/>
            </p:nvSpPr>
            <p:spPr>
              <a:xfrm>
                <a:off x="2760" y="34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8" name="Rectangle 4175"/>
              <p:cNvSpPr/>
              <p:nvPr/>
            </p:nvSpPr>
            <p:spPr>
              <a:xfrm>
                <a:off x="2770" y="342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39" name="Rectangle 4176"/>
              <p:cNvSpPr/>
              <p:nvPr/>
            </p:nvSpPr>
            <p:spPr>
              <a:xfrm>
                <a:off x="1357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0" name="Rectangle 4177"/>
              <p:cNvSpPr/>
              <p:nvPr/>
            </p:nvSpPr>
            <p:spPr>
              <a:xfrm>
                <a:off x="1362" y="278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1" name="Rectangle 4178"/>
              <p:cNvSpPr/>
              <p:nvPr/>
            </p:nvSpPr>
            <p:spPr>
              <a:xfrm>
                <a:off x="1373" y="27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2" name="Rectangle 4179"/>
              <p:cNvSpPr/>
              <p:nvPr/>
            </p:nvSpPr>
            <p:spPr>
              <a:xfrm>
                <a:off x="1383" y="27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3" name="Rectangle 4180"/>
              <p:cNvSpPr/>
              <p:nvPr/>
            </p:nvSpPr>
            <p:spPr>
              <a:xfrm>
                <a:off x="1393" y="280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4" name="Rectangle 4181"/>
              <p:cNvSpPr/>
              <p:nvPr/>
            </p:nvSpPr>
            <p:spPr>
              <a:xfrm>
                <a:off x="1404" y="28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5" name="Rectangle 4182"/>
              <p:cNvSpPr/>
              <p:nvPr/>
            </p:nvSpPr>
            <p:spPr>
              <a:xfrm>
                <a:off x="1414" y="281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6" name="Rectangle 4183"/>
              <p:cNvSpPr/>
              <p:nvPr/>
            </p:nvSpPr>
            <p:spPr>
              <a:xfrm>
                <a:off x="1424" y="282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7" name="Rectangle 4184"/>
              <p:cNvSpPr/>
              <p:nvPr/>
            </p:nvSpPr>
            <p:spPr>
              <a:xfrm>
                <a:off x="1435" y="28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8" name="Rectangle 4185"/>
              <p:cNvSpPr/>
              <p:nvPr/>
            </p:nvSpPr>
            <p:spPr>
              <a:xfrm>
                <a:off x="1445" y="283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49" name="Rectangle 4186"/>
              <p:cNvSpPr/>
              <p:nvPr/>
            </p:nvSpPr>
            <p:spPr>
              <a:xfrm>
                <a:off x="1450" y="28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0" name="Rectangle 4187"/>
              <p:cNvSpPr/>
              <p:nvPr/>
            </p:nvSpPr>
            <p:spPr>
              <a:xfrm>
                <a:off x="1460" y="284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1" name="Rectangle 4188"/>
              <p:cNvSpPr/>
              <p:nvPr/>
            </p:nvSpPr>
            <p:spPr>
              <a:xfrm>
                <a:off x="1471" y="28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2" name="Rectangle 4189"/>
              <p:cNvSpPr/>
              <p:nvPr/>
            </p:nvSpPr>
            <p:spPr>
              <a:xfrm>
                <a:off x="1481" y="285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3" name="Rectangle 4190"/>
              <p:cNvSpPr/>
              <p:nvPr/>
            </p:nvSpPr>
            <p:spPr>
              <a:xfrm>
                <a:off x="1491" y="285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4" name="Rectangle 4191"/>
              <p:cNvSpPr/>
              <p:nvPr/>
            </p:nvSpPr>
            <p:spPr>
              <a:xfrm>
                <a:off x="1502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5" name="Rectangle 4192"/>
              <p:cNvSpPr/>
              <p:nvPr/>
            </p:nvSpPr>
            <p:spPr>
              <a:xfrm>
                <a:off x="1512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6" name="Rectangle 4193"/>
              <p:cNvSpPr/>
              <p:nvPr/>
            </p:nvSpPr>
            <p:spPr>
              <a:xfrm>
                <a:off x="1522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7" name="Rectangle 4194"/>
              <p:cNvSpPr/>
              <p:nvPr/>
            </p:nvSpPr>
            <p:spPr>
              <a:xfrm>
                <a:off x="1527" y="287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8" name="Rectangle 4195"/>
              <p:cNvSpPr/>
              <p:nvPr/>
            </p:nvSpPr>
            <p:spPr>
              <a:xfrm>
                <a:off x="1538" y="28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59" name="Rectangle 4196"/>
              <p:cNvSpPr/>
              <p:nvPr/>
            </p:nvSpPr>
            <p:spPr>
              <a:xfrm>
                <a:off x="1548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0" name="Rectangle 4197"/>
              <p:cNvSpPr/>
              <p:nvPr/>
            </p:nvSpPr>
            <p:spPr>
              <a:xfrm>
                <a:off x="1558" y="289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1" name="Rectangle 4198"/>
              <p:cNvSpPr/>
              <p:nvPr/>
            </p:nvSpPr>
            <p:spPr>
              <a:xfrm>
                <a:off x="1569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2" name="Rectangle 4199"/>
              <p:cNvSpPr/>
              <p:nvPr/>
            </p:nvSpPr>
            <p:spPr>
              <a:xfrm>
                <a:off x="1579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3" name="Rectangle 4200"/>
              <p:cNvSpPr/>
              <p:nvPr/>
            </p:nvSpPr>
            <p:spPr>
              <a:xfrm>
                <a:off x="1589" y="290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4" name="Rectangle 4201"/>
              <p:cNvSpPr/>
              <p:nvPr/>
            </p:nvSpPr>
            <p:spPr>
              <a:xfrm>
                <a:off x="1600" y="29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5" name="Rectangle 4202"/>
              <p:cNvSpPr/>
              <p:nvPr/>
            </p:nvSpPr>
            <p:spPr>
              <a:xfrm>
                <a:off x="1610" y="291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6" name="Rectangle 4203"/>
              <p:cNvSpPr/>
              <p:nvPr/>
            </p:nvSpPr>
            <p:spPr>
              <a:xfrm>
                <a:off x="1615" y="29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7" name="Rectangle 4204"/>
              <p:cNvSpPr/>
              <p:nvPr/>
            </p:nvSpPr>
            <p:spPr>
              <a:xfrm>
                <a:off x="1625" y="292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8" name="Rectangle 4205"/>
              <p:cNvSpPr/>
              <p:nvPr/>
            </p:nvSpPr>
            <p:spPr>
              <a:xfrm>
                <a:off x="1636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69" name="Rectangle 4206"/>
              <p:cNvSpPr/>
              <p:nvPr/>
            </p:nvSpPr>
            <p:spPr>
              <a:xfrm>
                <a:off x="1646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0" name="Rectangle 4207"/>
              <p:cNvSpPr/>
              <p:nvPr/>
            </p:nvSpPr>
            <p:spPr>
              <a:xfrm>
                <a:off x="1656" y="294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1" name="Rectangle 4208"/>
              <p:cNvSpPr/>
              <p:nvPr/>
            </p:nvSpPr>
            <p:spPr>
              <a:xfrm>
                <a:off x="1667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2" name="Rectangle 4209"/>
              <p:cNvSpPr/>
              <p:nvPr/>
            </p:nvSpPr>
            <p:spPr>
              <a:xfrm>
                <a:off x="1677" y="295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3" name="Rectangle 4210"/>
              <p:cNvSpPr/>
              <p:nvPr/>
            </p:nvSpPr>
            <p:spPr>
              <a:xfrm>
                <a:off x="1687" y="295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4" name="Rectangle 4211"/>
              <p:cNvSpPr/>
              <p:nvPr/>
            </p:nvSpPr>
            <p:spPr>
              <a:xfrm>
                <a:off x="1692" y="296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5" name="Rectangle 4212"/>
              <p:cNvSpPr/>
              <p:nvPr/>
            </p:nvSpPr>
            <p:spPr>
              <a:xfrm>
                <a:off x="1703" y="29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6" name="Rectangle 4213"/>
              <p:cNvSpPr/>
              <p:nvPr/>
            </p:nvSpPr>
            <p:spPr>
              <a:xfrm>
                <a:off x="1713" y="29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7" name="Rectangle 4214"/>
              <p:cNvSpPr/>
              <p:nvPr/>
            </p:nvSpPr>
            <p:spPr>
              <a:xfrm>
                <a:off x="1723" y="297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8" name="Rectangle 4215"/>
              <p:cNvSpPr/>
              <p:nvPr/>
            </p:nvSpPr>
            <p:spPr>
              <a:xfrm>
                <a:off x="1734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79" name="Rectangle 4216"/>
              <p:cNvSpPr/>
              <p:nvPr/>
            </p:nvSpPr>
            <p:spPr>
              <a:xfrm>
                <a:off x="1744" y="29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0" name="Rectangle 4217"/>
              <p:cNvSpPr/>
              <p:nvPr/>
            </p:nvSpPr>
            <p:spPr>
              <a:xfrm>
                <a:off x="1754" y="299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1" name="Rectangle 4218"/>
              <p:cNvSpPr/>
              <p:nvPr/>
            </p:nvSpPr>
            <p:spPr>
              <a:xfrm>
                <a:off x="1765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2" name="Rectangle 4219"/>
              <p:cNvSpPr/>
              <p:nvPr/>
            </p:nvSpPr>
            <p:spPr>
              <a:xfrm>
                <a:off x="1775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3" name="Rectangle 4220"/>
              <p:cNvSpPr/>
              <p:nvPr/>
            </p:nvSpPr>
            <p:spPr>
              <a:xfrm>
                <a:off x="1780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4" name="Rectangle 4221"/>
              <p:cNvSpPr/>
              <p:nvPr/>
            </p:nvSpPr>
            <p:spPr>
              <a:xfrm>
                <a:off x="1790" y="301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5" name="Rectangle 4222"/>
              <p:cNvSpPr/>
              <p:nvPr/>
            </p:nvSpPr>
            <p:spPr>
              <a:xfrm>
                <a:off x="1801" y="302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6" name="Rectangle 4223"/>
              <p:cNvSpPr/>
              <p:nvPr/>
            </p:nvSpPr>
            <p:spPr>
              <a:xfrm>
                <a:off x="1811" y="30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7" name="Rectangle 4224"/>
              <p:cNvSpPr/>
              <p:nvPr/>
            </p:nvSpPr>
            <p:spPr>
              <a:xfrm>
                <a:off x="1821" y="303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8" name="Rectangle 4225"/>
              <p:cNvSpPr/>
              <p:nvPr/>
            </p:nvSpPr>
            <p:spPr>
              <a:xfrm>
                <a:off x="1832" y="30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789" name="Rectangle 4226"/>
              <p:cNvSpPr/>
              <p:nvPr/>
            </p:nvSpPr>
            <p:spPr>
              <a:xfrm>
                <a:off x="1842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699" name="Group 4227"/>
            <p:cNvGrpSpPr/>
            <p:nvPr/>
          </p:nvGrpSpPr>
          <p:grpSpPr>
            <a:xfrm>
              <a:off x="1280" y="2716"/>
              <a:ext cx="1413" cy="778"/>
              <a:chOff x="1280" y="2716"/>
              <a:chExt cx="1413" cy="778"/>
            </a:xfrm>
          </p:grpSpPr>
          <p:sp>
            <p:nvSpPr>
              <p:cNvPr id="29390" name="Rectangle 4228"/>
              <p:cNvSpPr/>
              <p:nvPr/>
            </p:nvSpPr>
            <p:spPr>
              <a:xfrm>
                <a:off x="1852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91" name="Rectangle 4229"/>
              <p:cNvSpPr/>
              <p:nvPr/>
            </p:nvSpPr>
            <p:spPr>
              <a:xfrm>
                <a:off x="1857" y="305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92" name="Rectangle 4230"/>
              <p:cNvSpPr/>
              <p:nvPr/>
            </p:nvSpPr>
            <p:spPr>
              <a:xfrm>
                <a:off x="1868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93" name="Rectangle 4231"/>
              <p:cNvSpPr/>
              <p:nvPr/>
            </p:nvSpPr>
            <p:spPr>
              <a:xfrm>
                <a:off x="1878" y="30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94" name="Rectangle 4232"/>
              <p:cNvSpPr/>
              <p:nvPr/>
            </p:nvSpPr>
            <p:spPr>
              <a:xfrm>
                <a:off x="1888" y="306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95" name="Rectangle 4233"/>
              <p:cNvSpPr/>
              <p:nvPr/>
            </p:nvSpPr>
            <p:spPr>
              <a:xfrm>
                <a:off x="1899" y="30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96" name="Rectangle 4234"/>
              <p:cNvSpPr/>
              <p:nvPr/>
            </p:nvSpPr>
            <p:spPr>
              <a:xfrm>
                <a:off x="1909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97" name="Rectangle 4235"/>
              <p:cNvSpPr/>
              <p:nvPr/>
            </p:nvSpPr>
            <p:spPr>
              <a:xfrm>
                <a:off x="1919" y="308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98" name="Rectangle 4236"/>
              <p:cNvSpPr/>
              <p:nvPr/>
            </p:nvSpPr>
            <p:spPr>
              <a:xfrm>
                <a:off x="1930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99" name="Rectangle 4237"/>
              <p:cNvSpPr/>
              <p:nvPr/>
            </p:nvSpPr>
            <p:spPr>
              <a:xfrm>
                <a:off x="1940" y="309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0" name="Rectangle 4238"/>
              <p:cNvSpPr/>
              <p:nvPr/>
            </p:nvSpPr>
            <p:spPr>
              <a:xfrm>
                <a:off x="1945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1" name="Rectangle 4239"/>
              <p:cNvSpPr/>
              <p:nvPr/>
            </p:nvSpPr>
            <p:spPr>
              <a:xfrm>
                <a:off x="1955" y="310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2" name="Rectangle 4240"/>
              <p:cNvSpPr/>
              <p:nvPr/>
            </p:nvSpPr>
            <p:spPr>
              <a:xfrm>
                <a:off x="1966" y="31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3" name="Rectangle 4241"/>
              <p:cNvSpPr/>
              <p:nvPr/>
            </p:nvSpPr>
            <p:spPr>
              <a:xfrm>
                <a:off x="1976" y="31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4" name="Rectangle 4242"/>
              <p:cNvSpPr/>
              <p:nvPr/>
            </p:nvSpPr>
            <p:spPr>
              <a:xfrm>
                <a:off x="1986" y="311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5" name="Rectangle 4243"/>
              <p:cNvSpPr/>
              <p:nvPr/>
            </p:nvSpPr>
            <p:spPr>
              <a:xfrm>
                <a:off x="1997" y="312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6" name="Rectangle 4244"/>
              <p:cNvSpPr/>
              <p:nvPr/>
            </p:nvSpPr>
            <p:spPr>
              <a:xfrm>
                <a:off x="2007" y="31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7" name="Rectangle 4245"/>
              <p:cNvSpPr/>
              <p:nvPr/>
            </p:nvSpPr>
            <p:spPr>
              <a:xfrm>
                <a:off x="2017" y="31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8" name="Rectangle 4246"/>
              <p:cNvSpPr/>
              <p:nvPr/>
            </p:nvSpPr>
            <p:spPr>
              <a:xfrm>
                <a:off x="2022" y="313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09" name="Rectangle 4247"/>
              <p:cNvSpPr/>
              <p:nvPr/>
            </p:nvSpPr>
            <p:spPr>
              <a:xfrm>
                <a:off x="2033" y="314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0" name="Rectangle 4248"/>
              <p:cNvSpPr/>
              <p:nvPr/>
            </p:nvSpPr>
            <p:spPr>
              <a:xfrm>
                <a:off x="2043" y="31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1" name="Rectangle 4249"/>
              <p:cNvSpPr/>
              <p:nvPr/>
            </p:nvSpPr>
            <p:spPr>
              <a:xfrm>
                <a:off x="2053" y="315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2" name="Rectangle 4250"/>
              <p:cNvSpPr/>
              <p:nvPr/>
            </p:nvSpPr>
            <p:spPr>
              <a:xfrm>
                <a:off x="2064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3" name="Rectangle 4251"/>
              <p:cNvSpPr/>
              <p:nvPr/>
            </p:nvSpPr>
            <p:spPr>
              <a:xfrm>
                <a:off x="2074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4" name="Rectangle 4252"/>
              <p:cNvSpPr/>
              <p:nvPr/>
            </p:nvSpPr>
            <p:spPr>
              <a:xfrm>
                <a:off x="2084" y="31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5" name="Rectangle 4253"/>
              <p:cNvSpPr/>
              <p:nvPr/>
            </p:nvSpPr>
            <p:spPr>
              <a:xfrm>
                <a:off x="2095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6" name="Rectangle 4254"/>
              <p:cNvSpPr/>
              <p:nvPr/>
            </p:nvSpPr>
            <p:spPr>
              <a:xfrm>
                <a:off x="2105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7" name="Rectangle 4255"/>
              <p:cNvSpPr/>
              <p:nvPr/>
            </p:nvSpPr>
            <p:spPr>
              <a:xfrm>
                <a:off x="2110" y="31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8" name="Rectangle 4256"/>
              <p:cNvSpPr/>
              <p:nvPr/>
            </p:nvSpPr>
            <p:spPr>
              <a:xfrm>
                <a:off x="2120" y="319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19" name="Rectangle 4257"/>
              <p:cNvSpPr/>
              <p:nvPr/>
            </p:nvSpPr>
            <p:spPr>
              <a:xfrm>
                <a:off x="2131" y="31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0" name="Rectangle 4258"/>
              <p:cNvSpPr/>
              <p:nvPr/>
            </p:nvSpPr>
            <p:spPr>
              <a:xfrm>
                <a:off x="2141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1" name="Rectangle 4259"/>
              <p:cNvSpPr/>
              <p:nvPr/>
            </p:nvSpPr>
            <p:spPr>
              <a:xfrm>
                <a:off x="2151" y="320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2" name="Rectangle 4260"/>
              <p:cNvSpPr/>
              <p:nvPr/>
            </p:nvSpPr>
            <p:spPr>
              <a:xfrm>
                <a:off x="2162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3" name="Rectangle 4261"/>
              <p:cNvSpPr/>
              <p:nvPr/>
            </p:nvSpPr>
            <p:spPr>
              <a:xfrm>
                <a:off x="2172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4" name="Rectangle 4262"/>
              <p:cNvSpPr/>
              <p:nvPr/>
            </p:nvSpPr>
            <p:spPr>
              <a:xfrm>
                <a:off x="2182" y="322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5" name="Rectangle 4263"/>
              <p:cNvSpPr/>
              <p:nvPr/>
            </p:nvSpPr>
            <p:spPr>
              <a:xfrm>
                <a:off x="2193" y="322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6" name="Rectangle 4264"/>
              <p:cNvSpPr/>
              <p:nvPr/>
            </p:nvSpPr>
            <p:spPr>
              <a:xfrm>
                <a:off x="2198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7" name="Rectangle 4265"/>
              <p:cNvSpPr/>
              <p:nvPr/>
            </p:nvSpPr>
            <p:spPr>
              <a:xfrm>
                <a:off x="2208" y="32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8" name="Rectangle 4266"/>
              <p:cNvSpPr/>
              <p:nvPr/>
            </p:nvSpPr>
            <p:spPr>
              <a:xfrm>
                <a:off x="2218" y="324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29" name="Rectangle 4267"/>
              <p:cNvSpPr/>
              <p:nvPr/>
            </p:nvSpPr>
            <p:spPr>
              <a:xfrm>
                <a:off x="2229" y="324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0" name="Rectangle 4268"/>
              <p:cNvSpPr/>
              <p:nvPr/>
            </p:nvSpPr>
            <p:spPr>
              <a:xfrm>
                <a:off x="2239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1" name="Rectangle 4269"/>
              <p:cNvSpPr/>
              <p:nvPr/>
            </p:nvSpPr>
            <p:spPr>
              <a:xfrm>
                <a:off x="2249" y="325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2" name="Rectangle 4270"/>
              <p:cNvSpPr/>
              <p:nvPr/>
            </p:nvSpPr>
            <p:spPr>
              <a:xfrm>
                <a:off x="2260" y="3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3" name="Rectangle 4271"/>
              <p:cNvSpPr/>
              <p:nvPr/>
            </p:nvSpPr>
            <p:spPr>
              <a:xfrm>
                <a:off x="2270" y="32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4" name="Rectangle 4272"/>
              <p:cNvSpPr/>
              <p:nvPr/>
            </p:nvSpPr>
            <p:spPr>
              <a:xfrm>
                <a:off x="2275" y="32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5" name="Rectangle 4273"/>
              <p:cNvSpPr/>
              <p:nvPr/>
            </p:nvSpPr>
            <p:spPr>
              <a:xfrm>
                <a:off x="2285" y="327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6" name="Rectangle 4274"/>
              <p:cNvSpPr/>
              <p:nvPr/>
            </p:nvSpPr>
            <p:spPr>
              <a:xfrm>
                <a:off x="2296" y="32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7" name="Rectangle 4275"/>
              <p:cNvSpPr/>
              <p:nvPr/>
            </p:nvSpPr>
            <p:spPr>
              <a:xfrm>
                <a:off x="2306" y="32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8" name="Rectangle 4276"/>
              <p:cNvSpPr/>
              <p:nvPr/>
            </p:nvSpPr>
            <p:spPr>
              <a:xfrm>
                <a:off x="2316" y="329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39" name="Rectangle 4277"/>
              <p:cNvSpPr/>
              <p:nvPr/>
            </p:nvSpPr>
            <p:spPr>
              <a:xfrm>
                <a:off x="2327" y="3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0" name="Rectangle 4278"/>
              <p:cNvSpPr/>
              <p:nvPr/>
            </p:nvSpPr>
            <p:spPr>
              <a:xfrm>
                <a:off x="2337" y="33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1" name="Rectangle 4279"/>
              <p:cNvSpPr/>
              <p:nvPr/>
            </p:nvSpPr>
            <p:spPr>
              <a:xfrm>
                <a:off x="2347" y="33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2" name="Rectangle 4280"/>
              <p:cNvSpPr/>
              <p:nvPr/>
            </p:nvSpPr>
            <p:spPr>
              <a:xfrm>
                <a:off x="2357" y="331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3" name="Rectangle 4281"/>
              <p:cNvSpPr/>
              <p:nvPr/>
            </p:nvSpPr>
            <p:spPr>
              <a:xfrm>
                <a:off x="2363" y="33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4" name="Rectangle 4282"/>
              <p:cNvSpPr/>
              <p:nvPr/>
            </p:nvSpPr>
            <p:spPr>
              <a:xfrm>
                <a:off x="2373" y="33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5" name="Rectangle 4283"/>
              <p:cNvSpPr/>
              <p:nvPr/>
            </p:nvSpPr>
            <p:spPr>
              <a:xfrm>
                <a:off x="2383" y="3329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6" name="Rectangle 4284"/>
              <p:cNvSpPr/>
              <p:nvPr/>
            </p:nvSpPr>
            <p:spPr>
              <a:xfrm>
                <a:off x="2394" y="3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7" name="Rectangle 4285"/>
              <p:cNvSpPr/>
              <p:nvPr/>
            </p:nvSpPr>
            <p:spPr>
              <a:xfrm>
                <a:off x="2404" y="33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8" name="Rectangle 4286"/>
              <p:cNvSpPr/>
              <p:nvPr/>
            </p:nvSpPr>
            <p:spPr>
              <a:xfrm>
                <a:off x="2414" y="33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49" name="Rectangle 4287"/>
              <p:cNvSpPr/>
              <p:nvPr/>
            </p:nvSpPr>
            <p:spPr>
              <a:xfrm>
                <a:off x="2425" y="33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0" name="Rectangle 4288"/>
              <p:cNvSpPr/>
              <p:nvPr/>
            </p:nvSpPr>
            <p:spPr>
              <a:xfrm>
                <a:off x="2435" y="335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1" name="Rectangle 4289"/>
              <p:cNvSpPr/>
              <p:nvPr/>
            </p:nvSpPr>
            <p:spPr>
              <a:xfrm>
                <a:off x="2440" y="336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2" name="Rectangle 4290"/>
              <p:cNvSpPr/>
              <p:nvPr/>
            </p:nvSpPr>
            <p:spPr>
              <a:xfrm>
                <a:off x="2450" y="336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3" name="Rectangle 4291"/>
              <p:cNvSpPr/>
              <p:nvPr/>
            </p:nvSpPr>
            <p:spPr>
              <a:xfrm>
                <a:off x="2461" y="3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4" name="Rectangle 4292"/>
              <p:cNvSpPr/>
              <p:nvPr/>
            </p:nvSpPr>
            <p:spPr>
              <a:xfrm>
                <a:off x="2471" y="33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5" name="Rectangle 4293"/>
              <p:cNvSpPr/>
              <p:nvPr/>
            </p:nvSpPr>
            <p:spPr>
              <a:xfrm>
                <a:off x="2481" y="338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6" name="Rectangle 4294"/>
              <p:cNvSpPr/>
              <p:nvPr/>
            </p:nvSpPr>
            <p:spPr>
              <a:xfrm>
                <a:off x="2492" y="33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7" name="Rectangle 4295"/>
              <p:cNvSpPr/>
              <p:nvPr/>
            </p:nvSpPr>
            <p:spPr>
              <a:xfrm>
                <a:off x="2502" y="33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8" name="Rectangle 4296"/>
              <p:cNvSpPr/>
              <p:nvPr/>
            </p:nvSpPr>
            <p:spPr>
              <a:xfrm>
                <a:off x="2512" y="339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59" name="Rectangle 4297"/>
              <p:cNvSpPr/>
              <p:nvPr/>
            </p:nvSpPr>
            <p:spPr>
              <a:xfrm>
                <a:off x="2522" y="3402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0" name="Rectangle 4298"/>
              <p:cNvSpPr/>
              <p:nvPr/>
            </p:nvSpPr>
            <p:spPr>
              <a:xfrm>
                <a:off x="2528" y="34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1" name="Rectangle 4299"/>
              <p:cNvSpPr/>
              <p:nvPr/>
            </p:nvSpPr>
            <p:spPr>
              <a:xfrm>
                <a:off x="2538" y="34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2" name="Rectangle 4300"/>
              <p:cNvSpPr/>
              <p:nvPr/>
            </p:nvSpPr>
            <p:spPr>
              <a:xfrm>
                <a:off x="2548" y="341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3" name="Rectangle 4301"/>
              <p:cNvSpPr/>
              <p:nvPr/>
            </p:nvSpPr>
            <p:spPr>
              <a:xfrm>
                <a:off x="2559" y="34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4" name="Rectangle 4302"/>
              <p:cNvSpPr/>
              <p:nvPr/>
            </p:nvSpPr>
            <p:spPr>
              <a:xfrm>
                <a:off x="2569" y="342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5" name="Rectangle 4303"/>
              <p:cNvSpPr/>
              <p:nvPr/>
            </p:nvSpPr>
            <p:spPr>
              <a:xfrm>
                <a:off x="2579" y="34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6" name="Rectangle 4304"/>
              <p:cNvSpPr/>
              <p:nvPr/>
            </p:nvSpPr>
            <p:spPr>
              <a:xfrm>
                <a:off x="2589" y="343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7" name="Rectangle 4305"/>
              <p:cNvSpPr/>
              <p:nvPr/>
            </p:nvSpPr>
            <p:spPr>
              <a:xfrm>
                <a:off x="2600" y="34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8" name="Rectangle 4306"/>
              <p:cNvSpPr/>
              <p:nvPr/>
            </p:nvSpPr>
            <p:spPr>
              <a:xfrm>
                <a:off x="2605" y="34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69" name="Rectangle 4307"/>
              <p:cNvSpPr/>
              <p:nvPr/>
            </p:nvSpPr>
            <p:spPr>
              <a:xfrm>
                <a:off x="2615" y="345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0" name="Rectangle 4308"/>
              <p:cNvSpPr/>
              <p:nvPr/>
            </p:nvSpPr>
            <p:spPr>
              <a:xfrm>
                <a:off x="2626" y="34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1" name="Rectangle 4309"/>
              <p:cNvSpPr/>
              <p:nvPr/>
            </p:nvSpPr>
            <p:spPr>
              <a:xfrm>
                <a:off x="2636" y="346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2" name="Rectangle 4310"/>
              <p:cNvSpPr/>
              <p:nvPr/>
            </p:nvSpPr>
            <p:spPr>
              <a:xfrm>
                <a:off x="2646" y="346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3" name="Rectangle 4311"/>
              <p:cNvSpPr/>
              <p:nvPr/>
            </p:nvSpPr>
            <p:spPr>
              <a:xfrm>
                <a:off x="2657" y="34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4" name="Rectangle 4312"/>
              <p:cNvSpPr/>
              <p:nvPr/>
            </p:nvSpPr>
            <p:spPr>
              <a:xfrm>
                <a:off x="2667" y="34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5" name="Rectangle 4313"/>
              <p:cNvSpPr/>
              <p:nvPr/>
            </p:nvSpPr>
            <p:spPr>
              <a:xfrm>
                <a:off x="2677" y="348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6" name="Rectangle 4314"/>
              <p:cNvSpPr/>
              <p:nvPr/>
            </p:nvSpPr>
            <p:spPr>
              <a:xfrm>
                <a:off x="2687" y="348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7" name="Rectangle 4315"/>
              <p:cNvSpPr/>
              <p:nvPr/>
            </p:nvSpPr>
            <p:spPr>
              <a:xfrm>
                <a:off x="1357" y="278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8" name="Rectangle 4316"/>
              <p:cNvSpPr/>
              <p:nvPr/>
            </p:nvSpPr>
            <p:spPr>
              <a:xfrm>
                <a:off x="1362" y="277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79" name="Rectangle 4317"/>
              <p:cNvSpPr/>
              <p:nvPr/>
            </p:nvSpPr>
            <p:spPr>
              <a:xfrm>
                <a:off x="1368" y="27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0" name="Rectangle 4318"/>
              <p:cNvSpPr/>
              <p:nvPr/>
            </p:nvSpPr>
            <p:spPr>
              <a:xfrm>
                <a:off x="1378" y="276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1" name="Rectangle 4319"/>
              <p:cNvSpPr/>
              <p:nvPr/>
            </p:nvSpPr>
            <p:spPr>
              <a:xfrm>
                <a:off x="1383" y="276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2" name="Rectangle 4320"/>
              <p:cNvSpPr/>
              <p:nvPr/>
            </p:nvSpPr>
            <p:spPr>
              <a:xfrm>
                <a:off x="1388" y="275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3" name="Rectangle 4321"/>
              <p:cNvSpPr/>
              <p:nvPr/>
            </p:nvSpPr>
            <p:spPr>
              <a:xfrm>
                <a:off x="1393" y="275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4" name="Rectangle 4322"/>
              <p:cNvSpPr/>
              <p:nvPr/>
            </p:nvSpPr>
            <p:spPr>
              <a:xfrm>
                <a:off x="1399" y="274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5" name="Rectangle 4323"/>
              <p:cNvSpPr/>
              <p:nvPr/>
            </p:nvSpPr>
            <p:spPr>
              <a:xfrm>
                <a:off x="1409" y="2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6" name="Rectangle 4324"/>
              <p:cNvSpPr/>
              <p:nvPr/>
            </p:nvSpPr>
            <p:spPr>
              <a:xfrm>
                <a:off x="1414" y="273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7" name="Rectangle 4325"/>
              <p:cNvSpPr/>
              <p:nvPr/>
            </p:nvSpPr>
            <p:spPr>
              <a:xfrm>
                <a:off x="1419" y="273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8" name="Rectangle 4326"/>
              <p:cNvSpPr/>
              <p:nvPr/>
            </p:nvSpPr>
            <p:spPr>
              <a:xfrm>
                <a:off x="1424" y="272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89" name="Rectangle 4327"/>
              <p:cNvSpPr/>
              <p:nvPr/>
            </p:nvSpPr>
            <p:spPr>
              <a:xfrm>
                <a:off x="1435" y="272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0" name="Rectangle 4328"/>
              <p:cNvSpPr/>
              <p:nvPr/>
            </p:nvSpPr>
            <p:spPr>
              <a:xfrm>
                <a:off x="1440" y="271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1" name="Rectangle 4329"/>
              <p:cNvSpPr/>
              <p:nvPr/>
            </p:nvSpPr>
            <p:spPr>
              <a:xfrm>
                <a:off x="1280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2" name="Rectangle 4330"/>
              <p:cNvSpPr/>
              <p:nvPr/>
            </p:nvSpPr>
            <p:spPr>
              <a:xfrm>
                <a:off x="1285" y="285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3" name="Rectangle 4331"/>
              <p:cNvSpPr/>
              <p:nvPr/>
            </p:nvSpPr>
            <p:spPr>
              <a:xfrm>
                <a:off x="1295" y="285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4" name="Rectangle 4332"/>
              <p:cNvSpPr/>
              <p:nvPr/>
            </p:nvSpPr>
            <p:spPr>
              <a:xfrm>
                <a:off x="1306" y="28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5" name="Rectangle 4333"/>
              <p:cNvSpPr/>
              <p:nvPr/>
            </p:nvSpPr>
            <p:spPr>
              <a:xfrm>
                <a:off x="1316" y="28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6" name="Rectangle 4334"/>
              <p:cNvSpPr/>
              <p:nvPr/>
            </p:nvSpPr>
            <p:spPr>
              <a:xfrm>
                <a:off x="1326" y="287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7" name="Rectangle 4335"/>
              <p:cNvSpPr/>
              <p:nvPr/>
            </p:nvSpPr>
            <p:spPr>
              <a:xfrm>
                <a:off x="1337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8" name="Rectangle 4336"/>
              <p:cNvSpPr/>
              <p:nvPr/>
            </p:nvSpPr>
            <p:spPr>
              <a:xfrm>
                <a:off x="1347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499" name="Rectangle 4337"/>
              <p:cNvSpPr/>
              <p:nvPr/>
            </p:nvSpPr>
            <p:spPr>
              <a:xfrm>
                <a:off x="1352" y="288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0" name="Rectangle 4338"/>
              <p:cNvSpPr/>
              <p:nvPr/>
            </p:nvSpPr>
            <p:spPr>
              <a:xfrm>
                <a:off x="1362" y="289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1" name="Rectangle 4339"/>
              <p:cNvSpPr/>
              <p:nvPr/>
            </p:nvSpPr>
            <p:spPr>
              <a:xfrm>
                <a:off x="1373" y="289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2" name="Rectangle 4340"/>
              <p:cNvSpPr/>
              <p:nvPr/>
            </p:nvSpPr>
            <p:spPr>
              <a:xfrm>
                <a:off x="1383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3" name="Rectangle 4341"/>
              <p:cNvSpPr/>
              <p:nvPr/>
            </p:nvSpPr>
            <p:spPr>
              <a:xfrm>
                <a:off x="1393" y="290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4" name="Rectangle 4342"/>
              <p:cNvSpPr/>
              <p:nvPr/>
            </p:nvSpPr>
            <p:spPr>
              <a:xfrm>
                <a:off x="1404" y="29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5" name="Rectangle 4343"/>
              <p:cNvSpPr/>
              <p:nvPr/>
            </p:nvSpPr>
            <p:spPr>
              <a:xfrm>
                <a:off x="1414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6" name="Rectangle 4344"/>
              <p:cNvSpPr/>
              <p:nvPr/>
            </p:nvSpPr>
            <p:spPr>
              <a:xfrm>
                <a:off x="1424" y="292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7" name="Rectangle 4345"/>
              <p:cNvSpPr/>
              <p:nvPr/>
            </p:nvSpPr>
            <p:spPr>
              <a:xfrm>
                <a:off x="1430" y="29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8" name="Rectangle 4346"/>
              <p:cNvSpPr/>
              <p:nvPr/>
            </p:nvSpPr>
            <p:spPr>
              <a:xfrm>
                <a:off x="1440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09" name="Rectangle 4347"/>
              <p:cNvSpPr/>
              <p:nvPr/>
            </p:nvSpPr>
            <p:spPr>
              <a:xfrm>
                <a:off x="1450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0" name="Rectangle 4348"/>
              <p:cNvSpPr/>
              <p:nvPr/>
            </p:nvSpPr>
            <p:spPr>
              <a:xfrm>
                <a:off x="1460" y="294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1" name="Rectangle 4349"/>
              <p:cNvSpPr/>
              <p:nvPr/>
            </p:nvSpPr>
            <p:spPr>
              <a:xfrm>
                <a:off x="1471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2" name="Rectangle 4350"/>
              <p:cNvSpPr/>
              <p:nvPr/>
            </p:nvSpPr>
            <p:spPr>
              <a:xfrm>
                <a:off x="1481" y="295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3" name="Rectangle 4351"/>
              <p:cNvSpPr/>
              <p:nvPr/>
            </p:nvSpPr>
            <p:spPr>
              <a:xfrm>
                <a:off x="1491" y="2959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4" name="Rectangle 4352"/>
              <p:cNvSpPr/>
              <p:nvPr/>
            </p:nvSpPr>
            <p:spPr>
              <a:xfrm>
                <a:off x="1497" y="29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5" name="Rectangle 4353"/>
              <p:cNvSpPr/>
              <p:nvPr/>
            </p:nvSpPr>
            <p:spPr>
              <a:xfrm>
                <a:off x="1507" y="29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6" name="Rectangle 4354"/>
              <p:cNvSpPr/>
              <p:nvPr/>
            </p:nvSpPr>
            <p:spPr>
              <a:xfrm>
                <a:off x="1517" y="29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7" name="Rectangle 4355"/>
              <p:cNvSpPr/>
              <p:nvPr/>
            </p:nvSpPr>
            <p:spPr>
              <a:xfrm>
                <a:off x="1527" y="297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8" name="Rectangle 4356"/>
              <p:cNvSpPr/>
              <p:nvPr/>
            </p:nvSpPr>
            <p:spPr>
              <a:xfrm>
                <a:off x="1538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19" name="Rectangle 4357"/>
              <p:cNvSpPr/>
              <p:nvPr/>
            </p:nvSpPr>
            <p:spPr>
              <a:xfrm>
                <a:off x="1548" y="29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0" name="Rectangle 4358"/>
              <p:cNvSpPr/>
              <p:nvPr/>
            </p:nvSpPr>
            <p:spPr>
              <a:xfrm>
                <a:off x="1558" y="299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1" name="Rectangle 4359"/>
              <p:cNvSpPr/>
              <p:nvPr/>
            </p:nvSpPr>
            <p:spPr>
              <a:xfrm>
                <a:off x="1564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2" name="Rectangle 4360"/>
              <p:cNvSpPr/>
              <p:nvPr/>
            </p:nvSpPr>
            <p:spPr>
              <a:xfrm>
                <a:off x="1574" y="30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3" name="Rectangle 4361"/>
              <p:cNvSpPr/>
              <p:nvPr/>
            </p:nvSpPr>
            <p:spPr>
              <a:xfrm>
                <a:off x="1584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4" name="Rectangle 4362"/>
              <p:cNvSpPr/>
              <p:nvPr/>
            </p:nvSpPr>
            <p:spPr>
              <a:xfrm>
                <a:off x="1594" y="301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5" name="Rectangle 4363"/>
              <p:cNvSpPr/>
              <p:nvPr/>
            </p:nvSpPr>
            <p:spPr>
              <a:xfrm>
                <a:off x="1605" y="302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6" name="Rectangle 4364"/>
              <p:cNvSpPr/>
              <p:nvPr/>
            </p:nvSpPr>
            <p:spPr>
              <a:xfrm>
                <a:off x="1615" y="30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7" name="Rectangle 4365"/>
              <p:cNvSpPr/>
              <p:nvPr/>
            </p:nvSpPr>
            <p:spPr>
              <a:xfrm>
                <a:off x="1625" y="303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8" name="Rectangle 4366"/>
              <p:cNvSpPr/>
              <p:nvPr/>
            </p:nvSpPr>
            <p:spPr>
              <a:xfrm>
                <a:off x="1631" y="30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29" name="Rectangle 4367"/>
              <p:cNvSpPr/>
              <p:nvPr/>
            </p:nvSpPr>
            <p:spPr>
              <a:xfrm>
                <a:off x="1641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0" name="Rectangle 4368"/>
              <p:cNvSpPr/>
              <p:nvPr/>
            </p:nvSpPr>
            <p:spPr>
              <a:xfrm>
                <a:off x="1651" y="30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1" name="Rectangle 4369"/>
              <p:cNvSpPr/>
              <p:nvPr/>
            </p:nvSpPr>
            <p:spPr>
              <a:xfrm>
                <a:off x="1662" y="30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2" name="Rectangle 4370"/>
              <p:cNvSpPr/>
              <p:nvPr/>
            </p:nvSpPr>
            <p:spPr>
              <a:xfrm>
                <a:off x="1672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3" name="Rectangle 4371"/>
              <p:cNvSpPr/>
              <p:nvPr/>
            </p:nvSpPr>
            <p:spPr>
              <a:xfrm>
                <a:off x="1682" y="30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4" name="Rectangle 4372"/>
              <p:cNvSpPr/>
              <p:nvPr/>
            </p:nvSpPr>
            <p:spPr>
              <a:xfrm>
                <a:off x="1692" y="306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5" name="Rectangle 4373"/>
              <p:cNvSpPr/>
              <p:nvPr/>
            </p:nvSpPr>
            <p:spPr>
              <a:xfrm>
                <a:off x="1703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6" name="Rectangle 4374"/>
              <p:cNvSpPr/>
              <p:nvPr/>
            </p:nvSpPr>
            <p:spPr>
              <a:xfrm>
                <a:off x="1708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7" name="Rectangle 4375"/>
              <p:cNvSpPr/>
              <p:nvPr/>
            </p:nvSpPr>
            <p:spPr>
              <a:xfrm>
                <a:off x="1718" y="308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8" name="Rectangle 4376"/>
              <p:cNvSpPr/>
              <p:nvPr/>
            </p:nvSpPr>
            <p:spPr>
              <a:xfrm>
                <a:off x="1729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39" name="Rectangle 4377"/>
              <p:cNvSpPr/>
              <p:nvPr/>
            </p:nvSpPr>
            <p:spPr>
              <a:xfrm>
                <a:off x="1739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0" name="Rectangle 4378"/>
              <p:cNvSpPr/>
              <p:nvPr/>
            </p:nvSpPr>
            <p:spPr>
              <a:xfrm>
                <a:off x="1749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1" name="Rectangle 4379"/>
              <p:cNvSpPr/>
              <p:nvPr/>
            </p:nvSpPr>
            <p:spPr>
              <a:xfrm>
                <a:off x="1759" y="310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2" name="Rectangle 4380"/>
              <p:cNvSpPr/>
              <p:nvPr/>
            </p:nvSpPr>
            <p:spPr>
              <a:xfrm>
                <a:off x="1770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3" name="Rectangle 4381"/>
              <p:cNvSpPr/>
              <p:nvPr/>
            </p:nvSpPr>
            <p:spPr>
              <a:xfrm>
                <a:off x="1775" y="31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4" name="Rectangle 4382"/>
              <p:cNvSpPr/>
              <p:nvPr/>
            </p:nvSpPr>
            <p:spPr>
              <a:xfrm>
                <a:off x="1785" y="311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5" name="Rectangle 4383"/>
              <p:cNvSpPr/>
              <p:nvPr/>
            </p:nvSpPr>
            <p:spPr>
              <a:xfrm>
                <a:off x="1796" y="312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6" name="Rectangle 4384"/>
              <p:cNvSpPr/>
              <p:nvPr/>
            </p:nvSpPr>
            <p:spPr>
              <a:xfrm>
                <a:off x="1806" y="31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7" name="Rectangle 4385"/>
              <p:cNvSpPr/>
              <p:nvPr/>
            </p:nvSpPr>
            <p:spPr>
              <a:xfrm>
                <a:off x="1816" y="31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8" name="Rectangle 4386"/>
              <p:cNvSpPr/>
              <p:nvPr/>
            </p:nvSpPr>
            <p:spPr>
              <a:xfrm>
                <a:off x="1826" y="313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49" name="Rectangle 4387"/>
              <p:cNvSpPr/>
              <p:nvPr/>
            </p:nvSpPr>
            <p:spPr>
              <a:xfrm>
                <a:off x="1837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0" name="Rectangle 4388"/>
              <p:cNvSpPr/>
              <p:nvPr/>
            </p:nvSpPr>
            <p:spPr>
              <a:xfrm>
                <a:off x="1842" y="31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1" name="Rectangle 4389"/>
              <p:cNvSpPr/>
              <p:nvPr/>
            </p:nvSpPr>
            <p:spPr>
              <a:xfrm>
                <a:off x="1852" y="315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2" name="Rectangle 4390"/>
              <p:cNvSpPr/>
              <p:nvPr/>
            </p:nvSpPr>
            <p:spPr>
              <a:xfrm>
                <a:off x="1863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3" name="Rectangle 4391"/>
              <p:cNvSpPr/>
              <p:nvPr/>
            </p:nvSpPr>
            <p:spPr>
              <a:xfrm>
                <a:off x="1873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4" name="Rectangle 4392"/>
              <p:cNvSpPr/>
              <p:nvPr/>
            </p:nvSpPr>
            <p:spPr>
              <a:xfrm>
                <a:off x="1883" y="31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5" name="Rectangle 4393"/>
              <p:cNvSpPr/>
              <p:nvPr/>
            </p:nvSpPr>
            <p:spPr>
              <a:xfrm>
                <a:off x="1894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6" name="Rectangle 4394"/>
              <p:cNvSpPr/>
              <p:nvPr/>
            </p:nvSpPr>
            <p:spPr>
              <a:xfrm>
                <a:off x="1904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7" name="Rectangle 4395"/>
              <p:cNvSpPr/>
              <p:nvPr/>
            </p:nvSpPr>
            <p:spPr>
              <a:xfrm>
                <a:off x="1909" y="31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8" name="Rectangle 4396"/>
              <p:cNvSpPr/>
              <p:nvPr/>
            </p:nvSpPr>
            <p:spPr>
              <a:xfrm>
                <a:off x="1919" y="319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59" name="Rectangle 4397"/>
              <p:cNvSpPr/>
              <p:nvPr/>
            </p:nvSpPr>
            <p:spPr>
              <a:xfrm>
                <a:off x="1930" y="31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0" name="Rectangle 4398"/>
              <p:cNvSpPr/>
              <p:nvPr/>
            </p:nvSpPr>
            <p:spPr>
              <a:xfrm>
                <a:off x="1940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1" name="Rectangle 4399"/>
              <p:cNvSpPr/>
              <p:nvPr/>
            </p:nvSpPr>
            <p:spPr>
              <a:xfrm>
                <a:off x="1950" y="320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2" name="Rectangle 4400"/>
              <p:cNvSpPr/>
              <p:nvPr/>
            </p:nvSpPr>
            <p:spPr>
              <a:xfrm>
                <a:off x="1961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3" name="Rectangle 4401"/>
              <p:cNvSpPr/>
              <p:nvPr/>
            </p:nvSpPr>
            <p:spPr>
              <a:xfrm>
                <a:off x="1971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4" name="Rectangle 4402"/>
              <p:cNvSpPr/>
              <p:nvPr/>
            </p:nvSpPr>
            <p:spPr>
              <a:xfrm>
                <a:off x="1981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5" name="Rectangle 4403"/>
              <p:cNvSpPr/>
              <p:nvPr/>
            </p:nvSpPr>
            <p:spPr>
              <a:xfrm>
                <a:off x="1986" y="322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6" name="Rectangle 4404"/>
              <p:cNvSpPr/>
              <p:nvPr/>
            </p:nvSpPr>
            <p:spPr>
              <a:xfrm>
                <a:off x="1997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7" name="Rectangle 4405"/>
              <p:cNvSpPr/>
              <p:nvPr/>
            </p:nvSpPr>
            <p:spPr>
              <a:xfrm>
                <a:off x="2007" y="32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8" name="Rectangle 4406"/>
              <p:cNvSpPr/>
              <p:nvPr/>
            </p:nvSpPr>
            <p:spPr>
              <a:xfrm>
                <a:off x="2017" y="324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69" name="Rectangle 4407"/>
              <p:cNvSpPr/>
              <p:nvPr/>
            </p:nvSpPr>
            <p:spPr>
              <a:xfrm>
                <a:off x="2028" y="324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0" name="Rectangle 4408"/>
              <p:cNvSpPr/>
              <p:nvPr/>
            </p:nvSpPr>
            <p:spPr>
              <a:xfrm>
                <a:off x="2038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1" name="Rectangle 4409"/>
              <p:cNvSpPr/>
              <p:nvPr/>
            </p:nvSpPr>
            <p:spPr>
              <a:xfrm>
                <a:off x="2048" y="325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2" name="Rectangle 4410"/>
              <p:cNvSpPr/>
              <p:nvPr/>
            </p:nvSpPr>
            <p:spPr>
              <a:xfrm>
                <a:off x="2053" y="326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3" name="Rectangle 4411"/>
              <p:cNvSpPr/>
              <p:nvPr/>
            </p:nvSpPr>
            <p:spPr>
              <a:xfrm>
                <a:off x="2064" y="32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4" name="Rectangle 4412"/>
              <p:cNvSpPr/>
              <p:nvPr/>
            </p:nvSpPr>
            <p:spPr>
              <a:xfrm>
                <a:off x="2074" y="32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5" name="Rectangle 4413"/>
              <p:cNvSpPr/>
              <p:nvPr/>
            </p:nvSpPr>
            <p:spPr>
              <a:xfrm>
                <a:off x="2084" y="327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6" name="Rectangle 4414"/>
              <p:cNvSpPr/>
              <p:nvPr/>
            </p:nvSpPr>
            <p:spPr>
              <a:xfrm>
                <a:off x="2095" y="32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7" name="Rectangle 4415"/>
              <p:cNvSpPr/>
              <p:nvPr/>
            </p:nvSpPr>
            <p:spPr>
              <a:xfrm>
                <a:off x="2105" y="32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8" name="Rectangle 4416"/>
              <p:cNvSpPr/>
              <p:nvPr/>
            </p:nvSpPr>
            <p:spPr>
              <a:xfrm>
                <a:off x="2115" y="329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79" name="Rectangle 4417"/>
              <p:cNvSpPr/>
              <p:nvPr/>
            </p:nvSpPr>
            <p:spPr>
              <a:xfrm>
                <a:off x="2120" y="329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0" name="Rectangle 4418"/>
              <p:cNvSpPr/>
              <p:nvPr/>
            </p:nvSpPr>
            <p:spPr>
              <a:xfrm>
                <a:off x="2131" y="33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1" name="Rectangle 4419"/>
              <p:cNvSpPr/>
              <p:nvPr/>
            </p:nvSpPr>
            <p:spPr>
              <a:xfrm>
                <a:off x="2141" y="33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2" name="Rectangle 4420"/>
              <p:cNvSpPr/>
              <p:nvPr/>
            </p:nvSpPr>
            <p:spPr>
              <a:xfrm>
                <a:off x="2151" y="331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3" name="Rectangle 4421"/>
              <p:cNvSpPr/>
              <p:nvPr/>
            </p:nvSpPr>
            <p:spPr>
              <a:xfrm>
                <a:off x="2162" y="33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4" name="Rectangle 4422"/>
              <p:cNvSpPr/>
              <p:nvPr/>
            </p:nvSpPr>
            <p:spPr>
              <a:xfrm>
                <a:off x="2172" y="33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5" name="Rectangle 4423"/>
              <p:cNvSpPr/>
              <p:nvPr/>
            </p:nvSpPr>
            <p:spPr>
              <a:xfrm>
                <a:off x="2182" y="332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6" name="Rectangle 4424"/>
              <p:cNvSpPr/>
              <p:nvPr/>
            </p:nvSpPr>
            <p:spPr>
              <a:xfrm>
                <a:off x="2187" y="333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7" name="Rectangle 4425"/>
              <p:cNvSpPr/>
              <p:nvPr/>
            </p:nvSpPr>
            <p:spPr>
              <a:xfrm>
                <a:off x="2198" y="33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8" name="Rectangle 4426"/>
              <p:cNvSpPr/>
              <p:nvPr/>
            </p:nvSpPr>
            <p:spPr>
              <a:xfrm>
                <a:off x="2208" y="33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589" name="Rectangle 4427"/>
              <p:cNvSpPr/>
              <p:nvPr/>
            </p:nvSpPr>
            <p:spPr>
              <a:xfrm>
                <a:off x="2218" y="335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700" name="Group 4428"/>
            <p:cNvGrpSpPr/>
            <p:nvPr/>
          </p:nvGrpSpPr>
          <p:grpSpPr>
            <a:xfrm>
              <a:off x="1198" y="2871"/>
              <a:ext cx="1412" cy="752"/>
              <a:chOff x="1198" y="2871"/>
              <a:chExt cx="1412" cy="752"/>
            </a:xfrm>
          </p:grpSpPr>
          <p:sp>
            <p:nvSpPr>
              <p:cNvPr id="29190" name="Rectangle 4429"/>
              <p:cNvSpPr/>
              <p:nvPr/>
            </p:nvSpPr>
            <p:spPr>
              <a:xfrm>
                <a:off x="2229" y="33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91" name="Rectangle 4430"/>
              <p:cNvSpPr/>
              <p:nvPr/>
            </p:nvSpPr>
            <p:spPr>
              <a:xfrm>
                <a:off x="2239" y="336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92" name="Rectangle 4431"/>
              <p:cNvSpPr/>
              <p:nvPr/>
            </p:nvSpPr>
            <p:spPr>
              <a:xfrm>
                <a:off x="2249" y="336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93" name="Rectangle 4432"/>
              <p:cNvSpPr/>
              <p:nvPr/>
            </p:nvSpPr>
            <p:spPr>
              <a:xfrm>
                <a:off x="2260" y="3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94" name="Rectangle 4433"/>
              <p:cNvSpPr/>
              <p:nvPr/>
            </p:nvSpPr>
            <p:spPr>
              <a:xfrm>
                <a:off x="2265" y="33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95" name="Rectangle 4434"/>
              <p:cNvSpPr/>
              <p:nvPr/>
            </p:nvSpPr>
            <p:spPr>
              <a:xfrm>
                <a:off x="2275" y="33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96" name="Rectangle 4435"/>
              <p:cNvSpPr/>
              <p:nvPr/>
            </p:nvSpPr>
            <p:spPr>
              <a:xfrm>
                <a:off x="2285" y="338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97" name="Rectangle 4436"/>
              <p:cNvSpPr/>
              <p:nvPr/>
            </p:nvSpPr>
            <p:spPr>
              <a:xfrm>
                <a:off x="2296" y="33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98" name="Rectangle 4437"/>
              <p:cNvSpPr/>
              <p:nvPr/>
            </p:nvSpPr>
            <p:spPr>
              <a:xfrm>
                <a:off x="2306" y="339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99" name="Rectangle 4438"/>
              <p:cNvSpPr/>
              <p:nvPr/>
            </p:nvSpPr>
            <p:spPr>
              <a:xfrm>
                <a:off x="2316" y="340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0" name="Rectangle 4439"/>
              <p:cNvSpPr/>
              <p:nvPr/>
            </p:nvSpPr>
            <p:spPr>
              <a:xfrm>
                <a:off x="2327" y="34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1" name="Rectangle 4440"/>
              <p:cNvSpPr/>
              <p:nvPr/>
            </p:nvSpPr>
            <p:spPr>
              <a:xfrm>
                <a:off x="2332" y="341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2" name="Rectangle 4441"/>
              <p:cNvSpPr/>
              <p:nvPr/>
            </p:nvSpPr>
            <p:spPr>
              <a:xfrm>
                <a:off x="2342" y="341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3" name="Rectangle 4442"/>
              <p:cNvSpPr/>
              <p:nvPr/>
            </p:nvSpPr>
            <p:spPr>
              <a:xfrm>
                <a:off x="2352" y="342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4" name="Rectangle 4443"/>
              <p:cNvSpPr/>
              <p:nvPr/>
            </p:nvSpPr>
            <p:spPr>
              <a:xfrm>
                <a:off x="2363" y="342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5" name="Rectangle 4444"/>
              <p:cNvSpPr/>
              <p:nvPr/>
            </p:nvSpPr>
            <p:spPr>
              <a:xfrm>
                <a:off x="2373" y="34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6" name="Rectangle 4445"/>
              <p:cNvSpPr/>
              <p:nvPr/>
            </p:nvSpPr>
            <p:spPr>
              <a:xfrm>
                <a:off x="2383" y="343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7" name="Rectangle 4446"/>
              <p:cNvSpPr/>
              <p:nvPr/>
            </p:nvSpPr>
            <p:spPr>
              <a:xfrm>
                <a:off x="2394" y="34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8" name="Rectangle 4447"/>
              <p:cNvSpPr/>
              <p:nvPr/>
            </p:nvSpPr>
            <p:spPr>
              <a:xfrm>
                <a:off x="2399" y="34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09" name="Rectangle 4448"/>
              <p:cNvSpPr/>
              <p:nvPr/>
            </p:nvSpPr>
            <p:spPr>
              <a:xfrm>
                <a:off x="2409" y="34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0" name="Rectangle 4449"/>
              <p:cNvSpPr/>
              <p:nvPr/>
            </p:nvSpPr>
            <p:spPr>
              <a:xfrm>
                <a:off x="2419" y="345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1" name="Rectangle 4450"/>
              <p:cNvSpPr/>
              <p:nvPr/>
            </p:nvSpPr>
            <p:spPr>
              <a:xfrm>
                <a:off x="2430" y="346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2" name="Rectangle 4451"/>
              <p:cNvSpPr/>
              <p:nvPr/>
            </p:nvSpPr>
            <p:spPr>
              <a:xfrm>
                <a:off x="2440" y="34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3" name="Rectangle 4452"/>
              <p:cNvSpPr/>
              <p:nvPr/>
            </p:nvSpPr>
            <p:spPr>
              <a:xfrm>
                <a:off x="2450" y="347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4" name="Rectangle 4453"/>
              <p:cNvSpPr/>
              <p:nvPr/>
            </p:nvSpPr>
            <p:spPr>
              <a:xfrm>
                <a:off x="2461" y="34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5" name="Rectangle 4454"/>
              <p:cNvSpPr/>
              <p:nvPr/>
            </p:nvSpPr>
            <p:spPr>
              <a:xfrm>
                <a:off x="2466" y="348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6" name="Rectangle 4455"/>
              <p:cNvSpPr/>
              <p:nvPr/>
            </p:nvSpPr>
            <p:spPr>
              <a:xfrm>
                <a:off x="2476" y="34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7" name="Rectangle 4456"/>
              <p:cNvSpPr/>
              <p:nvPr/>
            </p:nvSpPr>
            <p:spPr>
              <a:xfrm>
                <a:off x="2486" y="349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8" name="Rectangle 4457"/>
              <p:cNvSpPr/>
              <p:nvPr/>
            </p:nvSpPr>
            <p:spPr>
              <a:xfrm>
                <a:off x="2497" y="349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19" name="Rectangle 4458"/>
              <p:cNvSpPr/>
              <p:nvPr/>
            </p:nvSpPr>
            <p:spPr>
              <a:xfrm>
                <a:off x="2507" y="35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0" name="Rectangle 4459"/>
              <p:cNvSpPr/>
              <p:nvPr/>
            </p:nvSpPr>
            <p:spPr>
              <a:xfrm>
                <a:off x="2517" y="351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1" name="Rectangle 4460"/>
              <p:cNvSpPr/>
              <p:nvPr/>
            </p:nvSpPr>
            <p:spPr>
              <a:xfrm>
                <a:off x="2528" y="35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2" name="Rectangle 4461"/>
              <p:cNvSpPr/>
              <p:nvPr/>
            </p:nvSpPr>
            <p:spPr>
              <a:xfrm>
                <a:off x="2538" y="35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3" name="Rectangle 4462"/>
              <p:cNvSpPr/>
              <p:nvPr/>
            </p:nvSpPr>
            <p:spPr>
              <a:xfrm>
                <a:off x="2543" y="35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4" name="Rectangle 4463"/>
              <p:cNvSpPr/>
              <p:nvPr/>
            </p:nvSpPr>
            <p:spPr>
              <a:xfrm>
                <a:off x="2553" y="353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5" name="Rectangle 4464"/>
              <p:cNvSpPr/>
              <p:nvPr/>
            </p:nvSpPr>
            <p:spPr>
              <a:xfrm>
                <a:off x="2564" y="353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6" name="Rectangle 4465"/>
              <p:cNvSpPr/>
              <p:nvPr/>
            </p:nvSpPr>
            <p:spPr>
              <a:xfrm>
                <a:off x="2574" y="3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7" name="Rectangle 4466"/>
              <p:cNvSpPr/>
              <p:nvPr/>
            </p:nvSpPr>
            <p:spPr>
              <a:xfrm>
                <a:off x="2584" y="35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8" name="Rectangle 4467"/>
              <p:cNvSpPr/>
              <p:nvPr/>
            </p:nvSpPr>
            <p:spPr>
              <a:xfrm>
                <a:off x="2595" y="35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29" name="Rectangle 4468"/>
              <p:cNvSpPr/>
              <p:nvPr/>
            </p:nvSpPr>
            <p:spPr>
              <a:xfrm>
                <a:off x="2605" y="35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0" name="Rectangle 4469"/>
              <p:cNvSpPr/>
              <p:nvPr/>
            </p:nvSpPr>
            <p:spPr>
              <a:xfrm>
                <a:off x="2522" y="361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1" name="Rectangle 4470"/>
              <p:cNvSpPr/>
              <p:nvPr/>
            </p:nvSpPr>
            <p:spPr>
              <a:xfrm>
                <a:off x="2528" y="361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2" name="Rectangle 4471"/>
              <p:cNvSpPr/>
              <p:nvPr/>
            </p:nvSpPr>
            <p:spPr>
              <a:xfrm>
                <a:off x="2533" y="3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3" name="Rectangle 4472"/>
              <p:cNvSpPr/>
              <p:nvPr/>
            </p:nvSpPr>
            <p:spPr>
              <a:xfrm>
                <a:off x="2543" y="36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4" name="Rectangle 4473"/>
              <p:cNvSpPr/>
              <p:nvPr/>
            </p:nvSpPr>
            <p:spPr>
              <a:xfrm>
                <a:off x="2548" y="359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5" name="Rectangle 4474"/>
              <p:cNvSpPr/>
              <p:nvPr/>
            </p:nvSpPr>
            <p:spPr>
              <a:xfrm>
                <a:off x="2553" y="359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6" name="Rectangle 4475"/>
              <p:cNvSpPr/>
              <p:nvPr/>
            </p:nvSpPr>
            <p:spPr>
              <a:xfrm>
                <a:off x="2564" y="358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7" name="Rectangle 4476"/>
              <p:cNvSpPr/>
              <p:nvPr/>
            </p:nvSpPr>
            <p:spPr>
              <a:xfrm>
                <a:off x="2569" y="35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8" name="Rectangle 4477"/>
              <p:cNvSpPr/>
              <p:nvPr/>
            </p:nvSpPr>
            <p:spPr>
              <a:xfrm>
                <a:off x="2574" y="35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39" name="Rectangle 4478"/>
              <p:cNvSpPr/>
              <p:nvPr/>
            </p:nvSpPr>
            <p:spPr>
              <a:xfrm>
                <a:off x="2584" y="35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0" name="Rectangle 4479"/>
              <p:cNvSpPr/>
              <p:nvPr/>
            </p:nvSpPr>
            <p:spPr>
              <a:xfrm>
                <a:off x="2589" y="356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1" name="Rectangle 4480"/>
              <p:cNvSpPr/>
              <p:nvPr/>
            </p:nvSpPr>
            <p:spPr>
              <a:xfrm>
                <a:off x="2595" y="35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2" name="Rectangle 4481"/>
              <p:cNvSpPr/>
              <p:nvPr/>
            </p:nvSpPr>
            <p:spPr>
              <a:xfrm>
                <a:off x="2605" y="35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3" name="Rectangle 4482"/>
              <p:cNvSpPr/>
              <p:nvPr/>
            </p:nvSpPr>
            <p:spPr>
              <a:xfrm>
                <a:off x="1198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4" name="Rectangle 4483"/>
              <p:cNvSpPr/>
              <p:nvPr/>
            </p:nvSpPr>
            <p:spPr>
              <a:xfrm>
                <a:off x="1203" y="291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5" name="Rectangle 4484"/>
              <p:cNvSpPr/>
              <p:nvPr/>
            </p:nvSpPr>
            <p:spPr>
              <a:xfrm>
                <a:off x="1213" y="292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6" name="Rectangle 4485"/>
              <p:cNvSpPr/>
              <p:nvPr/>
            </p:nvSpPr>
            <p:spPr>
              <a:xfrm>
                <a:off x="1223" y="292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7" name="Rectangle 4486"/>
              <p:cNvSpPr/>
              <p:nvPr/>
            </p:nvSpPr>
            <p:spPr>
              <a:xfrm>
                <a:off x="1234" y="29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8" name="Rectangle 4487"/>
              <p:cNvSpPr/>
              <p:nvPr/>
            </p:nvSpPr>
            <p:spPr>
              <a:xfrm>
                <a:off x="1244" y="29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49" name="Rectangle 4488"/>
              <p:cNvSpPr/>
              <p:nvPr/>
            </p:nvSpPr>
            <p:spPr>
              <a:xfrm>
                <a:off x="1254" y="294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0" name="Rectangle 4489"/>
              <p:cNvSpPr/>
              <p:nvPr/>
            </p:nvSpPr>
            <p:spPr>
              <a:xfrm>
                <a:off x="1265" y="29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1" name="Rectangle 4490"/>
              <p:cNvSpPr/>
              <p:nvPr/>
            </p:nvSpPr>
            <p:spPr>
              <a:xfrm>
                <a:off x="1275" y="295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2" name="Rectangle 4491"/>
              <p:cNvSpPr/>
              <p:nvPr/>
            </p:nvSpPr>
            <p:spPr>
              <a:xfrm>
                <a:off x="1280" y="295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3" name="Rectangle 4492"/>
              <p:cNvSpPr/>
              <p:nvPr/>
            </p:nvSpPr>
            <p:spPr>
              <a:xfrm>
                <a:off x="1290" y="296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4" name="Rectangle 4493"/>
              <p:cNvSpPr/>
              <p:nvPr/>
            </p:nvSpPr>
            <p:spPr>
              <a:xfrm>
                <a:off x="1301" y="29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5" name="Rectangle 4494"/>
              <p:cNvSpPr/>
              <p:nvPr/>
            </p:nvSpPr>
            <p:spPr>
              <a:xfrm>
                <a:off x="1311" y="29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6" name="Rectangle 4495"/>
              <p:cNvSpPr/>
              <p:nvPr/>
            </p:nvSpPr>
            <p:spPr>
              <a:xfrm>
                <a:off x="1321" y="297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7" name="Rectangle 4496"/>
              <p:cNvSpPr/>
              <p:nvPr/>
            </p:nvSpPr>
            <p:spPr>
              <a:xfrm>
                <a:off x="1332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8" name="Rectangle 4497"/>
              <p:cNvSpPr/>
              <p:nvPr/>
            </p:nvSpPr>
            <p:spPr>
              <a:xfrm>
                <a:off x="1342" y="29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59" name="Rectangle 4498"/>
              <p:cNvSpPr/>
              <p:nvPr/>
            </p:nvSpPr>
            <p:spPr>
              <a:xfrm>
                <a:off x="1352" y="29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0" name="Rectangle 4499"/>
              <p:cNvSpPr/>
              <p:nvPr/>
            </p:nvSpPr>
            <p:spPr>
              <a:xfrm>
                <a:off x="1357" y="300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1" name="Rectangle 4500"/>
              <p:cNvSpPr/>
              <p:nvPr/>
            </p:nvSpPr>
            <p:spPr>
              <a:xfrm>
                <a:off x="1368" y="30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2" name="Rectangle 4501"/>
              <p:cNvSpPr/>
              <p:nvPr/>
            </p:nvSpPr>
            <p:spPr>
              <a:xfrm>
                <a:off x="1378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3" name="Rectangle 4502"/>
              <p:cNvSpPr/>
              <p:nvPr/>
            </p:nvSpPr>
            <p:spPr>
              <a:xfrm>
                <a:off x="1388" y="301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4" name="Rectangle 4503"/>
              <p:cNvSpPr/>
              <p:nvPr/>
            </p:nvSpPr>
            <p:spPr>
              <a:xfrm>
                <a:off x="1399" y="302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5" name="Rectangle 4504"/>
              <p:cNvSpPr/>
              <p:nvPr/>
            </p:nvSpPr>
            <p:spPr>
              <a:xfrm>
                <a:off x="1409" y="30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6" name="Rectangle 4505"/>
              <p:cNvSpPr/>
              <p:nvPr/>
            </p:nvSpPr>
            <p:spPr>
              <a:xfrm>
                <a:off x="1419" y="303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7" name="Rectangle 4506"/>
              <p:cNvSpPr/>
              <p:nvPr/>
            </p:nvSpPr>
            <p:spPr>
              <a:xfrm>
                <a:off x="1430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8" name="Rectangle 4507"/>
              <p:cNvSpPr/>
              <p:nvPr/>
            </p:nvSpPr>
            <p:spPr>
              <a:xfrm>
                <a:off x="1435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69" name="Rectangle 4508"/>
              <p:cNvSpPr/>
              <p:nvPr/>
            </p:nvSpPr>
            <p:spPr>
              <a:xfrm>
                <a:off x="1445" y="30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0" name="Rectangle 4509"/>
              <p:cNvSpPr/>
              <p:nvPr/>
            </p:nvSpPr>
            <p:spPr>
              <a:xfrm>
                <a:off x="1455" y="305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1" name="Rectangle 4510"/>
              <p:cNvSpPr/>
              <p:nvPr/>
            </p:nvSpPr>
            <p:spPr>
              <a:xfrm>
                <a:off x="1466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2" name="Rectangle 4511"/>
              <p:cNvSpPr/>
              <p:nvPr/>
            </p:nvSpPr>
            <p:spPr>
              <a:xfrm>
                <a:off x="1476" y="30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3" name="Rectangle 4512"/>
              <p:cNvSpPr/>
              <p:nvPr/>
            </p:nvSpPr>
            <p:spPr>
              <a:xfrm>
                <a:off x="1486" y="306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4" name="Rectangle 4513"/>
              <p:cNvSpPr/>
              <p:nvPr/>
            </p:nvSpPr>
            <p:spPr>
              <a:xfrm>
                <a:off x="1497" y="30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5" name="Rectangle 4514"/>
              <p:cNvSpPr/>
              <p:nvPr/>
            </p:nvSpPr>
            <p:spPr>
              <a:xfrm>
                <a:off x="1507" y="30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6" name="Rectangle 4515"/>
              <p:cNvSpPr/>
              <p:nvPr/>
            </p:nvSpPr>
            <p:spPr>
              <a:xfrm>
                <a:off x="1512" y="30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7" name="Rectangle 4516"/>
              <p:cNvSpPr/>
              <p:nvPr/>
            </p:nvSpPr>
            <p:spPr>
              <a:xfrm>
                <a:off x="1522" y="308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8" name="Rectangle 4517"/>
              <p:cNvSpPr/>
              <p:nvPr/>
            </p:nvSpPr>
            <p:spPr>
              <a:xfrm>
                <a:off x="1533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79" name="Rectangle 4518"/>
              <p:cNvSpPr/>
              <p:nvPr/>
            </p:nvSpPr>
            <p:spPr>
              <a:xfrm>
                <a:off x="1543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0" name="Rectangle 4519"/>
              <p:cNvSpPr/>
              <p:nvPr/>
            </p:nvSpPr>
            <p:spPr>
              <a:xfrm>
                <a:off x="1553" y="310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1" name="Rectangle 4520"/>
              <p:cNvSpPr/>
              <p:nvPr/>
            </p:nvSpPr>
            <p:spPr>
              <a:xfrm>
                <a:off x="1564" y="31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2" name="Rectangle 4521"/>
              <p:cNvSpPr/>
              <p:nvPr/>
            </p:nvSpPr>
            <p:spPr>
              <a:xfrm>
                <a:off x="1574" y="31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3" name="Rectangle 4522"/>
              <p:cNvSpPr/>
              <p:nvPr/>
            </p:nvSpPr>
            <p:spPr>
              <a:xfrm>
                <a:off x="1584" y="311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4" name="Rectangle 4523"/>
              <p:cNvSpPr/>
              <p:nvPr/>
            </p:nvSpPr>
            <p:spPr>
              <a:xfrm>
                <a:off x="1589" y="312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5" name="Rectangle 4524"/>
              <p:cNvSpPr/>
              <p:nvPr/>
            </p:nvSpPr>
            <p:spPr>
              <a:xfrm>
                <a:off x="1600" y="31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6" name="Rectangle 4525"/>
              <p:cNvSpPr/>
              <p:nvPr/>
            </p:nvSpPr>
            <p:spPr>
              <a:xfrm>
                <a:off x="1610" y="31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7" name="Rectangle 4526"/>
              <p:cNvSpPr/>
              <p:nvPr/>
            </p:nvSpPr>
            <p:spPr>
              <a:xfrm>
                <a:off x="1620" y="313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8" name="Rectangle 4527"/>
              <p:cNvSpPr/>
              <p:nvPr/>
            </p:nvSpPr>
            <p:spPr>
              <a:xfrm>
                <a:off x="1631" y="314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89" name="Rectangle 4528"/>
              <p:cNvSpPr/>
              <p:nvPr/>
            </p:nvSpPr>
            <p:spPr>
              <a:xfrm>
                <a:off x="1641" y="31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0" name="Rectangle 4529"/>
              <p:cNvSpPr/>
              <p:nvPr/>
            </p:nvSpPr>
            <p:spPr>
              <a:xfrm>
                <a:off x="1651" y="3154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1" name="Rectangle 4530"/>
              <p:cNvSpPr/>
              <p:nvPr/>
            </p:nvSpPr>
            <p:spPr>
              <a:xfrm>
                <a:off x="1662" y="316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2" name="Rectangle 4531"/>
              <p:cNvSpPr/>
              <p:nvPr/>
            </p:nvSpPr>
            <p:spPr>
              <a:xfrm>
                <a:off x="1667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3" name="Rectangle 4532"/>
              <p:cNvSpPr/>
              <p:nvPr/>
            </p:nvSpPr>
            <p:spPr>
              <a:xfrm>
                <a:off x="1677" y="31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4" name="Rectangle 4533"/>
              <p:cNvSpPr/>
              <p:nvPr/>
            </p:nvSpPr>
            <p:spPr>
              <a:xfrm>
                <a:off x="1687" y="317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5" name="Rectangle 4534"/>
              <p:cNvSpPr/>
              <p:nvPr/>
            </p:nvSpPr>
            <p:spPr>
              <a:xfrm>
                <a:off x="1698" y="31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6" name="Rectangle 4535"/>
              <p:cNvSpPr/>
              <p:nvPr/>
            </p:nvSpPr>
            <p:spPr>
              <a:xfrm>
                <a:off x="1708" y="31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7" name="Rectangle 4536"/>
              <p:cNvSpPr/>
              <p:nvPr/>
            </p:nvSpPr>
            <p:spPr>
              <a:xfrm>
                <a:off x="1718" y="319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8" name="Rectangle 4537"/>
              <p:cNvSpPr/>
              <p:nvPr/>
            </p:nvSpPr>
            <p:spPr>
              <a:xfrm>
                <a:off x="1729" y="319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299" name="Rectangle 4538"/>
              <p:cNvSpPr/>
              <p:nvPr/>
            </p:nvSpPr>
            <p:spPr>
              <a:xfrm>
                <a:off x="1739" y="320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0" name="Rectangle 4539"/>
              <p:cNvSpPr/>
              <p:nvPr/>
            </p:nvSpPr>
            <p:spPr>
              <a:xfrm>
                <a:off x="1744" y="32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1" name="Rectangle 4540"/>
              <p:cNvSpPr/>
              <p:nvPr/>
            </p:nvSpPr>
            <p:spPr>
              <a:xfrm>
                <a:off x="1754" y="321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2" name="Rectangle 4541"/>
              <p:cNvSpPr/>
              <p:nvPr/>
            </p:nvSpPr>
            <p:spPr>
              <a:xfrm>
                <a:off x="1765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3" name="Rectangle 4542"/>
              <p:cNvSpPr/>
              <p:nvPr/>
            </p:nvSpPr>
            <p:spPr>
              <a:xfrm>
                <a:off x="1775" y="32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4" name="Rectangle 4543"/>
              <p:cNvSpPr/>
              <p:nvPr/>
            </p:nvSpPr>
            <p:spPr>
              <a:xfrm>
                <a:off x="1785" y="322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5" name="Rectangle 4544"/>
              <p:cNvSpPr/>
              <p:nvPr/>
            </p:nvSpPr>
            <p:spPr>
              <a:xfrm>
                <a:off x="1796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6" name="Rectangle 4545"/>
              <p:cNvSpPr/>
              <p:nvPr/>
            </p:nvSpPr>
            <p:spPr>
              <a:xfrm>
                <a:off x="1806" y="32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7" name="Rectangle 4546"/>
              <p:cNvSpPr/>
              <p:nvPr/>
            </p:nvSpPr>
            <p:spPr>
              <a:xfrm>
                <a:off x="1816" y="32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8" name="Rectangle 4547"/>
              <p:cNvSpPr/>
              <p:nvPr/>
            </p:nvSpPr>
            <p:spPr>
              <a:xfrm>
                <a:off x="1821" y="324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09" name="Rectangle 4548"/>
              <p:cNvSpPr/>
              <p:nvPr/>
            </p:nvSpPr>
            <p:spPr>
              <a:xfrm>
                <a:off x="1832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0" name="Rectangle 4549"/>
              <p:cNvSpPr/>
              <p:nvPr/>
            </p:nvSpPr>
            <p:spPr>
              <a:xfrm>
                <a:off x="1842" y="325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1" name="Rectangle 4550"/>
              <p:cNvSpPr/>
              <p:nvPr/>
            </p:nvSpPr>
            <p:spPr>
              <a:xfrm>
                <a:off x="1852" y="326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2" name="Rectangle 4551"/>
              <p:cNvSpPr/>
              <p:nvPr/>
            </p:nvSpPr>
            <p:spPr>
              <a:xfrm>
                <a:off x="1863" y="32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3" name="Rectangle 4552"/>
              <p:cNvSpPr/>
              <p:nvPr/>
            </p:nvSpPr>
            <p:spPr>
              <a:xfrm>
                <a:off x="1873" y="32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4" name="Rectangle 4553"/>
              <p:cNvSpPr/>
              <p:nvPr/>
            </p:nvSpPr>
            <p:spPr>
              <a:xfrm>
                <a:off x="1883" y="327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5" name="Rectangle 4554"/>
              <p:cNvSpPr/>
              <p:nvPr/>
            </p:nvSpPr>
            <p:spPr>
              <a:xfrm>
                <a:off x="1894" y="328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6" name="Rectangle 4555"/>
              <p:cNvSpPr/>
              <p:nvPr/>
            </p:nvSpPr>
            <p:spPr>
              <a:xfrm>
                <a:off x="1904" y="32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7" name="Rectangle 4556"/>
              <p:cNvSpPr/>
              <p:nvPr/>
            </p:nvSpPr>
            <p:spPr>
              <a:xfrm>
                <a:off x="1909" y="329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8" name="Rectangle 4557"/>
              <p:cNvSpPr/>
              <p:nvPr/>
            </p:nvSpPr>
            <p:spPr>
              <a:xfrm>
                <a:off x="1919" y="329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19" name="Rectangle 4558"/>
              <p:cNvSpPr/>
              <p:nvPr/>
            </p:nvSpPr>
            <p:spPr>
              <a:xfrm>
                <a:off x="1930" y="33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0" name="Rectangle 4559"/>
              <p:cNvSpPr/>
              <p:nvPr/>
            </p:nvSpPr>
            <p:spPr>
              <a:xfrm>
                <a:off x="1940" y="33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1" name="Rectangle 4560"/>
              <p:cNvSpPr/>
              <p:nvPr/>
            </p:nvSpPr>
            <p:spPr>
              <a:xfrm>
                <a:off x="1950" y="331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2" name="Rectangle 4561"/>
              <p:cNvSpPr/>
              <p:nvPr/>
            </p:nvSpPr>
            <p:spPr>
              <a:xfrm>
                <a:off x="1961" y="33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3" name="Rectangle 4562"/>
              <p:cNvSpPr/>
              <p:nvPr/>
            </p:nvSpPr>
            <p:spPr>
              <a:xfrm>
                <a:off x="1971" y="33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4" name="Rectangle 4563"/>
              <p:cNvSpPr/>
              <p:nvPr/>
            </p:nvSpPr>
            <p:spPr>
              <a:xfrm>
                <a:off x="1981" y="332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5" name="Rectangle 4564"/>
              <p:cNvSpPr/>
              <p:nvPr/>
            </p:nvSpPr>
            <p:spPr>
              <a:xfrm>
                <a:off x="1986" y="333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6" name="Rectangle 4565"/>
              <p:cNvSpPr/>
              <p:nvPr/>
            </p:nvSpPr>
            <p:spPr>
              <a:xfrm>
                <a:off x="1997" y="33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7" name="Rectangle 4566"/>
              <p:cNvSpPr/>
              <p:nvPr/>
            </p:nvSpPr>
            <p:spPr>
              <a:xfrm>
                <a:off x="2007" y="33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8" name="Rectangle 4567"/>
              <p:cNvSpPr/>
              <p:nvPr/>
            </p:nvSpPr>
            <p:spPr>
              <a:xfrm>
                <a:off x="2017" y="335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29" name="Rectangle 4568"/>
              <p:cNvSpPr/>
              <p:nvPr/>
            </p:nvSpPr>
            <p:spPr>
              <a:xfrm>
                <a:off x="2028" y="33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0" name="Rectangle 4569"/>
              <p:cNvSpPr/>
              <p:nvPr/>
            </p:nvSpPr>
            <p:spPr>
              <a:xfrm>
                <a:off x="2038" y="336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1" name="Rectangle 4570"/>
              <p:cNvSpPr/>
              <p:nvPr/>
            </p:nvSpPr>
            <p:spPr>
              <a:xfrm>
                <a:off x="2048" y="3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2" name="Rectangle 4571"/>
              <p:cNvSpPr/>
              <p:nvPr/>
            </p:nvSpPr>
            <p:spPr>
              <a:xfrm>
                <a:off x="2058" y="337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3" name="Rectangle 4572"/>
              <p:cNvSpPr/>
              <p:nvPr/>
            </p:nvSpPr>
            <p:spPr>
              <a:xfrm>
                <a:off x="2064" y="33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4" name="Rectangle 4573"/>
              <p:cNvSpPr/>
              <p:nvPr/>
            </p:nvSpPr>
            <p:spPr>
              <a:xfrm>
                <a:off x="2074" y="33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5" name="Rectangle 4574"/>
              <p:cNvSpPr/>
              <p:nvPr/>
            </p:nvSpPr>
            <p:spPr>
              <a:xfrm>
                <a:off x="2084" y="338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6" name="Rectangle 4575"/>
              <p:cNvSpPr/>
              <p:nvPr/>
            </p:nvSpPr>
            <p:spPr>
              <a:xfrm>
                <a:off x="2095" y="33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7" name="Rectangle 4576"/>
              <p:cNvSpPr/>
              <p:nvPr/>
            </p:nvSpPr>
            <p:spPr>
              <a:xfrm>
                <a:off x="2105" y="339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8" name="Rectangle 4577"/>
              <p:cNvSpPr/>
              <p:nvPr/>
            </p:nvSpPr>
            <p:spPr>
              <a:xfrm>
                <a:off x="2115" y="3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39" name="Rectangle 4578"/>
              <p:cNvSpPr/>
              <p:nvPr/>
            </p:nvSpPr>
            <p:spPr>
              <a:xfrm>
                <a:off x="2125" y="340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0" name="Rectangle 4579"/>
              <p:cNvSpPr/>
              <p:nvPr/>
            </p:nvSpPr>
            <p:spPr>
              <a:xfrm>
                <a:off x="2136" y="34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1" name="Rectangle 4580"/>
              <p:cNvSpPr/>
              <p:nvPr/>
            </p:nvSpPr>
            <p:spPr>
              <a:xfrm>
                <a:off x="2141" y="341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2" name="Rectangle 4581"/>
              <p:cNvSpPr/>
              <p:nvPr/>
            </p:nvSpPr>
            <p:spPr>
              <a:xfrm>
                <a:off x="2151" y="342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3" name="Rectangle 4582"/>
              <p:cNvSpPr/>
              <p:nvPr/>
            </p:nvSpPr>
            <p:spPr>
              <a:xfrm>
                <a:off x="2162" y="342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4" name="Rectangle 4583"/>
              <p:cNvSpPr/>
              <p:nvPr/>
            </p:nvSpPr>
            <p:spPr>
              <a:xfrm>
                <a:off x="2172" y="34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5" name="Rectangle 4584"/>
              <p:cNvSpPr/>
              <p:nvPr/>
            </p:nvSpPr>
            <p:spPr>
              <a:xfrm>
                <a:off x="2182" y="343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6" name="Rectangle 4585"/>
              <p:cNvSpPr/>
              <p:nvPr/>
            </p:nvSpPr>
            <p:spPr>
              <a:xfrm>
                <a:off x="2193" y="344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7" name="Rectangle 4586"/>
              <p:cNvSpPr/>
              <p:nvPr/>
            </p:nvSpPr>
            <p:spPr>
              <a:xfrm>
                <a:off x="2203" y="34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8" name="Rectangle 4587"/>
              <p:cNvSpPr/>
              <p:nvPr/>
            </p:nvSpPr>
            <p:spPr>
              <a:xfrm>
                <a:off x="2213" y="34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49" name="Rectangle 4588"/>
              <p:cNvSpPr/>
              <p:nvPr/>
            </p:nvSpPr>
            <p:spPr>
              <a:xfrm>
                <a:off x="2218" y="345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0" name="Rectangle 4589"/>
              <p:cNvSpPr/>
              <p:nvPr/>
            </p:nvSpPr>
            <p:spPr>
              <a:xfrm>
                <a:off x="2229" y="346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1" name="Rectangle 4590"/>
              <p:cNvSpPr/>
              <p:nvPr/>
            </p:nvSpPr>
            <p:spPr>
              <a:xfrm>
                <a:off x="2239" y="34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2" name="Rectangle 4591"/>
              <p:cNvSpPr/>
              <p:nvPr/>
            </p:nvSpPr>
            <p:spPr>
              <a:xfrm>
                <a:off x="2249" y="347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3" name="Rectangle 4592"/>
              <p:cNvSpPr/>
              <p:nvPr/>
            </p:nvSpPr>
            <p:spPr>
              <a:xfrm>
                <a:off x="2260" y="347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4" name="Rectangle 4593"/>
              <p:cNvSpPr/>
              <p:nvPr/>
            </p:nvSpPr>
            <p:spPr>
              <a:xfrm>
                <a:off x="2270" y="348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5" name="Rectangle 4594"/>
              <p:cNvSpPr/>
              <p:nvPr/>
            </p:nvSpPr>
            <p:spPr>
              <a:xfrm>
                <a:off x="2280" y="34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6" name="Rectangle 4595"/>
              <p:cNvSpPr/>
              <p:nvPr/>
            </p:nvSpPr>
            <p:spPr>
              <a:xfrm>
                <a:off x="2290" y="3494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7" name="Rectangle 4596"/>
              <p:cNvSpPr/>
              <p:nvPr/>
            </p:nvSpPr>
            <p:spPr>
              <a:xfrm>
                <a:off x="2296" y="349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8" name="Rectangle 4597"/>
              <p:cNvSpPr/>
              <p:nvPr/>
            </p:nvSpPr>
            <p:spPr>
              <a:xfrm>
                <a:off x="2306" y="35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59" name="Rectangle 4598"/>
              <p:cNvSpPr/>
              <p:nvPr/>
            </p:nvSpPr>
            <p:spPr>
              <a:xfrm>
                <a:off x="2316" y="351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0" name="Rectangle 4599"/>
              <p:cNvSpPr/>
              <p:nvPr/>
            </p:nvSpPr>
            <p:spPr>
              <a:xfrm>
                <a:off x="2327" y="35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1" name="Rectangle 4600"/>
              <p:cNvSpPr/>
              <p:nvPr/>
            </p:nvSpPr>
            <p:spPr>
              <a:xfrm>
                <a:off x="2337" y="35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2" name="Rectangle 4601"/>
              <p:cNvSpPr/>
              <p:nvPr/>
            </p:nvSpPr>
            <p:spPr>
              <a:xfrm>
                <a:off x="2347" y="35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3" name="Rectangle 4602"/>
              <p:cNvSpPr/>
              <p:nvPr/>
            </p:nvSpPr>
            <p:spPr>
              <a:xfrm>
                <a:off x="2357" y="353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4" name="Rectangle 4603"/>
              <p:cNvSpPr/>
              <p:nvPr/>
            </p:nvSpPr>
            <p:spPr>
              <a:xfrm>
                <a:off x="2368" y="35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5" name="Rectangle 4604"/>
              <p:cNvSpPr/>
              <p:nvPr/>
            </p:nvSpPr>
            <p:spPr>
              <a:xfrm>
                <a:off x="2373" y="3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6" name="Rectangle 4605"/>
              <p:cNvSpPr/>
              <p:nvPr/>
            </p:nvSpPr>
            <p:spPr>
              <a:xfrm>
                <a:off x="2383" y="354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7" name="Rectangle 4606"/>
              <p:cNvSpPr/>
              <p:nvPr/>
            </p:nvSpPr>
            <p:spPr>
              <a:xfrm>
                <a:off x="2394" y="35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8" name="Rectangle 4607"/>
              <p:cNvSpPr/>
              <p:nvPr/>
            </p:nvSpPr>
            <p:spPr>
              <a:xfrm>
                <a:off x="2404" y="35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69" name="Rectangle 4608"/>
              <p:cNvSpPr/>
              <p:nvPr/>
            </p:nvSpPr>
            <p:spPr>
              <a:xfrm>
                <a:off x="2414" y="356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0" name="Rectangle 4609"/>
              <p:cNvSpPr/>
              <p:nvPr/>
            </p:nvSpPr>
            <p:spPr>
              <a:xfrm>
                <a:off x="2425" y="356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1" name="Rectangle 4610"/>
              <p:cNvSpPr/>
              <p:nvPr/>
            </p:nvSpPr>
            <p:spPr>
              <a:xfrm>
                <a:off x="2435" y="357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2" name="Rectangle 4611"/>
              <p:cNvSpPr/>
              <p:nvPr/>
            </p:nvSpPr>
            <p:spPr>
              <a:xfrm>
                <a:off x="2445" y="357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3" name="Rectangle 4612"/>
              <p:cNvSpPr/>
              <p:nvPr/>
            </p:nvSpPr>
            <p:spPr>
              <a:xfrm>
                <a:off x="2450" y="358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4" name="Rectangle 4613"/>
              <p:cNvSpPr/>
              <p:nvPr/>
            </p:nvSpPr>
            <p:spPr>
              <a:xfrm>
                <a:off x="2461" y="358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5" name="Rectangle 4614"/>
              <p:cNvSpPr/>
              <p:nvPr/>
            </p:nvSpPr>
            <p:spPr>
              <a:xfrm>
                <a:off x="2471" y="35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6" name="Rectangle 4615"/>
              <p:cNvSpPr/>
              <p:nvPr/>
            </p:nvSpPr>
            <p:spPr>
              <a:xfrm>
                <a:off x="2481" y="359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7" name="Rectangle 4616"/>
              <p:cNvSpPr/>
              <p:nvPr/>
            </p:nvSpPr>
            <p:spPr>
              <a:xfrm>
                <a:off x="2492" y="36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8" name="Rectangle 4617"/>
              <p:cNvSpPr/>
              <p:nvPr/>
            </p:nvSpPr>
            <p:spPr>
              <a:xfrm>
                <a:off x="2502" y="360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79" name="Rectangle 4618"/>
              <p:cNvSpPr/>
              <p:nvPr/>
            </p:nvSpPr>
            <p:spPr>
              <a:xfrm>
                <a:off x="2512" y="36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0" name="Rectangle 4619"/>
              <p:cNvSpPr/>
              <p:nvPr/>
            </p:nvSpPr>
            <p:spPr>
              <a:xfrm>
                <a:off x="2522" y="3618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1" name="Rectangle 4620"/>
              <p:cNvSpPr/>
              <p:nvPr/>
            </p:nvSpPr>
            <p:spPr>
              <a:xfrm>
                <a:off x="1198" y="29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2" name="Rectangle 4621"/>
              <p:cNvSpPr/>
              <p:nvPr/>
            </p:nvSpPr>
            <p:spPr>
              <a:xfrm>
                <a:off x="1203" y="290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3" name="Rectangle 4622"/>
              <p:cNvSpPr/>
              <p:nvPr/>
            </p:nvSpPr>
            <p:spPr>
              <a:xfrm>
                <a:off x="1208" y="29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4" name="Rectangle 4623"/>
              <p:cNvSpPr/>
              <p:nvPr/>
            </p:nvSpPr>
            <p:spPr>
              <a:xfrm>
                <a:off x="1218" y="289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5" name="Rectangle 4624"/>
              <p:cNvSpPr/>
              <p:nvPr/>
            </p:nvSpPr>
            <p:spPr>
              <a:xfrm>
                <a:off x="1223" y="289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6" name="Rectangle 4625"/>
              <p:cNvSpPr/>
              <p:nvPr/>
            </p:nvSpPr>
            <p:spPr>
              <a:xfrm>
                <a:off x="1228" y="2886"/>
                <a:ext cx="6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7" name="Rectangle 4626"/>
              <p:cNvSpPr/>
              <p:nvPr/>
            </p:nvSpPr>
            <p:spPr>
              <a:xfrm>
                <a:off x="1234" y="288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8" name="Rectangle 4627"/>
              <p:cNvSpPr/>
              <p:nvPr/>
            </p:nvSpPr>
            <p:spPr>
              <a:xfrm>
                <a:off x="1239" y="28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389" name="Rectangle 4628"/>
              <p:cNvSpPr/>
              <p:nvPr/>
            </p:nvSpPr>
            <p:spPr>
              <a:xfrm>
                <a:off x="1249" y="28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701" name="Group 4629"/>
            <p:cNvGrpSpPr/>
            <p:nvPr/>
          </p:nvGrpSpPr>
          <p:grpSpPr>
            <a:xfrm>
              <a:off x="1130" y="2845"/>
              <a:ext cx="1315" cy="912"/>
              <a:chOff x="1130" y="2845"/>
              <a:chExt cx="1315" cy="912"/>
            </a:xfrm>
          </p:grpSpPr>
          <p:sp>
            <p:nvSpPr>
              <p:cNvPr id="28990" name="Rectangle 4630"/>
              <p:cNvSpPr/>
              <p:nvPr/>
            </p:nvSpPr>
            <p:spPr>
              <a:xfrm>
                <a:off x="1254" y="28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91" name="Rectangle 4631"/>
              <p:cNvSpPr/>
              <p:nvPr/>
            </p:nvSpPr>
            <p:spPr>
              <a:xfrm>
                <a:off x="1259" y="286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92" name="Rectangle 4632"/>
              <p:cNvSpPr/>
              <p:nvPr/>
            </p:nvSpPr>
            <p:spPr>
              <a:xfrm>
                <a:off x="1265" y="28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93" name="Rectangle 4633"/>
              <p:cNvSpPr/>
              <p:nvPr/>
            </p:nvSpPr>
            <p:spPr>
              <a:xfrm>
                <a:off x="1275" y="285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94" name="Rectangle 4634"/>
              <p:cNvSpPr/>
              <p:nvPr/>
            </p:nvSpPr>
            <p:spPr>
              <a:xfrm>
                <a:off x="1280" y="284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95" name="Rectangle 4635"/>
              <p:cNvSpPr/>
              <p:nvPr/>
            </p:nvSpPr>
            <p:spPr>
              <a:xfrm>
                <a:off x="1208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96" name="Rectangle 4636"/>
              <p:cNvSpPr/>
              <p:nvPr/>
            </p:nvSpPr>
            <p:spPr>
              <a:xfrm>
                <a:off x="1213" y="30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97" name="Rectangle 4637"/>
              <p:cNvSpPr/>
              <p:nvPr/>
            </p:nvSpPr>
            <p:spPr>
              <a:xfrm>
                <a:off x="1223" y="303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98" name="Rectangle 4638"/>
              <p:cNvSpPr/>
              <p:nvPr/>
            </p:nvSpPr>
            <p:spPr>
              <a:xfrm>
                <a:off x="1234" y="30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99" name="Rectangle 4639"/>
              <p:cNvSpPr/>
              <p:nvPr/>
            </p:nvSpPr>
            <p:spPr>
              <a:xfrm>
                <a:off x="1244" y="30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0" name="Rectangle 4640"/>
              <p:cNvSpPr/>
              <p:nvPr/>
            </p:nvSpPr>
            <p:spPr>
              <a:xfrm>
                <a:off x="1254" y="305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1" name="Rectangle 4641"/>
              <p:cNvSpPr/>
              <p:nvPr/>
            </p:nvSpPr>
            <p:spPr>
              <a:xfrm>
                <a:off x="1265" y="305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2" name="Rectangle 4642"/>
              <p:cNvSpPr/>
              <p:nvPr/>
            </p:nvSpPr>
            <p:spPr>
              <a:xfrm>
                <a:off x="1275" y="30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3" name="Rectangle 4643"/>
              <p:cNvSpPr/>
              <p:nvPr/>
            </p:nvSpPr>
            <p:spPr>
              <a:xfrm>
                <a:off x="1285" y="306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4" name="Rectangle 4644"/>
              <p:cNvSpPr/>
              <p:nvPr/>
            </p:nvSpPr>
            <p:spPr>
              <a:xfrm>
                <a:off x="1290" y="307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5" name="Rectangle 4645"/>
              <p:cNvSpPr/>
              <p:nvPr/>
            </p:nvSpPr>
            <p:spPr>
              <a:xfrm>
                <a:off x="1301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6" name="Rectangle 4646"/>
              <p:cNvSpPr/>
              <p:nvPr/>
            </p:nvSpPr>
            <p:spPr>
              <a:xfrm>
                <a:off x="1311" y="30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7" name="Rectangle 4647"/>
              <p:cNvSpPr/>
              <p:nvPr/>
            </p:nvSpPr>
            <p:spPr>
              <a:xfrm>
                <a:off x="1321" y="308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8" name="Rectangle 4648"/>
              <p:cNvSpPr/>
              <p:nvPr/>
            </p:nvSpPr>
            <p:spPr>
              <a:xfrm>
                <a:off x="1332" y="309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09" name="Rectangle 4649"/>
              <p:cNvSpPr/>
              <p:nvPr/>
            </p:nvSpPr>
            <p:spPr>
              <a:xfrm>
                <a:off x="1342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0" name="Rectangle 4650"/>
              <p:cNvSpPr/>
              <p:nvPr/>
            </p:nvSpPr>
            <p:spPr>
              <a:xfrm>
                <a:off x="1352" y="310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1" name="Rectangle 4651"/>
              <p:cNvSpPr/>
              <p:nvPr/>
            </p:nvSpPr>
            <p:spPr>
              <a:xfrm>
                <a:off x="1357" y="310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2" name="Rectangle 4652"/>
              <p:cNvSpPr/>
              <p:nvPr/>
            </p:nvSpPr>
            <p:spPr>
              <a:xfrm>
                <a:off x="1368" y="31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3" name="Rectangle 4653"/>
              <p:cNvSpPr/>
              <p:nvPr/>
            </p:nvSpPr>
            <p:spPr>
              <a:xfrm>
                <a:off x="1378" y="31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4" name="Rectangle 4654"/>
              <p:cNvSpPr/>
              <p:nvPr/>
            </p:nvSpPr>
            <p:spPr>
              <a:xfrm>
                <a:off x="1388" y="312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5" name="Rectangle 4655"/>
              <p:cNvSpPr/>
              <p:nvPr/>
            </p:nvSpPr>
            <p:spPr>
              <a:xfrm>
                <a:off x="1399" y="31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6" name="Rectangle 4656"/>
              <p:cNvSpPr/>
              <p:nvPr/>
            </p:nvSpPr>
            <p:spPr>
              <a:xfrm>
                <a:off x="1409" y="313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7" name="Rectangle 4657"/>
              <p:cNvSpPr/>
              <p:nvPr/>
            </p:nvSpPr>
            <p:spPr>
              <a:xfrm>
                <a:off x="1419" y="313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8" name="Rectangle 4658"/>
              <p:cNvSpPr/>
              <p:nvPr/>
            </p:nvSpPr>
            <p:spPr>
              <a:xfrm>
                <a:off x="1430" y="31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19" name="Rectangle 4659"/>
              <p:cNvSpPr/>
              <p:nvPr/>
            </p:nvSpPr>
            <p:spPr>
              <a:xfrm>
                <a:off x="1435" y="31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0" name="Rectangle 4660"/>
              <p:cNvSpPr/>
              <p:nvPr/>
            </p:nvSpPr>
            <p:spPr>
              <a:xfrm>
                <a:off x="1445" y="315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1" name="Rectangle 4661"/>
              <p:cNvSpPr/>
              <p:nvPr/>
            </p:nvSpPr>
            <p:spPr>
              <a:xfrm>
                <a:off x="1455" y="316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2" name="Rectangle 4662"/>
              <p:cNvSpPr/>
              <p:nvPr/>
            </p:nvSpPr>
            <p:spPr>
              <a:xfrm>
                <a:off x="1466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3" name="Rectangle 4663"/>
              <p:cNvSpPr/>
              <p:nvPr/>
            </p:nvSpPr>
            <p:spPr>
              <a:xfrm>
                <a:off x="1476" y="317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4" name="Rectangle 4664"/>
              <p:cNvSpPr/>
              <p:nvPr/>
            </p:nvSpPr>
            <p:spPr>
              <a:xfrm>
                <a:off x="1486" y="317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5" name="Rectangle 4665"/>
              <p:cNvSpPr/>
              <p:nvPr/>
            </p:nvSpPr>
            <p:spPr>
              <a:xfrm>
                <a:off x="1497" y="318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6" name="Rectangle 4666"/>
              <p:cNvSpPr/>
              <p:nvPr/>
            </p:nvSpPr>
            <p:spPr>
              <a:xfrm>
                <a:off x="1502" y="31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7" name="Rectangle 4667"/>
              <p:cNvSpPr/>
              <p:nvPr/>
            </p:nvSpPr>
            <p:spPr>
              <a:xfrm>
                <a:off x="1512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8" name="Rectangle 4668"/>
              <p:cNvSpPr/>
              <p:nvPr/>
            </p:nvSpPr>
            <p:spPr>
              <a:xfrm>
                <a:off x="1522" y="319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29" name="Rectangle 4669"/>
              <p:cNvSpPr/>
              <p:nvPr/>
            </p:nvSpPr>
            <p:spPr>
              <a:xfrm>
                <a:off x="1533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0" name="Rectangle 4670"/>
              <p:cNvSpPr/>
              <p:nvPr/>
            </p:nvSpPr>
            <p:spPr>
              <a:xfrm>
                <a:off x="1543" y="32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1" name="Rectangle 4671"/>
              <p:cNvSpPr/>
              <p:nvPr/>
            </p:nvSpPr>
            <p:spPr>
              <a:xfrm>
                <a:off x="1553" y="321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2" name="Rectangle 4672"/>
              <p:cNvSpPr/>
              <p:nvPr/>
            </p:nvSpPr>
            <p:spPr>
              <a:xfrm>
                <a:off x="1564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3" name="Rectangle 4673"/>
              <p:cNvSpPr/>
              <p:nvPr/>
            </p:nvSpPr>
            <p:spPr>
              <a:xfrm>
                <a:off x="1574" y="32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4" name="Rectangle 4674"/>
              <p:cNvSpPr/>
              <p:nvPr/>
            </p:nvSpPr>
            <p:spPr>
              <a:xfrm>
                <a:off x="1579" y="322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5" name="Rectangle 4675"/>
              <p:cNvSpPr/>
              <p:nvPr/>
            </p:nvSpPr>
            <p:spPr>
              <a:xfrm>
                <a:off x="1589" y="32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6" name="Rectangle 4676"/>
              <p:cNvSpPr/>
              <p:nvPr/>
            </p:nvSpPr>
            <p:spPr>
              <a:xfrm>
                <a:off x="1600" y="32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7" name="Rectangle 4677"/>
              <p:cNvSpPr/>
              <p:nvPr/>
            </p:nvSpPr>
            <p:spPr>
              <a:xfrm>
                <a:off x="1610" y="32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8" name="Rectangle 4678"/>
              <p:cNvSpPr/>
              <p:nvPr/>
            </p:nvSpPr>
            <p:spPr>
              <a:xfrm>
                <a:off x="1620" y="324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39" name="Rectangle 4679"/>
              <p:cNvSpPr/>
              <p:nvPr/>
            </p:nvSpPr>
            <p:spPr>
              <a:xfrm>
                <a:off x="1631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0" name="Rectangle 4680"/>
              <p:cNvSpPr/>
              <p:nvPr/>
            </p:nvSpPr>
            <p:spPr>
              <a:xfrm>
                <a:off x="1641" y="325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1" name="Rectangle 4681"/>
              <p:cNvSpPr/>
              <p:nvPr/>
            </p:nvSpPr>
            <p:spPr>
              <a:xfrm>
                <a:off x="1646" y="3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2" name="Rectangle 4682"/>
              <p:cNvSpPr/>
              <p:nvPr/>
            </p:nvSpPr>
            <p:spPr>
              <a:xfrm>
                <a:off x="1656" y="326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3" name="Rectangle 4683"/>
              <p:cNvSpPr/>
              <p:nvPr/>
            </p:nvSpPr>
            <p:spPr>
              <a:xfrm>
                <a:off x="1667" y="32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4" name="Rectangle 4684"/>
              <p:cNvSpPr/>
              <p:nvPr/>
            </p:nvSpPr>
            <p:spPr>
              <a:xfrm>
                <a:off x="1677" y="32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5" name="Rectangle 4685"/>
              <p:cNvSpPr/>
              <p:nvPr/>
            </p:nvSpPr>
            <p:spPr>
              <a:xfrm>
                <a:off x="1687" y="328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6" name="Rectangle 4686"/>
              <p:cNvSpPr/>
              <p:nvPr/>
            </p:nvSpPr>
            <p:spPr>
              <a:xfrm>
                <a:off x="1698" y="32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7" name="Rectangle 4687"/>
              <p:cNvSpPr/>
              <p:nvPr/>
            </p:nvSpPr>
            <p:spPr>
              <a:xfrm>
                <a:off x="1708" y="329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8" name="Rectangle 4688"/>
              <p:cNvSpPr/>
              <p:nvPr/>
            </p:nvSpPr>
            <p:spPr>
              <a:xfrm>
                <a:off x="1718" y="329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49" name="Rectangle 4689"/>
              <p:cNvSpPr/>
              <p:nvPr/>
            </p:nvSpPr>
            <p:spPr>
              <a:xfrm>
                <a:off x="1723" y="330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0" name="Rectangle 4690"/>
              <p:cNvSpPr/>
              <p:nvPr/>
            </p:nvSpPr>
            <p:spPr>
              <a:xfrm>
                <a:off x="1734" y="33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1" name="Rectangle 4691"/>
              <p:cNvSpPr/>
              <p:nvPr/>
            </p:nvSpPr>
            <p:spPr>
              <a:xfrm>
                <a:off x="1744" y="331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2" name="Rectangle 4692"/>
              <p:cNvSpPr/>
              <p:nvPr/>
            </p:nvSpPr>
            <p:spPr>
              <a:xfrm>
                <a:off x="1754" y="331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3" name="Rectangle 4693"/>
              <p:cNvSpPr/>
              <p:nvPr/>
            </p:nvSpPr>
            <p:spPr>
              <a:xfrm>
                <a:off x="1765" y="332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4" name="Rectangle 4694"/>
              <p:cNvSpPr/>
              <p:nvPr/>
            </p:nvSpPr>
            <p:spPr>
              <a:xfrm>
                <a:off x="1775" y="332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5" name="Rectangle 4695"/>
              <p:cNvSpPr/>
              <p:nvPr/>
            </p:nvSpPr>
            <p:spPr>
              <a:xfrm>
                <a:off x="1785" y="333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6" name="Rectangle 4696"/>
              <p:cNvSpPr/>
              <p:nvPr/>
            </p:nvSpPr>
            <p:spPr>
              <a:xfrm>
                <a:off x="1790" y="334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7" name="Rectangle 4697"/>
              <p:cNvSpPr/>
              <p:nvPr/>
            </p:nvSpPr>
            <p:spPr>
              <a:xfrm>
                <a:off x="1801" y="33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8" name="Rectangle 4698"/>
              <p:cNvSpPr/>
              <p:nvPr/>
            </p:nvSpPr>
            <p:spPr>
              <a:xfrm>
                <a:off x="1811" y="33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59" name="Rectangle 4699"/>
              <p:cNvSpPr/>
              <p:nvPr/>
            </p:nvSpPr>
            <p:spPr>
              <a:xfrm>
                <a:off x="1821" y="335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0" name="Rectangle 4700"/>
              <p:cNvSpPr/>
              <p:nvPr/>
            </p:nvSpPr>
            <p:spPr>
              <a:xfrm>
                <a:off x="1832" y="336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1" name="Rectangle 4701"/>
              <p:cNvSpPr/>
              <p:nvPr/>
            </p:nvSpPr>
            <p:spPr>
              <a:xfrm>
                <a:off x="1842" y="3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2" name="Rectangle 4702"/>
              <p:cNvSpPr/>
              <p:nvPr/>
            </p:nvSpPr>
            <p:spPr>
              <a:xfrm>
                <a:off x="1852" y="337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3" name="Rectangle 4703"/>
              <p:cNvSpPr/>
              <p:nvPr/>
            </p:nvSpPr>
            <p:spPr>
              <a:xfrm>
                <a:off x="1863" y="337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4" name="Rectangle 4704"/>
              <p:cNvSpPr/>
              <p:nvPr/>
            </p:nvSpPr>
            <p:spPr>
              <a:xfrm>
                <a:off x="1868" y="33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5" name="Rectangle 4705"/>
              <p:cNvSpPr/>
              <p:nvPr/>
            </p:nvSpPr>
            <p:spPr>
              <a:xfrm>
                <a:off x="1878" y="33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6" name="Rectangle 4706"/>
              <p:cNvSpPr/>
              <p:nvPr/>
            </p:nvSpPr>
            <p:spPr>
              <a:xfrm>
                <a:off x="1888" y="339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7" name="Rectangle 4707"/>
              <p:cNvSpPr/>
              <p:nvPr/>
            </p:nvSpPr>
            <p:spPr>
              <a:xfrm>
                <a:off x="1899" y="339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8" name="Rectangle 4708"/>
              <p:cNvSpPr/>
              <p:nvPr/>
            </p:nvSpPr>
            <p:spPr>
              <a:xfrm>
                <a:off x="1909" y="3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69" name="Rectangle 4709"/>
              <p:cNvSpPr/>
              <p:nvPr/>
            </p:nvSpPr>
            <p:spPr>
              <a:xfrm>
                <a:off x="1919" y="340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0" name="Rectangle 4710"/>
              <p:cNvSpPr/>
              <p:nvPr/>
            </p:nvSpPr>
            <p:spPr>
              <a:xfrm>
                <a:off x="1930" y="341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1" name="Rectangle 4711"/>
              <p:cNvSpPr/>
              <p:nvPr/>
            </p:nvSpPr>
            <p:spPr>
              <a:xfrm>
                <a:off x="1935" y="341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2" name="Rectangle 4712"/>
              <p:cNvSpPr/>
              <p:nvPr/>
            </p:nvSpPr>
            <p:spPr>
              <a:xfrm>
                <a:off x="1945" y="34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3" name="Rectangle 4713"/>
              <p:cNvSpPr/>
              <p:nvPr/>
            </p:nvSpPr>
            <p:spPr>
              <a:xfrm>
                <a:off x="1955" y="342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4" name="Rectangle 4714"/>
              <p:cNvSpPr/>
              <p:nvPr/>
            </p:nvSpPr>
            <p:spPr>
              <a:xfrm>
                <a:off x="1966" y="34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5" name="Rectangle 4715"/>
              <p:cNvSpPr/>
              <p:nvPr/>
            </p:nvSpPr>
            <p:spPr>
              <a:xfrm>
                <a:off x="1976" y="34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6" name="Rectangle 4716"/>
              <p:cNvSpPr/>
              <p:nvPr/>
            </p:nvSpPr>
            <p:spPr>
              <a:xfrm>
                <a:off x="1986" y="344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7" name="Rectangle 4717"/>
              <p:cNvSpPr/>
              <p:nvPr/>
            </p:nvSpPr>
            <p:spPr>
              <a:xfrm>
                <a:off x="1997" y="344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8" name="Rectangle 4718"/>
              <p:cNvSpPr/>
              <p:nvPr/>
            </p:nvSpPr>
            <p:spPr>
              <a:xfrm>
                <a:off x="2007" y="345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79" name="Rectangle 4719"/>
              <p:cNvSpPr/>
              <p:nvPr/>
            </p:nvSpPr>
            <p:spPr>
              <a:xfrm>
                <a:off x="2012" y="34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0" name="Rectangle 4720"/>
              <p:cNvSpPr/>
              <p:nvPr/>
            </p:nvSpPr>
            <p:spPr>
              <a:xfrm>
                <a:off x="2022" y="346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1" name="Rectangle 4721"/>
              <p:cNvSpPr/>
              <p:nvPr/>
            </p:nvSpPr>
            <p:spPr>
              <a:xfrm>
                <a:off x="2033" y="34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2" name="Rectangle 4722"/>
              <p:cNvSpPr/>
              <p:nvPr/>
            </p:nvSpPr>
            <p:spPr>
              <a:xfrm>
                <a:off x="2043" y="34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3" name="Rectangle 4723"/>
              <p:cNvSpPr/>
              <p:nvPr/>
            </p:nvSpPr>
            <p:spPr>
              <a:xfrm>
                <a:off x="2053" y="347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4" name="Rectangle 4724"/>
              <p:cNvSpPr/>
              <p:nvPr/>
            </p:nvSpPr>
            <p:spPr>
              <a:xfrm>
                <a:off x="2064" y="348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5" name="Rectangle 4725"/>
              <p:cNvSpPr/>
              <p:nvPr/>
            </p:nvSpPr>
            <p:spPr>
              <a:xfrm>
                <a:off x="2074" y="348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6" name="Rectangle 4726"/>
              <p:cNvSpPr/>
              <p:nvPr/>
            </p:nvSpPr>
            <p:spPr>
              <a:xfrm>
                <a:off x="2079" y="34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7" name="Rectangle 4727"/>
              <p:cNvSpPr/>
              <p:nvPr/>
            </p:nvSpPr>
            <p:spPr>
              <a:xfrm>
                <a:off x="2089" y="3499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8" name="Rectangle 4728"/>
              <p:cNvSpPr/>
              <p:nvPr/>
            </p:nvSpPr>
            <p:spPr>
              <a:xfrm>
                <a:off x="2100" y="35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89" name="Rectangle 4729"/>
              <p:cNvSpPr/>
              <p:nvPr/>
            </p:nvSpPr>
            <p:spPr>
              <a:xfrm>
                <a:off x="2110" y="35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0" name="Rectangle 4730"/>
              <p:cNvSpPr/>
              <p:nvPr/>
            </p:nvSpPr>
            <p:spPr>
              <a:xfrm>
                <a:off x="2120" y="351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1" name="Rectangle 4731"/>
              <p:cNvSpPr/>
              <p:nvPr/>
            </p:nvSpPr>
            <p:spPr>
              <a:xfrm>
                <a:off x="2131" y="352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2" name="Rectangle 4732"/>
              <p:cNvSpPr/>
              <p:nvPr/>
            </p:nvSpPr>
            <p:spPr>
              <a:xfrm>
                <a:off x="2141" y="35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3" name="Rectangle 4733"/>
              <p:cNvSpPr/>
              <p:nvPr/>
            </p:nvSpPr>
            <p:spPr>
              <a:xfrm>
                <a:off x="2151" y="353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4" name="Rectangle 4734"/>
              <p:cNvSpPr/>
              <p:nvPr/>
            </p:nvSpPr>
            <p:spPr>
              <a:xfrm>
                <a:off x="2156" y="353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5" name="Rectangle 4735"/>
              <p:cNvSpPr/>
              <p:nvPr/>
            </p:nvSpPr>
            <p:spPr>
              <a:xfrm>
                <a:off x="2167" y="3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6" name="Rectangle 4736"/>
              <p:cNvSpPr/>
              <p:nvPr/>
            </p:nvSpPr>
            <p:spPr>
              <a:xfrm>
                <a:off x="2177" y="35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7" name="Rectangle 4737"/>
              <p:cNvSpPr/>
              <p:nvPr/>
            </p:nvSpPr>
            <p:spPr>
              <a:xfrm>
                <a:off x="2187" y="355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8" name="Rectangle 4738"/>
              <p:cNvSpPr/>
              <p:nvPr/>
            </p:nvSpPr>
            <p:spPr>
              <a:xfrm>
                <a:off x="2198" y="355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099" name="Rectangle 4739"/>
              <p:cNvSpPr/>
              <p:nvPr/>
            </p:nvSpPr>
            <p:spPr>
              <a:xfrm>
                <a:off x="2208" y="35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0" name="Rectangle 4740"/>
              <p:cNvSpPr/>
              <p:nvPr/>
            </p:nvSpPr>
            <p:spPr>
              <a:xfrm>
                <a:off x="2218" y="356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1" name="Rectangle 4741"/>
              <p:cNvSpPr/>
              <p:nvPr/>
            </p:nvSpPr>
            <p:spPr>
              <a:xfrm>
                <a:off x="2223" y="357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2" name="Rectangle 4742"/>
              <p:cNvSpPr/>
              <p:nvPr/>
            </p:nvSpPr>
            <p:spPr>
              <a:xfrm>
                <a:off x="2234" y="35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3" name="Rectangle 4743"/>
              <p:cNvSpPr/>
              <p:nvPr/>
            </p:nvSpPr>
            <p:spPr>
              <a:xfrm>
                <a:off x="2244" y="35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4" name="Rectangle 4744"/>
              <p:cNvSpPr/>
              <p:nvPr/>
            </p:nvSpPr>
            <p:spPr>
              <a:xfrm>
                <a:off x="2254" y="358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5" name="Rectangle 4745"/>
              <p:cNvSpPr/>
              <p:nvPr/>
            </p:nvSpPr>
            <p:spPr>
              <a:xfrm>
                <a:off x="2265" y="35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6" name="Rectangle 4746"/>
              <p:cNvSpPr/>
              <p:nvPr/>
            </p:nvSpPr>
            <p:spPr>
              <a:xfrm>
                <a:off x="2275" y="359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7" name="Rectangle 4747"/>
              <p:cNvSpPr/>
              <p:nvPr/>
            </p:nvSpPr>
            <p:spPr>
              <a:xfrm>
                <a:off x="2285" y="360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8" name="Rectangle 4748"/>
              <p:cNvSpPr/>
              <p:nvPr/>
            </p:nvSpPr>
            <p:spPr>
              <a:xfrm>
                <a:off x="2296" y="36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09" name="Rectangle 4749"/>
              <p:cNvSpPr/>
              <p:nvPr/>
            </p:nvSpPr>
            <p:spPr>
              <a:xfrm>
                <a:off x="2301" y="36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0" name="Rectangle 4750"/>
              <p:cNvSpPr/>
              <p:nvPr/>
            </p:nvSpPr>
            <p:spPr>
              <a:xfrm>
                <a:off x="2311" y="36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1" name="Rectangle 4751"/>
              <p:cNvSpPr/>
              <p:nvPr/>
            </p:nvSpPr>
            <p:spPr>
              <a:xfrm>
                <a:off x="2321" y="362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2" name="Rectangle 4752"/>
              <p:cNvSpPr/>
              <p:nvPr/>
            </p:nvSpPr>
            <p:spPr>
              <a:xfrm>
                <a:off x="2332" y="36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3" name="Rectangle 4753"/>
              <p:cNvSpPr/>
              <p:nvPr/>
            </p:nvSpPr>
            <p:spPr>
              <a:xfrm>
                <a:off x="2342" y="363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4" name="Rectangle 4754"/>
              <p:cNvSpPr/>
              <p:nvPr/>
            </p:nvSpPr>
            <p:spPr>
              <a:xfrm>
                <a:off x="2352" y="363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5" name="Rectangle 4755"/>
              <p:cNvSpPr/>
              <p:nvPr/>
            </p:nvSpPr>
            <p:spPr>
              <a:xfrm>
                <a:off x="2363" y="364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6" name="Rectangle 4756"/>
              <p:cNvSpPr/>
              <p:nvPr/>
            </p:nvSpPr>
            <p:spPr>
              <a:xfrm>
                <a:off x="2368" y="36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7" name="Rectangle 4757"/>
              <p:cNvSpPr/>
              <p:nvPr/>
            </p:nvSpPr>
            <p:spPr>
              <a:xfrm>
                <a:off x="2378" y="365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8" name="Rectangle 4758"/>
              <p:cNvSpPr/>
              <p:nvPr/>
            </p:nvSpPr>
            <p:spPr>
              <a:xfrm>
                <a:off x="2388" y="365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19" name="Rectangle 4759"/>
              <p:cNvSpPr/>
              <p:nvPr/>
            </p:nvSpPr>
            <p:spPr>
              <a:xfrm>
                <a:off x="2399" y="36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0" name="Rectangle 4760"/>
              <p:cNvSpPr/>
              <p:nvPr/>
            </p:nvSpPr>
            <p:spPr>
              <a:xfrm>
                <a:off x="2409" y="366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1" name="Rectangle 4761"/>
              <p:cNvSpPr/>
              <p:nvPr/>
            </p:nvSpPr>
            <p:spPr>
              <a:xfrm>
                <a:off x="2419" y="367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2" name="Rectangle 4762"/>
              <p:cNvSpPr/>
              <p:nvPr/>
            </p:nvSpPr>
            <p:spPr>
              <a:xfrm>
                <a:off x="2430" y="36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3" name="Rectangle 4763"/>
              <p:cNvSpPr/>
              <p:nvPr/>
            </p:nvSpPr>
            <p:spPr>
              <a:xfrm>
                <a:off x="2440" y="36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4" name="Rectangle 4764"/>
              <p:cNvSpPr/>
              <p:nvPr/>
            </p:nvSpPr>
            <p:spPr>
              <a:xfrm>
                <a:off x="2363" y="37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5" name="Rectangle 4765"/>
              <p:cNvSpPr/>
              <p:nvPr/>
            </p:nvSpPr>
            <p:spPr>
              <a:xfrm>
                <a:off x="2368" y="37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6" name="Rectangle 4766"/>
              <p:cNvSpPr/>
              <p:nvPr/>
            </p:nvSpPr>
            <p:spPr>
              <a:xfrm>
                <a:off x="2373" y="37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7" name="Rectangle 4767"/>
              <p:cNvSpPr/>
              <p:nvPr/>
            </p:nvSpPr>
            <p:spPr>
              <a:xfrm>
                <a:off x="2378" y="373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8" name="Rectangle 4768"/>
              <p:cNvSpPr/>
              <p:nvPr/>
            </p:nvSpPr>
            <p:spPr>
              <a:xfrm>
                <a:off x="2388" y="3731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29" name="Rectangle 4769"/>
              <p:cNvSpPr/>
              <p:nvPr/>
            </p:nvSpPr>
            <p:spPr>
              <a:xfrm>
                <a:off x="2394" y="37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0" name="Rectangle 4770"/>
              <p:cNvSpPr/>
              <p:nvPr/>
            </p:nvSpPr>
            <p:spPr>
              <a:xfrm>
                <a:off x="2399" y="372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1" name="Rectangle 4771"/>
              <p:cNvSpPr/>
              <p:nvPr/>
            </p:nvSpPr>
            <p:spPr>
              <a:xfrm>
                <a:off x="2404" y="371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2" name="Rectangle 4772"/>
              <p:cNvSpPr/>
              <p:nvPr/>
            </p:nvSpPr>
            <p:spPr>
              <a:xfrm>
                <a:off x="2409" y="3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3" name="Rectangle 4773"/>
              <p:cNvSpPr/>
              <p:nvPr/>
            </p:nvSpPr>
            <p:spPr>
              <a:xfrm>
                <a:off x="2414" y="370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4" name="Rectangle 4774"/>
              <p:cNvSpPr/>
              <p:nvPr/>
            </p:nvSpPr>
            <p:spPr>
              <a:xfrm>
                <a:off x="2419" y="370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5" name="Rectangle 4775"/>
              <p:cNvSpPr/>
              <p:nvPr/>
            </p:nvSpPr>
            <p:spPr>
              <a:xfrm>
                <a:off x="2430" y="369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6" name="Rectangle 4776"/>
              <p:cNvSpPr/>
              <p:nvPr/>
            </p:nvSpPr>
            <p:spPr>
              <a:xfrm>
                <a:off x="2435" y="36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7" name="Rectangle 4777"/>
              <p:cNvSpPr/>
              <p:nvPr/>
            </p:nvSpPr>
            <p:spPr>
              <a:xfrm>
                <a:off x="2440" y="368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8" name="Rectangle 4778"/>
              <p:cNvSpPr/>
              <p:nvPr/>
            </p:nvSpPr>
            <p:spPr>
              <a:xfrm>
                <a:off x="1130" y="309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39" name="Rectangle 4779"/>
              <p:cNvSpPr/>
              <p:nvPr/>
            </p:nvSpPr>
            <p:spPr>
              <a:xfrm>
                <a:off x="1136" y="309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0" name="Rectangle 4780"/>
              <p:cNvSpPr/>
              <p:nvPr/>
            </p:nvSpPr>
            <p:spPr>
              <a:xfrm>
                <a:off x="1146" y="31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1" name="Rectangle 4781"/>
              <p:cNvSpPr/>
              <p:nvPr/>
            </p:nvSpPr>
            <p:spPr>
              <a:xfrm>
                <a:off x="1156" y="310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2" name="Rectangle 4782"/>
              <p:cNvSpPr/>
              <p:nvPr/>
            </p:nvSpPr>
            <p:spPr>
              <a:xfrm>
                <a:off x="1167" y="31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3" name="Rectangle 4783"/>
              <p:cNvSpPr/>
              <p:nvPr/>
            </p:nvSpPr>
            <p:spPr>
              <a:xfrm>
                <a:off x="1177" y="31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4" name="Rectangle 4784"/>
              <p:cNvSpPr/>
              <p:nvPr/>
            </p:nvSpPr>
            <p:spPr>
              <a:xfrm>
                <a:off x="1187" y="312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5" name="Rectangle 4785"/>
              <p:cNvSpPr/>
              <p:nvPr/>
            </p:nvSpPr>
            <p:spPr>
              <a:xfrm>
                <a:off x="1198" y="31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6" name="Rectangle 4786"/>
              <p:cNvSpPr/>
              <p:nvPr/>
            </p:nvSpPr>
            <p:spPr>
              <a:xfrm>
                <a:off x="1208" y="313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7" name="Rectangle 4787"/>
              <p:cNvSpPr/>
              <p:nvPr/>
            </p:nvSpPr>
            <p:spPr>
              <a:xfrm>
                <a:off x="1213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8" name="Rectangle 4788"/>
              <p:cNvSpPr/>
              <p:nvPr/>
            </p:nvSpPr>
            <p:spPr>
              <a:xfrm>
                <a:off x="1223" y="314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49" name="Rectangle 4789"/>
              <p:cNvSpPr/>
              <p:nvPr/>
            </p:nvSpPr>
            <p:spPr>
              <a:xfrm>
                <a:off x="1234" y="31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0" name="Rectangle 4790"/>
              <p:cNvSpPr/>
              <p:nvPr/>
            </p:nvSpPr>
            <p:spPr>
              <a:xfrm>
                <a:off x="1244" y="315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1" name="Rectangle 4791"/>
              <p:cNvSpPr/>
              <p:nvPr/>
            </p:nvSpPr>
            <p:spPr>
              <a:xfrm>
                <a:off x="1254" y="316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2" name="Rectangle 4792"/>
              <p:cNvSpPr/>
              <p:nvPr/>
            </p:nvSpPr>
            <p:spPr>
              <a:xfrm>
                <a:off x="1265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3" name="Rectangle 4793"/>
              <p:cNvSpPr/>
              <p:nvPr/>
            </p:nvSpPr>
            <p:spPr>
              <a:xfrm>
                <a:off x="1275" y="317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4" name="Rectangle 4794"/>
              <p:cNvSpPr/>
              <p:nvPr/>
            </p:nvSpPr>
            <p:spPr>
              <a:xfrm>
                <a:off x="1280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5" name="Rectangle 4795"/>
              <p:cNvSpPr/>
              <p:nvPr/>
            </p:nvSpPr>
            <p:spPr>
              <a:xfrm>
                <a:off x="1290" y="318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6" name="Rectangle 4796"/>
              <p:cNvSpPr/>
              <p:nvPr/>
            </p:nvSpPr>
            <p:spPr>
              <a:xfrm>
                <a:off x="1301" y="31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7" name="Rectangle 4797"/>
              <p:cNvSpPr/>
              <p:nvPr/>
            </p:nvSpPr>
            <p:spPr>
              <a:xfrm>
                <a:off x="1311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8" name="Rectangle 4798"/>
              <p:cNvSpPr/>
              <p:nvPr/>
            </p:nvSpPr>
            <p:spPr>
              <a:xfrm>
                <a:off x="1321" y="319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59" name="Rectangle 4799"/>
              <p:cNvSpPr/>
              <p:nvPr/>
            </p:nvSpPr>
            <p:spPr>
              <a:xfrm>
                <a:off x="1332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0" name="Rectangle 4800"/>
              <p:cNvSpPr/>
              <p:nvPr/>
            </p:nvSpPr>
            <p:spPr>
              <a:xfrm>
                <a:off x="1342" y="32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1" name="Rectangle 4801"/>
              <p:cNvSpPr/>
              <p:nvPr/>
            </p:nvSpPr>
            <p:spPr>
              <a:xfrm>
                <a:off x="1352" y="32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2" name="Rectangle 4802"/>
              <p:cNvSpPr/>
              <p:nvPr/>
            </p:nvSpPr>
            <p:spPr>
              <a:xfrm>
                <a:off x="1357" y="321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3" name="Rectangle 4803"/>
              <p:cNvSpPr/>
              <p:nvPr/>
            </p:nvSpPr>
            <p:spPr>
              <a:xfrm>
                <a:off x="1368" y="32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4" name="Rectangle 4804"/>
              <p:cNvSpPr/>
              <p:nvPr/>
            </p:nvSpPr>
            <p:spPr>
              <a:xfrm>
                <a:off x="1378" y="322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5" name="Rectangle 4805"/>
              <p:cNvSpPr/>
              <p:nvPr/>
            </p:nvSpPr>
            <p:spPr>
              <a:xfrm>
                <a:off x="1388" y="323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6" name="Rectangle 4806"/>
              <p:cNvSpPr/>
              <p:nvPr/>
            </p:nvSpPr>
            <p:spPr>
              <a:xfrm>
                <a:off x="1399" y="323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7" name="Rectangle 4807"/>
              <p:cNvSpPr/>
              <p:nvPr/>
            </p:nvSpPr>
            <p:spPr>
              <a:xfrm>
                <a:off x="1409" y="32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8" name="Rectangle 4808"/>
              <p:cNvSpPr/>
              <p:nvPr/>
            </p:nvSpPr>
            <p:spPr>
              <a:xfrm>
                <a:off x="1419" y="324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69" name="Rectangle 4809"/>
              <p:cNvSpPr/>
              <p:nvPr/>
            </p:nvSpPr>
            <p:spPr>
              <a:xfrm>
                <a:off x="1424" y="325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0" name="Rectangle 4810"/>
              <p:cNvSpPr/>
              <p:nvPr/>
            </p:nvSpPr>
            <p:spPr>
              <a:xfrm>
                <a:off x="1435" y="325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1" name="Rectangle 4811"/>
              <p:cNvSpPr/>
              <p:nvPr/>
            </p:nvSpPr>
            <p:spPr>
              <a:xfrm>
                <a:off x="1445" y="3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2" name="Rectangle 4812"/>
              <p:cNvSpPr/>
              <p:nvPr/>
            </p:nvSpPr>
            <p:spPr>
              <a:xfrm>
                <a:off x="1455" y="326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3" name="Rectangle 4813"/>
              <p:cNvSpPr/>
              <p:nvPr/>
            </p:nvSpPr>
            <p:spPr>
              <a:xfrm>
                <a:off x="1466" y="327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4" name="Rectangle 4814"/>
              <p:cNvSpPr/>
              <p:nvPr/>
            </p:nvSpPr>
            <p:spPr>
              <a:xfrm>
                <a:off x="1476" y="32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5" name="Rectangle 4815"/>
              <p:cNvSpPr/>
              <p:nvPr/>
            </p:nvSpPr>
            <p:spPr>
              <a:xfrm>
                <a:off x="1486" y="328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6" name="Rectangle 4816"/>
              <p:cNvSpPr/>
              <p:nvPr/>
            </p:nvSpPr>
            <p:spPr>
              <a:xfrm>
                <a:off x="1497" y="328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7" name="Rectangle 4817"/>
              <p:cNvSpPr/>
              <p:nvPr/>
            </p:nvSpPr>
            <p:spPr>
              <a:xfrm>
                <a:off x="1502" y="329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8" name="Rectangle 4818"/>
              <p:cNvSpPr/>
              <p:nvPr/>
            </p:nvSpPr>
            <p:spPr>
              <a:xfrm>
                <a:off x="1512" y="3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79" name="Rectangle 4819"/>
              <p:cNvSpPr/>
              <p:nvPr/>
            </p:nvSpPr>
            <p:spPr>
              <a:xfrm>
                <a:off x="1522" y="330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0" name="Rectangle 4820"/>
              <p:cNvSpPr/>
              <p:nvPr/>
            </p:nvSpPr>
            <p:spPr>
              <a:xfrm>
                <a:off x="1533" y="330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1" name="Rectangle 4821"/>
              <p:cNvSpPr/>
              <p:nvPr/>
            </p:nvSpPr>
            <p:spPr>
              <a:xfrm>
                <a:off x="1543" y="331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2" name="Rectangle 4822"/>
              <p:cNvSpPr/>
              <p:nvPr/>
            </p:nvSpPr>
            <p:spPr>
              <a:xfrm>
                <a:off x="1553" y="331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3" name="Rectangle 4823"/>
              <p:cNvSpPr/>
              <p:nvPr/>
            </p:nvSpPr>
            <p:spPr>
              <a:xfrm>
                <a:off x="1564" y="3324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4" name="Rectangle 4824"/>
              <p:cNvSpPr/>
              <p:nvPr/>
            </p:nvSpPr>
            <p:spPr>
              <a:xfrm>
                <a:off x="1569" y="332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5" name="Rectangle 4825"/>
              <p:cNvSpPr/>
              <p:nvPr/>
            </p:nvSpPr>
            <p:spPr>
              <a:xfrm>
                <a:off x="1579" y="3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6" name="Rectangle 4826"/>
              <p:cNvSpPr/>
              <p:nvPr/>
            </p:nvSpPr>
            <p:spPr>
              <a:xfrm>
                <a:off x="1589" y="334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7" name="Rectangle 4827"/>
              <p:cNvSpPr/>
              <p:nvPr/>
            </p:nvSpPr>
            <p:spPr>
              <a:xfrm>
                <a:off x="1600" y="334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8" name="Rectangle 4828"/>
              <p:cNvSpPr/>
              <p:nvPr/>
            </p:nvSpPr>
            <p:spPr>
              <a:xfrm>
                <a:off x="1610" y="33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9189" name="Rectangle 4829"/>
              <p:cNvSpPr/>
              <p:nvPr/>
            </p:nvSpPr>
            <p:spPr>
              <a:xfrm>
                <a:off x="1620" y="335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grpSp>
          <p:nvGrpSpPr>
            <p:cNvPr id="28702" name="Group 4830"/>
            <p:cNvGrpSpPr/>
            <p:nvPr/>
          </p:nvGrpSpPr>
          <p:grpSpPr>
            <a:xfrm>
              <a:off x="950" y="2979"/>
              <a:ext cx="1418" cy="778"/>
              <a:chOff x="950" y="2979"/>
              <a:chExt cx="1418" cy="778"/>
            </a:xfrm>
          </p:grpSpPr>
          <p:sp>
            <p:nvSpPr>
              <p:cNvPr id="28790" name="Rectangle 4831"/>
              <p:cNvSpPr/>
              <p:nvPr/>
            </p:nvSpPr>
            <p:spPr>
              <a:xfrm>
                <a:off x="1631" y="336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791" name="Rectangle 4832"/>
              <p:cNvSpPr/>
              <p:nvPr/>
            </p:nvSpPr>
            <p:spPr>
              <a:xfrm>
                <a:off x="1641" y="336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792" name="Rectangle 4833"/>
              <p:cNvSpPr/>
              <p:nvPr/>
            </p:nvSpPr>
            <p:spPr>
              <a:xfrm>
                <a:off x="1646" y="337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793" name="Rectangle 4834"/>
              <p:cNvSpPr/>
              <p:nvPr/>
            </p:nvSpPr>
            <p:spPr>
              <a:xfrm>
                <a:off x="1656" y="337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794" name="Rectangle 4835"/>
              <p:cNvSpPr/>
              <p:nvPr/>
            </p:nvSpPr>
            <p:spPr>
              <a:xfrm>
                <a:off x="1667" y="338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795" name="Rectangle 4836"/>
              <p:cNvSpPr/>
              <p:nvPr/>
            </p:nvSpPr>
            <p:spPr>
              <a:xfrm>
                <a:off x="1677" y="33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796" name="Rectangle 4837"/>
              <p:cNvSpPr/>
              <p:nvPr/>
            </p:nvSpPr>
            <p:spPr>
              <a:xfrm>
                <a:off x="1687" y="339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797" name="Rectangle 4838"/>
              <p:cNvSpPr/>
              <p:nvPr/>
            </p:nvSpPr>
            <p:spPr>
              <a:xfrm>
                <a:off x="1698" y="339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798" name="Rectangle 4839"/>
              <p:cNvSpPr/>
              <p:nvPr/>
            </p:nvSpPr>
            <p:spPr>
              <a:xfrm>
                <a:off x="1708" y="340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799" name="Rectangle 4840"/>
              <p:cNvSpPr/>
              <p:nvPr/>
            </p:nvSpPr>
            <p:spPr>
              <a:xfrm>
                <a:off x="1713" y="34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0" name="Rectangle 4841"/>
              <p:cNvSpPr/>
              <p:nvPr/>
            </p:nvSpPr>
            <p:spPr>
              <a:xfrm>
                <a:off x="1723" y="341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1" name="Rectangle 4842"/>
              <p:cNvSpPr/>
              <p:nvPr/>
            </p:nvSpPr>
            <p:spPr>
              <a:xfrm>
                <a:off x="1734" y="341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2" name="Rectangle 4843"/>
              <p:cNvSpPr/>
              <p:nvPr/>
            </p:nvSpPr>
            <p:spPr>
              <a:xfrm>
                <a:off x="1744" y="342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3" name="Rectangle 4844"/>
              <p:cNvSpPr/>
              <p:nvPr/>
            </p:nvSpPr>
            <p:spPr>
              <a:xfrm>
                <a:off x="1754" y="342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4" name="Rectangle 4845"/>
              <p:cNvSpPr/>
              <p:nvPr/>
            </p:nvSpPr>
            <p:spPr>
              <a:xfrm>
                <a:off x="1765" y="343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5" name="Rectangle 4846"/>
              <p:cNvSpPr/>
              <p:nvPr/>
            </p:nvSpPr>
            <p:spPr>
              <a:xfrm>
                <a:off x="1775" y="343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6" name="Rectangle 4847"/>
              <p:cNvSpPr/>
              <p:nvPr/>
            </p:nvSpPr>
            <p:spPr>
              <a:xfrm>
                <a:off x="1785" y="344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7" name="Rectangle 4848"/>
              <p:cNvSpPr/>
              <p:nvPr/>
            </p:nvSpPr>
            <p:spPr>
              <a:xfrm>
                <a:off x="1790" y="344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8" name="Rectangle 4849"/>
              <p:cNvSpPr/>
              <p:nvPr/>
            </p:nvSpPr>
            <p:spPr>
              <a:xfrm>
                <a:off x="1801" y="345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09" name="Rectangle 4850"/>
              <p:cNvSpPr/>
              <p:nvPr/>
            </p:nvSpPr>
            <p:spPr>
              <a:xfrm>
                <a:off x="1811" y="345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0" name="Rectangle 4851"/>
              <p:cNvSpPr/>
              <p:nvPr/>
            </p:nvSpPr>
            <p:spPr>
              <a:xfrm>
                <a:off x="1821" y="346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1" name="Rectangle 4852"/>
              <p:cNvSpPr/>
              <p:nvPr/>
            </p:nvSpPr>
            <p:spPr>
              <a:xfrm>
                <a:off x="1832" y="346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2" name="Rectangle 4853"/>
              <p:cNvSpPr/>
              <p:nvPr/>
            </p:nvSpPr>
            <p:spPr>
              <a:xfrm>
                <a:off x="1842" y="347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3" name="Rectangle 4854"/>
              <p:cNvSpPr/>
              <p:nvPr/>
            </p:nvSpPr>
            <p:spPr>
              <a:xfrm>
                <a:off x="1852" y="34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4" name="Rectangle 4855"/>
              <p:cNvSpPr/>
              <p:nvPr/>
            </p:nvSpPr>
            <p:spPr>
              <a:xfrm>
                <a:off x="1857" y="348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5" name="Rectangle 4856"/>
              <p:cNvSpPr/>
              <p:nvPr/>
            </p:nvSpPr>
            <p:spPr>
              <a:xfrm>
                <a:off x="1868" y="348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6" name="Rectangle 4857"/>
              <p:cNvSpPr/>
              <p:nvPr/>
            </p:nvSpPr>
            <p:spPr>
              <a:xfrm>
                <a:off x="1878" y="349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7" name="Rectangle 4858"/>
              <p:cNvSpPr/>
              <p:nvPr/>
            </p:nvSpPr>
            <p:spPr>
              <a:xfrm>
                <a:off x="1888" y="3499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8" name="Rectangle 4859"/>
              <p:cNvSpPr/>
              <p:nvPr/>
            </p:nvSpPr>
            <p:spPr>
              <a:xfrm>
                <a:off x="1899" y="350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19" name="Rectangle 4860"/>
              <p:cNvSpPr/>
              <p:nvPr/>
            </p:nvSpPr>
            <p:spPr>
              <a:xfrm>
                <a:off x="1909" y="35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0" name="Rectangle 4861"/>
              <p:cNvSpPr/>
              <p:nvPr/>
            </p:nvSpPr>
            <p:spPr>
              <a:xfrm>
                <a:off x="1919" y="351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1" name="Rectangle 4862"/>
              <p:cNvSpPr/>
              <p:nvPr/>
            </p:nvSpPr>
            <p:spPr>
              <a:xfrm>
                <a:off x="1930" y="352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2" name="Rectangle 4863"/>
              <p:cNvSpPr/>
              <p:nvPr/>
            </p:nvSpPr>
            <p:spPr>
              <a:xfrm>
                <a:off x="1935" y="352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3" name="Rectangle 4864"/>
              <p:cNvSpPr/>
              <p:nvPr/>
            </p:nvSpPr>
            <p:spPr>
              <a:xfrm>
                <a:off x="1945" y="353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4" name="Rectangle 4865"/>
              <p:cNvSpPr/>
              <p:nvPr/>
            </p:nvSpPr>
            <p:spPr>
              <a:xfrm>
                <a:off x="1955" y="353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5" name="Rectangle 4866"/>
              <p:cNvSpPr/>
              <p:nvPr/>
            </p:nvSpPr>
            <p:spPr>
              <a:xfrm>
                <a:off x="1966" y="354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6" name="Rectangle 4867"/>
              <p:cNvSpPr/>
              <p:nvPr/>
            </p:nvSpPr>
            <p:spPr>
              <a:xfrm>
                <a:off x="1976" y="35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7" name="Rectangle 4868"/>
              <p:cNvSpPr/>
              <p:nvPr/>
            </p:nvSpPr>
            <p:spPr>
              <a:xfrm>
                <a:off x="1986" y="355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8" name="Rectangle 4869"/>
              <p:cNvSpPr/>
              <p:nvPr/>
            </p:nvSpPr>
            <p:spPr>
              <a:xfrm>
                <a:off x="1997" y="355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29" name="Rectangle 4870"/>
              <p:cNvSpPr/>
              <p:nvPr/>
            </p:nvSpPr>
            <p:spPr>
              <a:xfrm>
                <a:off x="2002" y="356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0" name="Rectangle 4871"/>
              <p:cNvSpPr/>
              <p:nvPr/>
            </p:nvSpPr>
            <p:spPr>
              <a:xfrm>
                <a:off x="2012" y="356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1" name="Rectangle 4872"/>
              <p:cNvSpPr/>
              <p:nvPr/>
            </p:nvSpPr>
            <p:spPr>
              <a:xfrm>
                <a:off x="2022" y="357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2" name="Rectangle 4873"/>
              <p:cNvSpPr/>
              <p:nvPr/>
            </p:nvSpPr>
            <p:spPr>
              <a:xfrm>
                <a:off x="2033" y="35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3" name="Rectangle 4874"/>
              <p:cNvSpPr/>
              <p:nvPr/>
            </p:nvSpPr>
            <p:spPr>
              <a:xfrm>
                <a:off x="2043" y="35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4" name="Rectangle 4875"/>
              <p:cNvSpPr/>
              <p:nvPr/>
            </p:nvSpPr>
            <p:spPr>
              <a:xfrm>
                <a:off x="2053" y="358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5" name="Rectangle 4876"/>
              <p:cNvSpPr/>
              <p:nvPr/>
            </p:nvSpPr>
            <p:spPr>
              <a:xfrm>
                <a:off x="2064" y="359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6" name="Rectangle 4877"/>
              <p:cNvSpPr/>
              <p:nvPr/>
            </p:nvSpPr>
            <p:spPr>
              <a:xfrm>
                <a:off x="2074" y="359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7" name="Rectangle 4878"/>
              <p:cNvSpPr/>
              <p:nvPr/>
            </p:nvSpPr>
            <p:spPr>
              <a:xfrm>
                <a:off x="2079" y="360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8" name="Rectangle 4879"/>
              <p:cNvSpPr/>
              <p:nvPr/>
            </p:nvSpPr>
            <p:spPr>
              <a:xfrm>
                <a:off x="2089" y="3608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39" name="Rectangle 4880"/>
              <p:cNvSpPr/>
              <p:nvPr/>
            </p:nvSpPr>
            <p:spPr>
              <a:xfrm>
                <a:off x="2100" y="361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0" name="Rectangle 4881"/>
              <p:cNvSpPr/>
              <p:nvPr/>
            </p:nvSpPr>
            <p:spPr>
              <a:xfrm>
                <a:off x="2110" y="36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1" name="Rectangle 4882"/>
              <p:cNvSpPr/>
              <p:nvPr/>
            </p:nvSpPr>
            <p:spPr>
              <a:xfrm>
                <a:off x="2120" y="362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2" name="Rectangle 4883"/>
              <p:cNvSpPr/>
              <p:nvPr/>
            </p:nvSpPr>
            <p:spPr>
              <a:xfrm>
                <a:off x="2131" y="362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3" name="Rectangle 4884"/>
              <p:cNvSpPr/>
              <p:nvPr/>
            </p:nvSpPr>
            <p:spPr>
              <a:xfrm>
                <a:off x="2141" y="3633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4" name="Rectangle 4885"/>
              <p:cNvSpPr/>
              <p:nvPr/>
            </p:nvSpPr>
            <p:spPr>
              <a:xfrm>
                <a:off x="2146" y="36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5" name="Rectangle 4886"/>
              <p:cNvSpPr/>
              <p:nvPr/>
            </p:nvSpPr>
            <p:spPr>
              <a:xfrm>
                <a:off x="2156" y="364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6" name="Rectangle 4887"/>
              <p:cNvSpPr/>
              <p:nvPr/>
            </p:nvSpPr>
            <p:spPr>
              <a:xfrm>
                <a:off x="2167" y="364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7" name="Rectangle 4888"/>
              <p:cNvSpPr/>
              <p:nvPr/>
            </p:nvSpPr>
            <p:spPr>
              <a:xfrm>
                <a:off x="2177" y="365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8" name="Rectangle 4889"/>
              <p:cNvSpPr/>
              <p:nvPr/>
            </p:nvSpPr>
            <p:spPr>
              <a:xfrm>
                <a:off x="2187" y="365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49" name="Rectangle 4890"/>
              <p:cNvSpPr/>
              <p:nvPr/>
            </p:nvSpPr>
            <p:spPr>
              <a:xfrm>
                <a:off x="2198" y="366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0" name="Rectangle 4891"/>
              <p:cNvSpPr/>
              <p:nvPr/>
            </p:nvSpPr>
            <p:spPr>
              <a:xfrm>
                <a:off x="2208" y="3669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1" name="Rectangle 4892"/>
              <p:cNvSpPr/>
              <p:nvPr/>
            </p:nvSpPr>
            <p:spPr>
              <a:xfrm>
                <a:off x="2218" y="367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2" name="Rectangle 4893"/>
              <p:cNvSpPr/>
              <p:nvPr/>
            </p:nvSpPr>
            <p:spPr>
              <a:xfrm>
                <a:off x="2223" y="368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3" name="Rectangle 4894"/>
              <p:cNvSpPr/>
              <p:nvPr/>
            </p:nvSpPr>
            <p:spPr>
              <a:xfrm>
                <a:off x="2234" y="368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4" name="Rectangle 4895"/>
              <p:cNvSpPr/>
              <p:nvPr/>
            </p:nvSpPr>
            <p:spPr>
              <a:xfrm>
                <a:off x="2244" y="369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5" name="Rectangle 4896"/>
              <p:cNvSpPr/>
              <p:nvPr/>
            </p:nvSpPr>
            <p:spPr>
              <a:xfrm>
                <a:off x="2254" y="369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6" name="Rectangle 4897"/>
              <p:cNvSpPr/>
              <p:nvPr/>
            </p:nvSpPr>
            <p:spPr>
              <a:xfrm>
                <a:off x="2265" y="370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7" name="Rectangle 4898"/>
              <p:cNvSpPr/>
              <p:nvPr/>
            </p:nvSpPr>
            <p:spPr>
              <a:xfrm>
                <a:off x="2275" y="370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8" name="Rectangle 4899"/>
              <p:cNvSpPr/>
              <p:nvPr/>
            </p:nvSpPr>
            <p:spPr>
              <a:xfrm>
                <a:off x="2285" y="371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59" name="Rectangle 4900"/>
              <p:cNvSpPr/>
              <p:nvPr/>
            </p:nvSpPr>
            <p:spPr>
              <a:xfrm>
                <a:off x="2290" y="371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0" name="Rectangle 4901"/>
              <p:cNvSpPr/>
              <p:nvPr/>
            </p:nvSpPr>
            <p:spPr>
              <a:xfrm>
                <a:off x="2301" y="372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1" name="Rectangle 4902"/>
              <p:cNvSpPr/>
              <p:nvPr/>
            </p:nvSpPr>
            <p:spPr>
              <a:xfrm>
                <a:off x="2311" y="37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2" name="Rectangle 4903"/>
              <p:cNvSpPr/>
              <p:nvPr/>
            </p:nvSpPr>
            <p:spPr>
              <a:xfrm>
                <a:off x="2321" y="373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3" name="Rectangle 4904"/>
              <p:cNvSpPr/>
              <p:nvPr/>
            </p:nvSpPr>
            <p:spPr>
              <a:xfrm>
                <a:off x="2332" y="373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4" name="Rectangle 4905"/>
              <p:cNvSpPr/>
              <p:nvPr/>
            </p:nvSpPr>
            <p:spPr>
              <a:xfrm>
                <a:off x="2342" y="374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5" name="Rectangle 4906"/>
              <p:cNvSpPr/>
              <p:nvPr/>
            </p:nvSpPr>
            <p:spPr>
              <a:xfrm>
                <a:off x="2352" y="374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6" name="Rectangle 4907"/>
              <p:cNvSpPr/>
              <p:nvPr/>
            </p:nvSpPr>
            <p:spPr>
              <a:xfrm>
                <a:off x="2363" y="375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7" name="Rectangle 4908"/>
              <p:cNvSpPr/>
              <p:nvPr/>
            </p:nvSpPr>
            <p:spPr>
              <a:xfrm>
                <a:off x="1130" y="309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8" name="Rectangle 4909"/>
              <p:cNvSpPr/>
              <p:nvPr/>
            </p:nvSpPr>
            <p:spPr>
              <a:xfrm>
                <a:off x="1136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69" name="Rectangle 4910"/>
              <p:cNvSpPr/>
              <p:nvPr/>
            </p:nvSpPr>
            <p:spPr>
              <a:xfrm>
                <a:off x="1141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0" name="Rectangle 4911"/>
              <p:cNvSpPr/>
              <p:nvPr/>
            </p:nvSpPr>
            <p:spPr>
              <a:xfrm>
                <a:off x="1146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1" name="Rectangle 4912"/>
              <p:cNvSpPr/>
              <p:nvPr/>
            </p:nvSpPr>
            <p:spPr>
              <a:xfrm>
                <a:off x="1156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2" name="Rectangle 4913"/>
              <p:cNvSpPr/>
              <p:nvPr/>
            </p:nvSpPr>
            <p:spPr>
              <a:xfrm>
                <a:off x="1161" y="306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3" name="Rectangle 4914"/>
              <p:cNvSpPr/>
              <p:nvPr/>
            </p:nvSpPr>
            <p:spPr>
              <a:xfrm>
                <a:off x="1167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4" name="Rectangle 4915"/>
              <p:cNvSpPr/>
              <p:nvPr/>
            </p:nvSpPr>
            <p:spPr>
              <a:xfrm>
                <a:off x="1172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5" name="Rectangle 4916"/>
              <p:cNvSpPr/>
              <p:nvPr/>
            </p:nvSpPr>
            <p:spPr>
              <a:xfrm>
                <a:off x="1177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6" name="Rectangle 4917"/>
              <p:cNvSpPr/>
              <p:nvPr/>
            </p:nvSpPr>
            <p:spPr>
              <a:xfrm>
                <a:off x="1182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7" name="Rectangle 4918"/>
              <p:cNvSpPr/>
              <p:nvPr/>
            </p:nvSpPr>
            <p:spPr>
              <a:xfrm>
                <a:off x="1187" y="30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8" name="Rectangle 4919"/>
              <p:cNvSpPr/>
              <p:nvPr/>
            </p:nvSpPr>
            <p:spPr>
              <a:xfrm>
                <a:off x="1198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79" name="Rectangle 4920"/>
              <p:cNvSpPr/>
              <p:nvPr/>
            </p:nvSpPr>
            <p:spPr>
              <a:xfrm>
                <a:off x="1203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0" name="Rectangle 4921"/>
              <p:cNvSpPr/>
              <p:nvPr/>
            </p:nvSpPr>
            <p:spPr>
              <a:xfrm>
                <a:off x="1208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1" name="Rectangle 4922"/>
              <p:cNvSpPr/>
              <p:nvPr/>
            </p:nvSpPr>
            <p:spPr>
              <a:xfrm>
                <a:off x="1115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2" name="Rectangle 4923"/>
              <p:cNvSpPr/>
              <p:nvPr/>
            </p:nvSpPr>
            <p:spPr>
              <a:xfrm>
                <a:off x="1120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3" name="Rectangle 4924"/>
              <p:cNvSpPr/>
              <p:nvPr/>
            </p:nvSpPr>
            <p:spPr>
              <a:xfrm>
                <a:off x="1130" y="299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4" name="Rectangle 4925"/>
              <p:cNvSpPr/>
              <p:nvPr/>
            </p:nvSpPr>
            <p:spPr>
              <a:xfrm>
                <a:off x="1141" y="299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5" name="Rectangle 4926"/>
              <p:cNvSpPr/>
              <p:nvPr/>
            </p:nvSpPr>
            <p:spPr>
              <a:xfrm>
                <a:off x="1151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6" name="Rectangle 4927"/>
              <p:cNvSpPr/>
              <p:nvPr/>
            </p:nvSpPr>
            <p:spPr>
              <a:xfrm>
                <a:off x="1161" y="300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7" name="Rectangle 4928"/>
              <p:cNvSpPr/>
              <p:nvPr/>
            </p:nvSpPr>
            <p:spPr>
              <a:xfrm>
                <a:off x="1172" y="301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8" name="Rectangle 4929"/>
              <p:cNvSpPr/>
              <p:nvPr/>
            </p:nvSpPr>
            <p:spPr>
              <a:xfrm>
                <a:off x="1182" y="301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89" name="Rectangle 4930"/>
              <p:cNvSpPr/>
              <p:nvPr/>
            </p:nvSpPr>
            <p:spPr>
              <a:xfrm>
                <a:off x="1192" y="302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0" name="Rectangle 4931"/>
              <p:cNvSpPr/>
              <p:nvPr/>
            </p:nvSpPr>
            <p:spPr>
              <a:xfrm>
                <a:off x="1203" y="302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1" name="Rectangle 4932"/>
              <p:cNvSpPr/>
              <p:nvPr/>
            </p:nvSpPr>
            <p:spPr>
              <a:xfrm>
                <a:off x="1130" y="309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2" name="Rectangle 4933"/>
              <p:cNvSpPr/>
              <p:nvPr/>
            </p:nvSpPr>
            <p:spPr>
              <a:xfrm>
                <a:off x="1136" y="3087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3" name="Rectangle 4934"/>
              <p:cNvSpPr/>
              <p:nvPr/>
            </p:nvSpPr>
            <p:spPr>
              <a:xfrm>
                <a:off x="1141" y="308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4" name="Rectangle 4935"/>
              <p:cNvSpPr/>
              <p:nvPr/>
            </p:nvSpPr>
            <p:spPr>
              <a:xfrm>
                <a:off x="1146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5" name="Rectangle 4936"/>
              <p:cNvSpPr/>
              <p:nvPr/>
            </p:nvSpPr>
            <p:spPr>
              <a:xfrm>
                <a:off x="1156" y="307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6" name="Rectangle 4937"/>
              <p:cNvSpPr/>
              <p:nvPr/>
            </p:nvSpPr>
            <p:spPr>
              <a:xfrm>
                <a:off x="1161" y="3067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7" name="Rectangle 4938"/>
              <p:cNvSpPr/>
              <p:nvPr/>
            </p:nvSpPr>
            <p:spPr>
              <a:xfrm>
                <a:off x="1167" y="306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8" name="Rectangle 4939"/>
              <p:cNvSpPr/>
              <p:nvPr/>
            </p:nvSpPr>
            <p:spPr>
              <a:xfrm>
                <a:off x="1172" y="3056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899" name="Rectangle 4940"/>
              <p:cNvSpPr/>
              <p:nvPr/>
            </p:nvSpPr>
            <p:spPr>
              <a:xfrm>
                <a:off x="1177" y="305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0" name="Rectangle 4941"/>
              <p:cNvSpPr/>
              <p:nvPr/>
            </p:nvSpPr>
            <p:spPr>
              <a:xfrm>
                <a:off x="1182" y="304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1" name="Rectangle 4942"/>
              <p:cNvSpPr/>
              <p:nvPr/>
            </p:nvSpPr>
            <p:spPr>
              <a:xfrm>
                <a:off x="1187" y="304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2" name="Rectangle 4943"/>
              <p:cNvSpPr/>
              <p:nvPr/>
            </p:nvSpPr>
            <p:spPr>
              <a:xfrm>
                <a:off x="1198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3" name="Rectangle 4944"/>
              <p:cNvSpPr/>
              <p:nvPr/>
            </p:nvSpPr>
            <p:spPr>
              <a:xfrm>
                <a:off x="1203" y="303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4" name="Rectangle 4945"/>
              <p:cNvSpPr/>
              <p:nvPr/>
            </p:nvSpPr>
            <p:spPr>
              <a:xfrm>
                <a:off x="1208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5" name="Rectangle 4946"/>
              <p:cNvSpPr/>
              <p:nvPr/>
            </p:nvSpPr>
            <p:spPr>
              <a:xfrm>
                <a:off x="1033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6" name="Rectangle 4947"/>
              <p:cNvSpPr/>
              <p:nvPr/>
            </p:nvSpPr>
            <p:spPr>
              <a:xfrm>
                <a:off x="1038" y="304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7" name="Rectangle 4948"/>
              <p:cNvSpPr/>
              <p:nvPr/>
            </p:nvSpPr>
            <p:spPr>
              <a:xfrm>
                <a:off x="1048" y="305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8" name="Rectangle 4949"/>
              <p:cNvSpPr/>
              <p:nvPr/>
            </p:nvSpPr>
            <p:spPr>
              <a:xfrm>
                <a:off x="1058" y="305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09" name="Rectangle 4950"/>
              <p:cNvSpPr/>
              <p:nvPr/>
            </p:nvSpPr>
            <p:spPr>
              <a:xfrm>
                <a:off x="1069" y="306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0" name="Rectangle 4951"/>
              <p:cNvSpPr/>
              <p:nvPr/>
            </p:nvSpPr>
            <p:spPr>
              <a:xfrm>
                <a:off x="1079" y="306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1" name="Rectangle 4952"/>
              <p:cNvSpPr/>
              <p:nvPr/>
            </p:nvSpPr>
            <p:spPr>
              <a:xfrm>
                <a:off x="1089" y="307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2" name="Rectangle 4953"/>
              <p:cNvSpPr/>
              <p:nvPr/>
            </p:nvSpPr>
            <p:spPr>
              <a:xfrm>
                <a:off x="1100" y="307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3" name="Rectangle 4954"/>
              <p:cNvSpPr/>
              <p:nvPr/>
            </p:nvSpPr>
            <p:spPr>
              <a:xfrm>
                <a:off x="1110" y="308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4" name="Rectangle 4955"/>
              <p:cNvSpPr/>
              <p:nvPr/>
            </p:nvSpPr>
            <p:spPr>
              <a:xfrm>
                <a:off x="1120" y="3087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5" name="Rectangle 4956"/>
              <p:cNvSpPr/>
              <p:nvPr/>
            </p:nvSpPr>
            <p:spPr>
              <a:xfrm>
                <a:off x="1130" y="3093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6" name="Rectangle 4957"/>
              <p:cNvSpPr/>
              <p:nvPr/>
            </p:nvSpPr>
            <p:spPr>
              <a:xfrm>
                <a:off x="1033" y="304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7" name="Rectangle 4958"/>
              <p:cNvSpPr/>
              <p:nvPr/>
            </p:nvSpPr>
            <p:spPr>
              <a:xfrm>
                <a:off x="1038" y="303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8" name="Rectangle 4959"/>
              <p:cNvSpPr/>
              <p:nvPr/>
            </p:nvSpPr>
            <p:spPr>
              <a:xfrm>
                <a:off x="1043" y="303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19" name="Rectangle 4960"/>
              <p:cNvSpPr/>
              <p:nvPr/>
            </p:nvSpPr>
            <p:spPr>
              <a:xfrm>
                <a:off x="1053" y="302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0" name="Rectangle 4961"/>
              <p:cNvSpPr/>
              <p:nvPr/>
            </p:nvSpPr>
            <p:spPr>
              <a:xfrm>
                <a:off x="1058" y="3020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1" name="Rectangle 4962"/>
              <p:cNvSpPr/>
              <p:nvPr/>
            </p:nvSpPr>
            <p:spPr>
              <a:xfrm>
                <a:off x="1063" y="301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2" name="Rectangle 4963"/>
              <p:cNvSpPr/>
              <p:nvPr/>
            </p:nvSpPr>
            <p:spPr>
              <a:xfrm>
                <a:off x="1074" y="301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3" name="Rectangle 4964"/>
              <p:cNvSpPr/>
              <p:nvPr/>
            </p:nvSpPr>
            <p:spPr>
              <a:xfrm>
                <a:off x="1079" y="3005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4" name="Rectangle 4965"/>
              <p:cNvSpPr/>
              <p:nvPr/>
            </p:nvSpPr>
            <p:spPr>
              <a:xfrm>
                <a:off x="1084" y="300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5" name="Rectangle 4966"/>
              <p:cNvSpPr/>
              <p:nvPr/>
            </p:nvSpPr>
            <p:spPr>
              <a:xfrm>
                <a:off x="1094" y="2995"/>
                <a:ext cx="6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6" name="Rectangle 4967"/>
              <p:cNvSpPr/>
              <p:nvPr/>
            </p:nvSpPr>
            <p:spPr>
              <a:xfrm>
                <a:off x="1100" y="2990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7" name="Rectangle 4968"/>
              <p:cNvSpPr/>
              <p:nvPr/>
            </p:nvSpPr>
            <p:spPr>
              <a:xfrm>
                <a:off x="1105" y="2984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8" name="Rectangle 4969"/>
              <p:cNvSpPr/>
              <p:nvPr/>
            </p:nvSpPr>
            <p:spPr>
              <a:xfrm>
                <a:off x="1115" y="2979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29" name="Rectangle 4970"/>
              <p:cNvSpPr/>
              <p:nvPr/>
            </p:nvSpPr>
            <p:spPr>
              <a:xfrm>
                <a:off x="950" y="3108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0" name="Rectangle 4971"/>
              <p:cNvSpPr/>
              <p:nvPr/>
            </p:nvSpPr>
            <p:spPr>
              <a:xfrm>
                <a:off x="955" y="311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1" name="Rectangle 4972"/>
              <p:cNvSpPr/>
              <p:nvPr/>
            </p:nvSpPr>
            <p:spPr>
              <a:xfrm>
                <a:off x="966" y="311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2" name="Rectangle 4973"/>
              <p:cNvSpPr/>
              <p:nvPr/>
            </p:nvSpPr>
            <p:spPr>
              <a:xfrm>
                <a:off x="976" y="3123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3" name="Rectangle 4974"/>
              <p:cNvSpPr/>
              <p:nvPr/>
            </p:nvSpPr>
            <p:spPr>
              <a:xfrm>
                <a:off x="986" y="312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4" name="Rectangle 4975"/>
              <p:cNvSpPr/>
              <p:nvPr/>
            </p:nvSpPr>
            <p:spPr>
              <a:xfrm>
                <a:off x="996" y="313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5" name="Rectangle 4976"/>
              <p:cNvSpPr/>
              <p:nvPr/>
            </p:nvSpPr>
            <p:spPr>
              <a:xfrm>
                <a:off x="1007" y="313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6" name="Rectangle 4977"/>
              <p:cNvSpPr/>
              <p:nvPr/>
            </p:nvSpPr>
            <p:spPr>
              <a:xfrm>
                <a:off x="1017" y="314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7" name="Rectangle 4978"/>
              <p:cNvSpPr/>
              <p:nvPr/>
            </p:nvSpPr>
            <p:spPr>
              <a:xfrm>
                <a:off x="1027" y="314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8" name="Rectangle 4979"/>
              <p:cNvSpPr/>
              <p:nvPr/>
            </p:nvSpPr>
            <p:spPr>
              <a:xfrm>
                <a:off x="1038" y="3154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39" name="Rectangle 4980"/>
              <p:cNvSpPr/>
              <p:nvPr/>
            </p:nvSpPr>
            <p:spPr>
              <a:xfrm>
                <a:off x="1043" y="316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0" name="Rectangle 4981"/>
              <p:cNvSpPr/>
              <p:nvPr/>
            </p:nvSpPr>
            <p:spPr>
              <a:xfrm>
                <a:off x="1053" y="316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1" name="Rectangle 4982"/>
              <p:cNvSpPr/>
              <p:nvPr/>
            </p:nvSpPr>
            <p:spPr>
              <a:xfrm>
                <a:off x="1063" y="3170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2" name="Rectangle 4983"/>
              <p:cNvSpPr/>
              <p:nvPr/>
            </p:nvSpPr>
            <p:spPr>
              <a:xfrm>
                <a:off x="1074" y="317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3" name="Rectangle 4984"/>
              <p:cNvSpPr/>
              <p:nvPr/>
            </p:nvSpPr>
            <p:spPr>
              <a:xfrm>
                <a:off x="1084" y="318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4" name="Rectangle 4985"/>
              <p:cNvSpPr/>
              <p:nvPr/>
            </p:nvSpPr>
            <p:spPr>
              <a:xfrm>
                <a:off x="1094" y="318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5" name="Rectangle 4986"/>
              <p:cNvSpPr/>
              <p:nvPr/>
            </p:nvSpPr>
            <p:spPr>
              <a:xfrm>
                <a:off x="1105" y="3190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6" name="Rectangle 4987"/>
              <p:cNvSpPr/>
              <p:nvPr/>
            </p:nvSpPr>
            <p:spPr>
              <a:xfrm>
                <a:off x="1115" y="3196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7" name="Rectangle 4988"/>
              <p:cNvSpPr/>
              <p:nvPr/>
            </p:nvSpPr>
            <p:spPr>
              <a:xfrm>
                <a:off x="1120" y="320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8" name="Rectangle 4989"/>
              <p:cNvSpPr/>
              <p:nvPr/>
            </p:nvSpPr>
            <p:spPr>
              <a:xfrm>
                <a:off x="1130" y="3206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49" name="Rectangle 4990"/>
              <p:cNvSpPr/>
              <p:nvPr/>
            </p:nvSpPr>
            <p:spPr>
              <a:xfrm>
                <a:off x="1141" y="321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0" name="Rectangle 4991"/>
              <p:cNvSpPr/>
              <p:nvPr/>
            </p:nvSpPr>
            <p:spPr>
              <a:xfrm>
                <a:off x="1151" y="321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1" name="Rectangle 4992"/>
              <p:cNvSpPr/>
              <p:nvPr/>
            </p:nvSpPr>
            <p:spPr>
              <a:xfrm>
                <a:off x="1161" y="322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2" name="Rectangle 4993"/>
              <p:cNvSpPr/>
              <p:nvPr/>
            </p:nvSpPr>
            <p:spPr>
              <a:xfrm>
                <a:off x="1172" y="3226"/>
                <a:ext cx="10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3" name="Rectangle 4994"/>
              <p:cNvSpPr/>
              <p:nvPr/>
            </p:nvSpPr>
            <p:spPr>
              <a:xfrm>
                <a:off x="1182" y="323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4" name="Rectangle 4995"/>
              <p:cNvSpPr/>
              <p:nvPr/>
            </p:nvSpPr>
            <p:spPr>
              <a:xfrm>
                <a:off x="1192" y="3237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5" name="Rectangle 4996"/>
              <p:cNvSpPr/>
              <p:nvPr/>
            </p:nvSpPr>
            <p:spPr>
              <a:xfrm>
                <a:off x="1203" y="3242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6" name="Rectangle 4997"/>
              <p:cNvSpPr/>
              <p:nvPr/>
            </p:nvSpPr>
            <p:spPr>
              <a:xfrm>
                <a:off x="1208" y="324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7" name="Rectangle 4998"/>
              <p:cNvSpPr/>
              <p:nvPr/>
            </p:nvSpPr>
            <p:spPr>
              <a:xfrm>
                <a:off x="1218" y="325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8" name="Rectangle 4999"/>
              <p:cNvSpPr/>
              <p:nvPr/>
            </p:nvSpPr>
            <p:spPr>
              <a:xfrm>
                <a:off x="1228" y="3257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59" name="Rectangle 5000"/>
              <p:cNvSpPr/>
              <p:nvPr/>
            </p:nvSpPr>
            <p:spPr>
              <a:xfrm>
                <a:off x="1239" y="3263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0" name="Rectangle 5001"/>
              <p:cNvSpPr/>
              <p:nvPr/>
            </p:nvSpPr>
            <p:spPr>
              <a:xfrm>
                <a:off x="1249" y="326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1" name="Rectangle 5002"/>
              <p:cNvSpPr/>
              <p:nvPr/>
            </p:nvSpPr>
            <p:spPr>
              <a:xfrm>
                <a:off x="1259" y="3273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2" name="Rectangle 5003"/>
              <p:cNvSpPr/>
              <p:nvPr/>
            </p:nvSpPr>
            <p:spPr>
              <a:xfrm>
                <a:off x="1270" y="327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3" name="Rectangle 5004"/>
              <p:cNvSpPr/>
              <p:nvPr/>
            </p:nvSpPr>
            <p:spPr>
              <a:xfrm>
                <a:off x="1280" y="3283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4" name="Rectangle 5005"/>
              <p:cNvSpPr/>
              <p:nvPr/>
            </p:nvSpPr>
            <p:spPr>
              <a:xfrm>
                <a:off x="1285" y="3288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5" name="Rectangle 5006"/>
              <p:cNvSpPr/>
              <p:nvPr/>
            </p:nvSpPr>
            <p:spPr>
              <a:xfrm>
                <a:off x="1295" y="3293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6" name="Rectangle 5007"/>
              <p:cNvSpPr/>
              <p:nvPr/>
            </p:nvSpPr>
            <p:spPr>
              <a:xfrm>
                <a:off x="1306" y="329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7" name="Rectangle 5008"/>
              <p:cNvSpPr/>
              <p:nvPr/>
            </p:nvSpPr>
            <p:spPr>
              <a:xfrm>
                <a:off x="1316" y="330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8" name="Rectangle 5009"/>
              <p:cNvSpPr/>
              <p:nvPr/>
            </p:nvSpPr>
            <p:spPr>
              <a:xfrm>
                <a:off x="1326" y="3309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69" name="Rectangle 5010"/>
              <p:cNvSpPr/>
              <p:nvPr/>
            </p:nvSpPr>
            <p:spPr>
              <a:xfrm>
                <a:off x="1337" y="3314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0" name="Rectangle 5011"/>
              <p:cNvSpPr/>
              <p:nvPr/>
            </p:nvSpPr>
            <p:spPr>
              <a:xfrm>
                <a:off x="1347" y="3319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1" name="Rectangle 5012"/>
              <p:cNvSpPr/>
              <p:nvPr/>
            </p:nvSpPr>
            <p:spPr>
              <a:xfrm>
                <a:off x="1357" y="3324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2" name="Rectangle 5013"/>
              <p:cNvSpPr/>
              <p:nvPr/>
            </p:nvSpPr>
            <p:spPr>
              <a:xfrm>
                <a:off x="1368" y="3329"/>
                <a:ext cx="5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3" name="Rectangle 5014"/>
              <p:cNvSpPr/>
              <p:nvPr/>
            </p:nvSpPr>
            <p:spPr>
              <a:xfrm>
                <a:off x="1373" y="333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4" name="Rectangle 5015"/>
              <p:cNvSpPr/>
              <p:nvPr/>
            </p:nvSpPr>
            <p:spPr>
              <a:xfrm>
                <a:off x="1383" y="334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5" name="Rectangle 5016"/>
              <p:cNvSpPr/>
              <p:nvPr/>
            </p:nvSpPr>
            <p:spPr>
              <a:xfrm>
                <a:off x="1393" y="3345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6" name="Rectangle 5017"/>
              <p:cNvSpPr/>
              <p:nvPr/>
            </p:nvSpPr>
            <p:spPr>
              <a:xfrm>
                <a:off x="1404" y="3350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7" name="Rectangle 5018"/>
              <p:cNvSpPr/>
              <p:nvPr/>
            </p:nvSpPr>
            <p:spPr>
              <a:xfrm>
                <a:off x="1414" y="3355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8" name="Rectangle 5019"/>
              <p:cNvSpPr/>
              <p:nvPr/>
            </p:nvSpPr>
            <p:spPr>
              <a:xfrm>
                <a:off x="1424" y="3360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79" name="Rectangle 5020"/>
              <p:cNvSpPr/>
              <p:nvPr/>
            </p:nvSpPr>
            <p:spPr>
              <a:xfrm>
                <a:off x="1435" y="336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0" name="Rectangle 5021"/>
              <p:cNvSpPr/>
              <p:nvPr/>
            </p:nvSpPr>
            <p:spPr>
              <a:xfrm>
                <a:off x="1445" y="3371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1" name="Rectangle 5022"/>
              <p:cNvSpPr/>
              <p:nvPr/>
            </p:nvSpPr>
            <p:spPr>
              <a:xfrm>
                <a:off x="1450" y="337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2" name="Rectangle 5023"/>
              <p:cNvSpPr/>
              <p:nvPr/>
            </p:nvSpPr>
            <p:spPr>
              <a:xfrm>
                <a:off x="1460" y="3381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3" name="Rectangle 5024"/>
              <p:cNvSpPr/>
              <p:nvPr/>
            </p:nvSpPr>
            <p:spPr>
              <a:xfrm>
                <a:off x="1471" y="3386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4" name="Rectangle 5025"/>
              <p:cNvSpPr/>
              <p:nvPr/>
            </p:nvSpPr>
            <p:spPr>
              <a:xfrm>
                <a:off x="1481" y="3391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5" name="Rectangle 5026"/>
              <p:cNvSpPr/>
              <p:nvPr/>
            </p:nvSpPr>
            <p:spPr>
              <a:xfrm>
                <a:off x="1491" y="3396"/>
                <a:ext cx="11" cy="6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6" name="Rectangle 5027"/>
              <p:cNvSpPr/>
              <p:nvPr/>
            </p:nvSpPr>
            <p:spPr>
              <a:xfrm>
                <a:off x="1502" y="3402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7" name="Rectangle 5028"/>
              <p:cNvSpPr/>
              <p:nvPr/>
            </p:nvSpPr>
            <p:spPr>
              <a:xfrm>
                <a:off x="1512" y="3407"/>
                <a:ext cx="10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8" name="Rectangle 5029"/>
              <p:cNvSpPr/>
              <p:nvPr/>
            </p:nvSpPr>
            <p:spPr>
              <a:xfrm>
                <a:off x="1522" y="3412"/>
                <a:ext cx="11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  <p:sp>
            <p:nvSpPr>
              <p:cNvPr id="28989" name="Rectangle 5030"/>
              <p:cNvSpPr/>
              <p:nvPr/>
            </p:nvSpPr>
            <p:spPr>
              <a:xfrm>
                <a:off x="1533" y="3417"/>
                <a:ext cx="5" cy="5"/>
              </a:xfrm>
              <a:prstGeom prst="rect">
                <a:avLst/>
              </a:prstGeom>
              <a:blipFill rotWithShape="0">
                <a:blip r:embed="rId1"/>
              </a:blipFill>
              <a:ln w="9525">
                <a:noFill/>
              </a:ln>
            </p:spPr>
            <p:txBody>
              <a:bodyPr/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Tahoma" panose="020B0604030504040204" pitchFamily="34" charset="0"/>
                  <a:ea typeface="华文新魏" panose="02010800040101010101" pitchFamily="2" charset="-122"/>
                </a:endParaRPr>
              </a:p>
            </p:txBody>
          </p:sp>
        </p:grpSp>
        <p:sp>
          <p:nvSpPr>
            <p:cNvPr id="28703" name="Rectangle 5031"/>
            <p:cNvSpPr/>
            <p:nvPr/>
          </p:nvSpPr>
          <p:spPr>
            <a:xfrm>
              <a:off x="1538" y="3422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04" name="Rectangle 5032"/>
            <p:cNvSpPr/>
            <p:nvPr/>
          </p:nvSpPr>
          <p:spPr>
            <a:xfrm>
              <a:off x="1558" y="3433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05" name="Rectangle 5033"/>
            <p:cNvSpPr/>
            <p:nvPr/>
          </p:nvSpPr>
          <p:spPr>
            <a:xfrm>
              <a:off x="1569" y="3438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06" name="Rectangle 5034"/>
            <p:cNvSpPr/>
            <p:nvPr/>
          </p:nvSpPr>
          <p:spPr>
            <a:xfrm>
              <a:off x="1589" y="3448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07" name="Rectangle 5035"/>
            <p:cNvSpPr/>
            <p:nvPr/>
          </p:nvSpPr>
          <p:spPr>
            <a:xfrm>
              <a:off x="1625" y="3469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08" name="Rectangle 5036"/>
            <p:cNvSpPr/>
            <p:nvPr/>
          </p:nvSpPr>
          <p:spPr>
            <a:xfrm>
              <a:off x="1636" y="3474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09" name="Rectangle 5037"/>
            <p:cNvSpPr/>
            <p:nvPr/>
          </p:nvSpPr>
          <p:spPr>
            <a:xfrm>
              <a:off x="1656" y="3484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0" name="Rectangle 5038"/>
            <p:cNvSpPr/>
            <p:nvPr/>
          </p:nvSpPr>
          <p:spPr>
            <a:xfrm>
              <a:off x="1677" y="3494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1" name="Rectangle 5039"/>
            <p:cNvSpPr/>
            <p:nvPr/>
          </p:nvSpPr>
          <p:spPr>
            <a:xfrm>
              <a:off x="1703" y="3510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2" name="Rectangle 5040"/>
            <p:cNvSpPr/>
            <p:nvPr/>
          </p:nvSpPr>
          <p:spPr>
            <a:xfrm>
              <a:off x="1723" y="3520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3" name="Rectangle 5041"/>
            <p:cNvSpPr/>
            <p:nvPr/>
          </p:nvSpPr>
          <p:spPr>
            <a:xfrm>
              <a:off x="1744" y="3530"/>
              <a:ext cx="10" cy="6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4" name="Rectangle 5042"/>
            <p:cNvSpPr/>
            <p:nvPr/>
          </p:nvSpPr>
          <p:spPr>
            <a:xfrm>
              <a:off x="1765" y="3541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5" name="Rectangle 5043"/>
            <p:cNvSpPr/>
            <p:nvPr/>
          </p:nvSpPr>
          <p:spPr>
            <a:xfrm>
              <a:off x="1775" y="3546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6" name="Rectangle 5044"/>
            <p:cNvSpPr/>
            <p:nvPr/>
          </p:nvSpPr>
          <p:spPr>
            <a:xfrm>
              <a:off x="1790" y="3556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7" name="Rectangle 5045"/>
            <p:cNvSpPr/>
            <p:nvPr/>
          </p:nvSpPr>
          <p:spPr>
            <a:xfrm>
              <a:off x="1811" y="3566"/>
              <a:ext cx="10" cy="6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8" name="Rectangle 5046"/>
            <p:cNvSpPr/>
            <p:nvPr/>
          </p:nvSpPr>
          <p:spPr>
            <a:xfrm>
              <a:off x="1832" y="3577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19" name="Rectangle 5047"/>
            <p:cNvSpPr/>
            <p:nvPr/>
          </p:nvSpPr>
          <p:spPr>
            <a:xfrm>
              <a:off x="1842" y="3582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0" name="Rectangle 5048"/>
            <p:cNvSpPr/>
            <p:nvPr/>
          </p:nvSpPr>
          <p:spPr>
            <a:xfrm>
              <a:off x="1863" y="3592"/>
              <a:ext cx="5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1" name="Rectangle 5049"/>
            <p:cNvSpPr/>
            <p:nvPr/>
          </p:nvSpPr>
          <p:spPr>
            <a:xfrm>
              <a:off x="1878" y="3603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2" name="Rectangle 5050"/>
            <p:cNvSpPr/>
            <p:nvPr/>
          </p:nvSpPr>
          <p:spPr>
            <a:xfrm>
              <a:off x="1899" y="3613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3" name="Rectangle 5051"/>
            <p:cNvSpPr/>
            <p:nvPr/>
          </p:nvSpPr>
          <p:spPr>
            <a:xfrm>
              <a:off x="1909" y="3618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4" name="Rectangle 5052"/>
            <p:cNvSpPr/>
            <p:nvPr/>
          </p:nvSpPr>
          <p:spPr>
            <a:xfrm>
              <a:off x="1930" y="3628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5" name="Rectangle 5053"/>
            <p:cNvSpPr/>
            <p:nvPr/>
          </p:nvSpPr>
          <p:spPr>
            <a:xfrm>
              <a:off x="1966" y="3649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6" name="Rectangle 5054"/>
            <p:cNvSpPr/>
            <p:nvPr/>
          </p:nvSpPr>
          <p:spPr>
            <a:xfrm>
              <a:off x="1976" y="3654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7" name="Rectangle 5055"/>
            <p:cNvSpPr/>
            <p:nvPr/>
          </p:nvSpPr>
          <p:spPr>
            <a:xfrm>
              <a:off x="1997" y="3664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8" name="Rectangle 5056"/>
            <p:cNvSpPr/>
            <p:nvPr/>
          </p:nvSpPr>
          <p:spPr>
            <a:xfrm>
              <a:off x="2017" y="3675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29" name="Rectangle 5057"/>
            <p:cNvSpPr/>
            <p:nvPr/>
          </p:nvSpPr>
          <p:spPr>
            <a:xfrm>
              <a:off x="2033" y="3685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0" name="Rectangle 5058"/>
            <p:cNvSpPr/>
            <p:nvPr/>
          </p:nvSpPr>
          <p:spPr>
            <a:xfrm>
              <a:off x="2043" y="3690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1" name="Rectangle 5059"/>
            <p:cNvSpPr/>
            <p:nvPr/>
          </p:nvSpPr>
          <p:spPr>
            <a:xfrm>
              <a:off x="2064" y="3700"/>
              <a:ext cx="10" cy="6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2" name="Rectangle 5060"/>
            <p:cNvSpPr/>
            <p:nvPr/>
          </p:nvSpPr>
          <p:spPr>
            <a:xfrm>
              <a:off x="2084" y="3711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3" name="Rectangle 5061"/>
            <p:cNvSpPr/>
            <p:nvPr/>
          </p:nvSpPr>
          <p:spPr>
            <a:xfrm>
              <a:off x="2105" y="3721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4" name="Rectangle 5062"/>
            <p:cNvSpPr/>
            <p:nvPr/>
          </p:nvSpPr>
          <p:spPr>
            <a:xfrm>
              <a:off x="2115" y="3726"/>
              <a:ext cx="5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5" name="Rectangle 5063"/>
            <p:cNvSpPr/>
            <p:nvPr/>
          </p:nvSpPr>
          <p:spPr>
            <a:xfrm>
              <a:off x="2131" y="3736"/>
              <a:ext cx="10" cy="6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6" name="Rectangle 5064"/>
            <p:cNvSpPr/>
            <p:nvPr/>
          </p:nvSpPr>
          <p:spPr>
            <a:xfrm>
              <a:off x="2151" y="3747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7" name="Rectangle 5065"/>
            <p:cNvSpPr/>
            <p:nvPr/>
          </p:nvSpPr>
          <p:spPr>
            <a:xfrm>
              <a:off x="2172" y="3757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8" name="Rectangle 5066"/>
            <p:cNvSpPr/>
            <p:nvPr/>
          </p:nvSpPr>
          <p:spPr>
            <a:xfrm>
              <a:off x="2182" y="3762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39" name="Rectangle 5067"/>
            <p:cNvSpPr/>
            <p:nvPr/>
          </p:nvSpPr>
          <p:spPr>
            <a:xfrm>
              <a:off x="2198" y="3773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40" name="Rectangle 5068"/>
            <p:cNvSpPr/>
            <p:nvPr/>
          </p:nvSpPr>
          <p:spPr>
            <a:xfrm>
              <a:off x="2218" y="3783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41" name="Rectangle 5069"/>
            <p:cNvSpPr/>
            <p:nvPr/>
          </p:nvSpPr>
          <p:spPr>
            <a:xfrm>
              <a:off x="2239" y="3793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42" name="Rectangle 5070"/>
            <p:cNvSpPr/>
            <p:nvPr/>
          </p:nvSpPr>
          <p:spPr>
            <a:xfrm>
              <a:off x="2249" y="3798"/>
              <a:ext cx="11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43" name="Rectangle 5071"/>
            <p:cNvSpPr/>
            <p:nvPr/>
          </p:nvSpPr>
          <p:spPr>
            <a:xfrm>
              <a:off x="2270" y="3809"/>
              <a:ext cx="10" cy="5"/>
            </a:xfrm>
            <a:prstGeom prst="rect">
              <a:avLst/>
            </a:prstGeom>
            <a:blipFill rotWithShape="0">
              <a:blip r:embed="rId1"/>
            </a:blip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44" name="Freeform 5072"/>
            <p:cNvSpPr/>
            <p:nvPr/>
          </p:nvSpPr>
          <p:spPr>
            <a:xfrm>
              <a:off x="821" y="2088"/>
              <a:ext cx="2629" cy="1741"/>
            </a:xfrm>
            <a:custGeom>
              <a:avLst/>
              <a:gdLst>
                <a:gd name="txL" fmla="*/ 0 w 2629"/>
                <a:gd name="txT" fmla="*/ 0 h 1741"/>
                <a:gd name="txR" fmla="*/ 2629 w 2629"/>
                <a:gd name="txB" fmla="*/ 1741 h 1741"/>
              </a:gdLst>
              <a:ahLst/>
              <a:cxnLst>
                <a:cxn ang="0">
                  <a:pos x="1304" y="0"/>
                </a:cxn>
                <a:cxn ang="0">
                  <a:pos x="2629" y="706"/>
                </a:cxn>
                <a:cxn ang="0">
                  <a:pos x="1325" y="1741"/>
                </a:cxn>
                <a:cxn ang="0">
                  <a:pos x="0" y="1035"/>
                </a:cxn>
                <a:cxn ang="0">
                  <a:pos x="1304" y="0"/>
                </a:cxn>
              </a:cxnLst>
              <a:rect l="txL" t="txT" r="txR" b="txB"/>
              <a:pathLst>
                <a:path w="2629" h="1741">
                  <a:moveTo>
                    <a:pt x="1304" y="0"/>
                  </a:moveTo>
                  <a:lnTo>
                    <a:pt x="2629" y="706"/>
                  </a:lnTo>
                  <a:lnTo>
                    <a:pt x="1325" y="1741"/>
                  </a:lnTo>
                  <a:lnTo>
                    <a:pt x="0" y="1035"/>
                  </a:lnTo>
                  <a:lnTo>
                    <a:pt x="1304" y="0"/>
                  </a:lnTo>
                  <a:close/>
                </a:path>
              </a:pathLst>
            </a:custGeom>
            <a:solidFill>
              <a:srgbClr val="CCFFCC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45" name="Freeform 5073"/>
            <p:cNvSpPr/>
            <p:nvPr/>
          </p:nvSpPr>
          <p:spPr>
            <a:xfrm>
              <a:off x="811" y="2083"/>
              <a:ext cx="2650" cy="1751"/>
            </a:xfrm>
            <a:custGeom>
              <a:avLst/>
              <a:gdLst>
                <a:gd name="txL" fmla="*/ 0 w 2650"/>
                <a:gd name="txT" fmla="*/ 0 h 1751"/>
                <a:gd name="txR" fmla="*/ 2650 w 2650"/>
                <a:gd name="txB" fmla="*/ 1751 h 1751"/>
              </a:gdLst>
              <a:ahLst/>
              <a:cxnLst>
                <a:cxn ang="0">
                  <a:pos x="2639" y="706"/>
                </a:cxn>
                <a:cxn ang="0">
                  <a:pos x="2650" y="711"/>
                </a:cxn>
                <a:cxn ang="0">
                  <a:pos x="1335" y="1751"/>
                </a:cxn>
                <a:cxn ang="0">
                  <a:pos x="0" y="1035"/>
                </a:cxn>
                <a:cxn ang="0">
                  <a:pos x="1309" y="0"/>
                </a:cxn>
                <a:cxn ang="0">
                  <a:pos x="1320" y="10"/>
                </a:cxn>
                <a:cxn ang="0">
                  <a:pos x="20" y="1035"/>
                </a:cxn>
                <a:cxn ang="0">
                  <a:pos x="1335" y="1736"/>
                </a:cxn>
                <a:cxn ang="0">
                  <a:pos x="2634" y="706"/>
                </a:cxn>
                <a:cxn ang="0">
                  <a:pos x="2639" y="706"/>
                </a:cxn>
              </a:cxnLst>
              <a:rect l="txL" t="txT" r="txR" b="txB"/>
              <a:pathLst>
                <a:path w="2650" h="1751">
                  <a:moveTo>
                    <a:pt x="2639" y="706"/>
                  </a:moveTo>
                  <a:lnTo>
                    <a:pt x="2650" y="711"/>
                  </a:lnTo>
                  <a:lnTo>
                    <a:pt x="1335" y="1751"/>
                  </a:lnTo>
                  <a:lnTo>
                    <a:pt x="0" y="1035"/>
                  </a:lnTo>
                  <a:lnTo>
                    <a:pt x="1309" y="0"/>
                  </a:lnTo>
                  <a:lnTo>
                    <a:pt x="1320" y="10"/>
                  </a:lnTo>
                  <a:lnTo>
                    <a:pt x="20" y="1035"/>
                  </a:lnTo>
                  <a:lnTo>
                    <a:pt x="1335" y="1736"/>
                  </a:lnTo>
                  <a:lnTo>
                    <a:pt x="2634" y="706"/>
                  </a:lnTo>
                  <a:lnTo>
                    <a:pt x="2639" y="706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46" name="Freeform 5074"/>
            <p:cNvSpPr/>
            <p:nvPr/>
          </p:nvSpPr>
          <p:spPr>
            <a:xfrm>
              <a:off x="2120" y="2078"/>
              <a:ext cx="1330" cy="726"/>
            </a:xfrm>
            <a:custGeom>
              <a:avLst/>
              <a:gdLst>
                <a:gd name="txL" fmla="*/ 0 w 1330"/>
                <a:gd name="txT" fmla="*/ 0 h 726"/>
                <a:gd name="txR" fmla="*/ 1330 w 1330"/>
                <a:gd name="txB" fmla="*/ 726 h 726"/>
              </a:gdLst>
              <a:ahLst/>
              <a:cxnLst>
                <a:cxn ang="0">
                  <a:pos x="0" y="5"/>
                </a:cxn>
                <a:cxn ang="0">
                  <a:pos x="0" y="0"/>
                </a:cxn>
                <a:cxn ang="0">
                  <a:pos x="1330" y="711"/>
                </a:cxn>
                <a:cxn ang="0">
                  <a:pos x="1330" y="726"/>
                </a:cxn>
                <a:cxn ang="0">
                  <a:pos x="5" y="20"/>
                </a:cxn>
                <a:cxn ang="0">
                  <a:pos x="0" y="5"/>
                </a:cxn>
              </a:cxnLst>
              <a:rect l="txL" t="txT" r="txR" b="txB"/>
              <a:pathLst>
                <a:path w="1330" h="726">
                  <a:moveTo>
                    <a:pt x="0" y="5"/>
                  </a:moveTo>
                  <a:lnTo>
                    <a:pt x="0" y="0"/>
                  </a:lnTo>
                  <a:lnTo>
                    <a:pt x="1330" y="711"/>
                  </a:lnTo>
                  <a:lnTo>
                    <a:pt x="1330" y="726"/>
                  </a:lnTo>
                  <a:lnTo>
                    <a:pt x="5" y="2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47" name="Freeform 5075"/>
            <p:cNvSpPr/>
            <p:nvPr/>
          </p:nvSpPr>
          <p:spPr>
            <a:xfrm>
              <a:off x="914" y="2140"/>
              <a:ext cx="1402" cy="1081"/>
            </a:xfrm>
            <a:custGeom>
              <a:avLst/>
              <a:gdLst>
                <a:gd name="txL" fmla="*/ 0 w 1402"/>
                <a:gd name="txT" fmla="*/ 0 h 1081"/>
                <a:gd name="txR" fmla="*/ 1402 w 1402"/>
                <a:gd name="txB" fmla="*/ 1081 h 1081"/>
              </a:gdLst>
              <a:ahLst/>
              <a:cxnLst>
                <a:cxn ang="0">
                  <a:pos x="1304" y="0"/>
                </a:cxn>
                <a:cxn ang="0">
                  <a:pos x="1402" y="51"/>
                </a:cxn>
                <a:cxn ang="0">
                  <a:pos x="98" y="1081"/>
                </a:cxn>
                <a:cxn ang="0">
                  <a:pos x="0" y="1030"/>
                </a:cxn>
                <a:cxn ang="0">
                  <a:pos x="1304" y="0"/>
                </a:cxn>
              </a:cxnLst>
              <a:rect l="txL" t="txT" r="txR" b="txB"/>
              <a:pathLst>
                <a:path w="1402" h="1081">
                  <a:moveTo>
                    <a:pt x="1304" y="0"/>
                  </a:moveTo>
                  <a:lnTo>
                    <a:pt x="1402" y="51"/>
                  </a:lnTo>
                  <a:lnTo>
                    <a:pt x="98" y="1081"/>
                  </a:lnTo>
                  <a:lnTo>
                    <a:pt x="0" y="1030"/>
                  </a:lnTo>
                  <a:lnTo>
                    <a:pt x="130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48" name="Freeform 5076"/>
            <p:cNvSpPr/>
            <p:nvPr/>
          </p:nvSpPr>
          <p:spPr>
            <a:xfrm>
              <a:off x="1105" y="2237"/>
              <a:ext cx="1397" cy="1087"/>
            </a:xfrm>
            <a:custGeom>
              <a:avLst/>
              <a:gdLst>
                <a:gd name="txL" fmla="*/ 0 w 1397"/>
                <a:gd name="txT" fmla="*/ 0 h 1087"/>
                <a:gd name="txR" fmla="*/ 1397 w 1397"/>
                <a:gd name="txB" fmla="*/ 1087 h 1087"/>
              </a:gdLst>
              <a:ahLst/>
              <a:cxnLst>
                <a:cxn ang="0">
                  <a:pos x="1304" y="0"/>
                </a:cxn>
                <a:cxn ang="0">
                  <a:pos x="1397" y="52"/>
                </a:cxn>
                <a:cxn ang="0">
                  <a:pos x="98" y="1087"/>
                </a:cxn>
                <a:cxn ang="0">
                  <a:pos x="0" y="1036"/>
                </a:cxn>
                <a:cxn ang="0">
                  <a:pos x="1304" y="0"/>
                </a:cxn>
              </a:cxnLst>
              <a:rect l="txL" t="txT" r="txR" b="txB"/>
              <a:pathLst>
                <a:path w="1397" h="1087">
                  <a:moveTo>
                    <a:pt x="1304" y="0"/>
                  </a:moveTo>
                  <a:lnTo>
                    <a:pt x="1397" y="52"/>
                  </a:lnTo>
                  <a:lnTo>
                    <a:pt x="98" y="1087"/>
                  </a:lnTo>
                  <a:lnTo>
                    <a:pt x="0" y="1036"/>
                  </a:lnTo>
                  <a:lnTo>
                    <a:pt x="130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49" name="Freeform 5077"/>
            <p:cNvSpPr/>
            <p:nvPr/>
          </p:nvSpPr>
          <p:spPr>
            <a:xfrm>
              <a:off x="1295" y="2340"/>
              <a:ext cx="1398" cy="1087"/>
            </a:xfrm>
            <a:custGeom>
              <a:avLst/>
              <a:gdLst>
                <a:gd name="txL" fmla="*/ 0 w 1398"/>
                <a:gd name="txT" fmla="*/ 0 h 1087"/>
                <a:gd name="txR" fmla="*/ 1398 w 1398"/>
                <a:gd name="txB" fmla="*/ 1087 h 1087"/>
              </a:gdLst>
              <a:ahLst/>
              <a:cxnLst>
                <a:cxn ang="0">
                  <a:pos x="1305" y="0"/>
                </a:cxn>
                <a:cxn ang="0">
                  <a:pos x="1398" y="52"/>
                </a:cxn>
                <a:cxn ang="0">
                  <a:pos x="93" y="1087"/>
                </a:cxn>
                <a:cxn ang="0">
                  <a:pos x="0" y="1036"/>
                </a:cxn>
                <a:cxn ang="0">
                  <a:pos x="1305" y="0"/>
                </a:cxn>
              </a:cxnLst>
              <a:rect l="txL" t="txT" r="txR" b="txB"/>
              <a:pathLst>
                <a:path w="1398" h="1087">
                  <a:moveTo>
                    <a:pt x="1305" y="0"/>
                  </a:moveTo>
                  <a:lnTo>
                    <a:pt x="1398" y="52"/>
                  </a:lnTo>
                  <a:lnTo>
                    <a:pt x="93" y="1087"/>
                  </a:lnTo>
                  <a:lnTo>
                    <a:pt x="0" y="1036"/>
                  </a:lnTo>
                  <a:lnTo>
                    <a:pt x="130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50" name="Freeform 5078"/>
            <p:cNvSpPr/>
            <p:nvPr/>
          </p:nvSpPr>
          <p:spPr>
            <a:xfrm>
              <a:off x="1486" y="2443"/>
              <a:ext cx="1397" cy="1082"/>
            </a:xfrm>
            <a:custGeom>
              <a:avLst/>
              <a:gdLst>
                <a:gd name="txL" fmla="*/ 0 w 1397"/>
                <a:gd name="txT" fmla="*/ 0 h 1082"/>
                <a:gd name="txR" fmla="*/ 1397 w 1397"/>
                <a:gd name="txB" fmla="*/ 1082 h 1082"/>
              </a:gdLst>
              <a:ahLst/>
              <a:cxnLst>
                <a:cxn ang="0">
                  <a:pos x="1299" y="0"/>
                </a:cxn>
                <a:cxn ang="0">
                  <a:pos x="1397" y="52"/>
                </a:cxn>
                <a:cxn ang="0">
                  <a:pos x="93" y="1082"/>
                </a:cxn>
                <a:cxn ang="0">
                  <a:pos x="0" y="1031"/>
                </a:cxn>
                <a:cxn ang="0">
                  <a:pos x="1299" y="0"/>
                </a:cxn>
              </a:cxnLst>
              <a:rect l="txL" t="txT" r="txR" b="txB"/>
              <a:pathLst>
                <a:path w="1397" h="1082">
                  <a:moveTo>
                    <a:pt x="1299" y="0"/>
                  </a:moveTo>
                  <a:lnTo>
                    <a:pt x="1397" y="52"/>
                  </a:lnTo>
                  <a:lnTo>
                    <a:pt x="93" y="1082"/>
                  </a:lnTo>
                  <a:lnTo>
                    <a:pt x="0" y="1031"/>
                  </a:lnTo>
                  <a:lnTo>
                    <a:pt x="12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51" name="Freeform 5079"/>
            <p:cNvSpPr/>
            <p:nvPr/>
          </p:nvSpPr>
          <p:spPr>
            <a:xfrm>
              <a:off x="1672" y="2541"/>
              <a:ext cx="1402" cy="1087"/>
            </a:xfrm>
            <a:custGeom>
              <a:avLst/>
              <a:gdLst>
                <a:gd name="txL" fmla="*/ 0 w 1402"/>
                <a:gd name="txT" fmla="*/ 0 h 1087"/>
                <a:gd name="txR" fmla="*/ 1402 w 1402"/>
                <a:gd name="txB" fmla="*/ 1087 h 1087"/>
              </a:gdLst>
              <a:ahLst/>
              <a:cxnLst>
                <a:cxn ang="0">
                  <a:pos x="1304" y="0"/>
                </a:cxn>
                <a:cxn ang="0">
                  <a:pos x="1402" y="52"/>
                </a:cxn>
                <a:cxn ang="0">
                  <a:pos x="98" y="1087"/>
                </a:cxn>
                <a:cxn ang="0">
                  <a:pos x="0" y="1036"/>
                </a:cxn>
                <a:cxn ang="0">
                  <a:pos x="1304" y="0"/>
                </a:cxn>
              </a:cxnLst>
              <a:rect l="txL" t="txT" r="txR" b="txB"/>
              <a:pathLst>
                <a:path w="1402" h="1087">
                  <a:moveTo>
                    <a:pt x="1304" y="0"/>
                  </a:moveTo>
                  <a:lnTo>
                    <a:pt x="1402" y="52"/>
                  </a:lnTo>
                  <a:lnTo>
                    <a:pt x="98" y="1087"/>
                  </a:lnTo>
                  <a:lnTo>
                    <a:pt x="0" y="1036"/>
                  </a:lnTo>
                  <a:lnTo>
                    <a:pt x="130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52" name="Freeform 5080"/>
            <p:cNvSpPr/>
            <p:nvPr/>
          </p:nvSpPr>
          <p:spPr>
            <a:xfrm>
              <a:off x="1863" y="2644"/>
              <a:ext cx="1397" cy="1082"/>
            </a:xfrm>
            <a:custGeom>
              <a:avLst/>
              <a:gdLst>
                <a:gd name="txL" fmla="*/ 0 w 1397"/>
                <a:gd name="txT" fmla="*/ 0 h 1082"/>
                <a:gd name="txR" fmla="*/ 1397 w 1397"/>
                <a:gd name="txB" fmla="*/ 1082 h 1082"/>
              </a:gdLst>
              <a:ahLst/>
              <a:cxnLst>
                <a:cxn ang="0">
                  <a:pos x="1304" y="0"/>
                </a:cxn>
                <a:cxn ang="0">
                  <a:pos x="1397" y="52"/>
                </a:cxn>
                <a:cxn ang="0">
                  <a:pos x="98" y="1082"/>
                </a:cxn>
                <a:cxn ang="0">
                  <a:pos x="0" y="1036"/>
                </a:cxn>
                <a:cxn ang="0">
                  <a:pos x="1304" y="0"/>
                </a:cxn>
              </a:cxnLst>
              <a:rect l="txL" t="txT" r="txR" b="txB"/>
              <a:pathLst>
                <a:path w="1397" h="1082">
                  <a:moveTo>
                    <a:pt x="1304" y="0"/>
                  </a:moveTo>
                  <a:lnTo>
                    <a:pt x="1397" y="52"/>
                  </a:lnTo>
                  <a:lnTo>
                    <a:pt x="98" y="1082"/>
                  </a:lnTo>
                  <a:lnTo>
                    <a:pt x="0" y="1036"/>
                  </a:lnTo>
                  <a:lnTo>
                    <a:pt x="130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53" name="Line 5081"/>
            <p:cNvSpPr/>
            <p:nvPr/>
          </p:nvSpPr>
          <p:spPr>
            <a:xfrm flipH="1">
              <a:off x="2053" y="2747"/>
              <a:ext cx="1305" cy="1031"/>
            </a:xfrm>
            <a:prstGeom prst="line">
              <a:avLst/>
            </a:prstGeom>
            <a:ln w="0" cap="flat" cmpd="sng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28754" name="Freeform 5082"/>
            <p:cNvSpPr/>
            <p:nvPr/>
          </p:nvSpPr>
          <p:spPr>
            <a:xfrm>
              <a:off x="1961" y="2155"/>
              <a:ext cx="1407" cy="773"/>
            </a:xfrm>
            <a:custGeom>
              <a:avLst/>
              <a:gdLst>
                <a:gd name="txL" fmla="*/ 0 w 1407"/>
                <a:gd name="txT" fmla="*/ 0 h 773"/>
                <a:gd name="txR" fmla="*/ 1407 w 1407"/>
                <a:gd name="txB" fmla="*/ 773 h 773"/>
              </a:gdLst>
              <a:ahLst/>
              <a:cxnLst>
                <a:cxn ang="0">
                  <a:pos x="82" y="0"/>
                </a:cxn>
                <a:cxn ang="0">
                  <a:pos x="1407" y="706"/>
                </a:cxn>
                <a:cxn ang="0">
                  <a:pos x="1324" y="773"/>
                </a:cxn>
                <a:cxn ang="0">
                  <a:pos x="0" y="62"/>
                </a:cxn>
                <a:cxn ang="0">
                  <a:pos x="82" y="0"/>
                </a:cxn>
              </a:cxnLst>
              <a:rect l="txL" t="txT" r="txR" b="txB"/>
              <a:pathLst>
                <a:path w="1407" h="773">
                  <a:moveTo>
                    <a:pt x="82" y="0"/>
                  </a:moveTo>
                  <a:lnTo>
                    <a:pt x="1407" y="706"/>
                  </a:lnTo>
                  <a:lnTo>
                    <a:pt x="1324" y="773"/>
                  </a:lnTo>
                  <a:lnTo>
                    <a:pt x="0" y="62"/>
                  </a:lnTo>
                  <a:lnTo>
                    <a:pt x="8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55" name="Freeform 5083"/>
            <p:cNvSpPr/>
            <p:nvPr/>
          </p:nvSpPr>
          <p:spPr>
            <a:xfrm>
              <a:off x="1801" y="2284"/>
              <a:ext cx="1407" cy="772"/>
            </a:xfrm>
            <a:custGeom>
              <a:avLst/>
              <a:gdLst>
                <a:gd name="txL" fmla="*/ 0 w 1407"/>
                <a:gd name="txT" fmla="*/ 0 h 772"/>
                <a:gd name="txR" fmla="*/ 1407 w 1407"/>
                <a:gd name="txB" fmla="*/ 772 h 772"/>
              </a:gdLst>
              <a:ahLst/>
              <a:cxnLst>
                <a:cxn ang="0">
                  <a:pos x="77" y="0"/>
                </a:cxn>
                <a:cxn ang="0">
                  <a:pos x="1407" y="706"/>
                </a:cxn>
                <a:cxn ang="0">
                  <a:pos x="1325" y="772"/>
                </a:cxn>
                <a:cxn ang="0">
                  <a:pos x="0" y="62"/>
                </a:cxn>
                <a:cxn ang="0">
                  <a:pos x="77" y="0"/>
                </a:cxn>
              </a:cxnLst>
              <a:rect l="txL" t="txT" r="txR" b="txB"/>
              <a:pathLst>
                <a:path w="1407" h="772">
                  <a:moveTo>
                    <a:pt x="77" y="0"/>
                  </a:moveTo>
                  <a:lnTo>
                    <a:pt x="1407" y="706"/>
                  </a:lnTo>
                  <a:lnTo>
                    <a:pt x="1325" y="772"/>
                  </a:lnTo>
                  <a:lnTo>
                    <a:pt x="0" y="62"/>
                  </a:lnTo>
                  <a:lnTo>
                    <a:pt x="7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56" name="Freeform 5084"/>
            <p:cNvSpPr/>
            <p:nvPr/>
          </p:nvSpPr>
          <p:spPr>
            <a:xfrm>
              <a:off x="1729" y="2459"/>
              <a:ext cx="1314" cy="726"/>
            </a:xfrm>
            <a:custGeom>
              <a:avLst/>
              <a:gdLst>
                <a:gd name="txL" fmla="*/ 0 w 1314"/>
                <a:gd name="txT" fmla="*/ 0 h 726"/>
                <a:gd name="txR" fmla="*/ 1314 w 1314"/>
                <a:gd name="txB" fmla="*/ 726 h 726"/>
              </a:gdLst>
              <a:ahLst/>
              <a:cxnLst>
                <a:cxn ang="0">
                  <a:pos x="82" y="0"/>
                </a:cxn>
                <a:cxn ang="0">
                  <a:pos x="1314" y="659"/>
                </a:cxn>
                <a:cxn ang="0">
                  <a:pos x="1232" y="726"/>
                </a:cxn>
                <a:cxn ang="0">
                  <a:pos x="0" y="67"/>
                </a:cxn>
                <a:cxn ang="0">
                  <a:pos x="82" y="0"/>
                </a:cxn>
              </a:cxnLst>
              <a:rect l="txL" t="txT" r="txR" b="txB"/>
              <a:pathLst>
                <a:path w="1314" h="726">
                  <a:moveTo>
                    <a:pt x="82" y="0"/>
                  </a:moveTo>
                  <a:lnTo>
                    <a:pt x="1314" y="659"/>
                  </a:lnTo>
                  <a:lnTo>
                    <a:pt x="1232" y="726"/>
                  </a:lnTo>
                  <a:lnTo>
                    <a:pt x="0" y="67"/>
                  </a:lnTo>
                  <a:lnTo>
                    <a:pt x="8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57" name="Freeform 5085"/>
            <p:cNvSpPr/>
            <p:nvPr/>
          </p:nvSpPr>
          <p:spPr>
            <a:xfrm>
              <a:off x="1636" y="2413"/>
              <a:ext cx="175" cy="113"/>
            </a:xfrm>
            <a:custGeom>
              <a:avLst/>
              <a:gdLst>
                <a:gd name="txL" fmla="*/ 0 w 175"/>
                <a:gd name="txT" fmla="*/ 0 h 113"/>
                <a:gd name="txR" fmla="*/ 175 w 175"/>
                <a:gd name="txB" fmla="*/ 113 h 113"/>
              </a:gdLst>
              <a:ahLst/>
              <a:cxnLst>
                <a:cxn ang="0">
                  <a:pos x="82" y="0"/>
                </a:cxn>
                <a:cxn ang="0">
                  <a:pos x="175" y="46"/>
                </a:cxn>
                <a:cxn ang="0">
                  <a:pos x="93" y="113"/>
                </a:cxn>
                <a:cxn ang="0">
                  <a:pos x="0" y="61"/>
                </a:cxn>
                <a:cxn ang="0">
                  <a:pos x="82" y="0"/>
                </a:cxn>
              </a:cxnLst>
              <a:rect l="txL" t="txT" r="txR" b="txB"/>
              <a:pathLst>
                <a:path w="175" h="113">
                  <a:moveTo>
                    <a:pt x="82" y="0"/>
                  </a:moveTo>
                  <a:lnTo>
                    <a:pt x="175" y="46"/>
                  </a:lnTo>
                  <a:lnTo>
                    <a:pt x="93" y="113"/>
                  </a:lnTo>
                  <a:lnTo>
                    <a:pt x="0" y="61"/>
                  </a:lnTo>
                  <a:lnTo>
                    <a:pt x="8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58" name="Freeform 5086"/>
            <p:cNvSpPr/>
            <p:nvPr/>
          </p:nvSpPr>
          <p:spPr>
            <a:xfrm>
              <a:off x="1471" y="2541"/>
              <a:ext cx="1412" cy="773"/>
            </a:xfrm>
            <a:custGeom>
              <a:avLst/>
              <a:gdLst>
                <a:gd name="txL" fmla="*/ 0 w 1412"/>
                <a:gd name="txT" fmla="*/ 0 h 773"/>
                <a:gd name="txR" fmla="*/ 1412 w 1412"/>
                <a:gd name="txB" fmla="*/ 773 h 773"/>
              </a:gdLst>
              <a:ahLst/>
              <a:cxnLst>
                <a:cxn ang="0">
                  <a:pos x="82" y="0"/>
                </a:cxn>
                <a:cxn ang="0">
                  <a:pos x="1412" y="706"/>
                </a:cxn>
                <a:cxn ang="0">
                  <a:pos x="1330" y="773"/>
                </a:cxn>
                <a:cxn ang="0">
                  <a:pos x="0" y="62"/>
                </a:cxn>
                <a:cxn ang="0">
                  <a:pos x="82" y="0"/>
                </a:cxn>
              </a:cxnLst>
              <a:rect l="txL" t="txT" r="txR" b="txB"/>
              <a:pathLst>
                <a:path w="1412" h="773">
                  <a:moveTo>
                    <a:pt x="82" y="0"/>
                  </a:moveTo>
                  <a:lnTo>
                    <a:pt x="1412" y="706"/>
                  </a:lnTo>
                  <a:lnTo>
                    <a:pt x="1330" y="773"/>
                  </a:lnTo>
                  <a:lnTo>
                    <a:pt x="0" y="62"/>
                  </a:lnTo>
                  <a:lnTo>
                    <a:pt x="8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59" name="Freeform 5087"/>
            <p:cNvSpPr/>
            <p:nvPr/>
          </p:nvSpPr>
          <p:spPr>
            <a:xfrm>
              <a:off x="1311" y="2670"/>
              <a:ext cx="1407" cy="773"/>
            </a:xfrm>
            <a:custGeom>
              <a:avLst/>
              <a:gdLst>
                <a:gd name="txL" fmla="*/ 0 w 1407"/>
                <a:gd name="txT" fmla="*/ 0 h 773"/>
                <a:gd name="txR" fmla="*/ 1407 w 1407"/>
                <a:gd name="txB" fmla="*/ 773 h 773"/>
              </a:gdLst>
              <a:ahLst/>
              <a:cxnLst>
                <a:cxn ang="0">
                  <a:pos x="82" y="0"/>
                </a:cxn>
                <a:cxn ang="0">
                  <a:pos x="1407" y="706"/>
                </a:cxn>
                <a:cxn ang="0">
                  <a:pos x="1325" y="773"/>
                </a:cxn>
                <a:cxn ang="0">
                  <a:pos x="0" y="62"/>
                </a:cxn>
                <a:cxn ang="0">
                  <a:pos x="82" y="0"/>
                </a:cxn>
              </a:cxnLst>
              <a:rect l="txL" t="txT" r="txR" b="txB"/>
              <a:pathLst>
                <a:path w="1407" h="773">
                  <a:moveTo>
                    <a:pt x="82" y="0"/>
                  </a:moveTo>
                  <a:lnTo>
                    <a:pt x="1407" y="706"/>
                  </a:lnTo>
                  <a:lnTo>
                    <a:pt x="1325" y="773"/>
                  </a:lnTo>
                  <a:lnTo>
                    <a:pt x="0" y="62"/>
                  </a:lnTo>
                  <a:lnTo>
                    <a:pt x="8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60" name="Freeform 5088"/>
            <p:cNvSpPr/>
            <p:nvPr/>
          </p:nvSpPr>
          <p:spPr>
            <a:xfrm>
              <a:off x="1146" y="2799"/>
              <a:ext cx="1407" cy="773"/>
            </a:xfrm>
            <a:custGeom>
              <a:avLst/>
              <a:gdLst>
                <a:gd name="txL" fmla="*/ 0 w 1407"/>
                <a:gd name="txT" fmla="*/ 0 h 773"/>
                <a:gd name="txR" fmla="*/ 1407 w 1407"/>
                <a:gd name="txB" fmla="*/ 773 h 773"/>
              </a:gdLst>
              <a:ahLst/>
              <a:cxnLst>
                <a:cxn ang="0">
                  <a:pos x="82" y="0"/>
                </a:cxn>
                <a:cxn ang="0">
                  <a:pos x="1407" y="706"/>
                </a:cxn>
                <a:cxn ang="0">
                  <a:pos x="1330" y="773"/>
                </a:cxn>
                <a:cxn ang="0">
                  <a:pos x="0" y="62"/>
                </a:cxn>
                <a:cxn ang="0">
                  <a:pos x="82" y="0"/>
                </a:cxn>
              </a:cxnLst>
              <a:rect l="txL" t="txT" r="txR" b="txB"/>
              <a:pathLst>
                <a:path w="1407" h="773">
                  <a:moveTo>
                    <a:pt x="82" y="0"/>
                  </a:moveTo>
                  <a:lnTo>
                    <a:pt x="1407" y="706"/>
                  </a:lnTo>
                  <a:lnTo>
                    <a:pt x="1330" y="773"/>
                  </a:lnTo>
                  <a:lnTo>
                    <a:pt x="0" y="62"/>
                  </a:lnTo>
                  <a:lnTo>
                    <a:pt x="8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61" name="Freeform 5089"/>
            <p:cNvSpPr/>
            <p:nvPr/>
          </p:nvSpPr>
          <p:spPr>
            <a:xfrm>
              <a:off x="1079" y="2979"/>
              <a:ext cx="1315" cy="721"/>
            </a:xfrm>
            <a:custGeom>
              <a:avLst/>
              <a:gdLst>
                <a:gd name="txL" fmla="*/ 0 w 1315"/>
                <a:gd name="txT" fmla="*/ 0 h 721"/>
                <a:gd name="txR" fmla="*/ 1315 w 1315"/>
                <a:gd name="txB" fmla="*/ 721 h 721"/>
              </a:gdLst>
              <a:ahLst/>
              <a:cxnLst>
                <a:cxn ang="0">
                  <a:pos x="82" y="0"/>
                </a:cxn>
                <a:cxn ang="0">
                  <a:pos x="1315" y="654"/>
                </a:cxn>
                <a:cxn ang="0">
                  <a:pos x="1232" y="721"/>
                </a:cxn>
                <a:cxn ang="0">
                  <a:pos x="0" y="62"/>
                </a:cxn>
                <a:cxn ang="0">
                  <a:pos x="82" y="0"/>
                </a:cxn>
              </a:cxnLst>
              <a:rect l="txL" t="txT" r="txR" b="txB"/>
              <a:pathLst>
                <a:path w="1315" h="721">
                  <a:moveTo>
                    <a:pt x="82" y="0"/>
                  </a:moveTo>
                  <a:lnTo>
                    <a:pt x="1315" y="654"/>
                  </a:lnTo>
                  <a:lnTo>
                    <a:pt x="1232" y="721"/>
                  </a:lnTo>
                  <a:lnTo>
                    <a:pt x="0" y="62"/>
                  </a:lnTo>
                  <a:lnTo>
                    <a:pt x="8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62" name="Freeform 5090"/>
            <p:cNvSpPr/>
            <p:nvPr/>
          </p:nvSpPr>
          <p:spPr>
            <a:xfrm>
              <a:off x="986" y="2928"/>
              <a:ext cx="175" cy="113"/>
            </a:xfrm>
            <a:custGeom>
              <a:avLst/>
              <a:gdLst>
                <a:gd name="txL" fmla="*/ 0 w 175"/>
                <a:gd name="txT" fmla="*/ 0 h 113"/>
                <a:gd name="txR" fmla="*/ 175 w 175"/>
                <a:gd name="txB" fmla="*/ 113 h 113"/>
              </a:gdLst>
              <a:ahLst/>
              <a:cxnLst>
                <a:cxn ang="0">
                  <a:pos x="77" y="0"/>
                </a:cxn>
                <a:cxn ang="0">
                  <a:pos x="175" y="51"/>
                </a:cxn>
                <a:cxn ang="0">
                  <a:pos x="93" y="113"/>
                </a:cxn>
                <a:cxn ang="0">
                  <a:pos x="0" y="67"/>
                </a:cxn>
                <a:cxn ang="0">
                  <a:pos x="77" y="0"/>
                </a:cxn>
              </a:cxnLst>
              <a:rect l="txL" t="txT" r="txR" b="txB"/>
              <a:pathLst>
                <a:path w="175" h="113">
                  <a:moveTo>
                    <a:pt x="77" y="0"/>
                  </a:moveTo>
                  <a:lnTo>
                    <a:pt x="175" y="51"/>
                  </a:lnTo>
                  <a:lnTo>
                    <a:pt x="93" y="113"/>
                  </a:lnTo>
                  <a:lnTo>
                    <a:pt x="0" y="67"/>
                  </a:lnTo>
                  <a:lnTo>
                    <a:pt x="7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63" name="Line 5091"/>
            <p:cNvSpPr/>
            <p:nvPr/>
          </p:nvSpPr>
          <p:spPr>
            <a:xfrm>
              <a:off x="904" y="3056"/>
              <a:ext cx="1325" cy="711"/>
            </a:xfrm>
            <a:prstGeom prst="line">
              <a:avLst/>
            </a:prstGeom>
            <a:ln w="0" cap="flat" cmpd="sng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</p:sp>
        <p:sp>
          <p:nvSpPr>
            <p:cNvPr id="28764" name="Freeform 5092"/>
            <p:cNvSpPr/>
            <p:nvPr/>
          </p:nvSpPr>
          <p:spPr>
            <a:xfrm>
              <a:off x="1868" y="2093"/>
              <a:ext cx="531" cy="335"/>
            </a:xfrm>
            <a:custGeom>
              <a:avLst/>
              <a:gdLst>
                <a:gd name="txL" fmla="*/ 0 w 531"/>
                <a:gd name="txT" fmla="*/ 0 h 335"/>
                <a:gd name="txR" fmla="*/ 531 w 531"/>
                <a:gd name="txB" fmla="*/ 335 h 335"/>
              </a:gdLst>
              <a:ahLst/>
              <a:cxnLst>
                <a:cxn ang="0">
                  <a:pos x="0" y="180"/>
                </a:cxn>
                <a:cxn ang="0">
                  <a:pos x="242" y="0"/>
                </a:cxn>
                <a:cxn ang="0">
                  <a:pos x="531" y="150"/>
                </a:cxn>
                <a:cxn ang="0">
                  <a:pos x="283" y="335"/>
                </a:cxn>
                <a:cxn ang="0">
                  <a:pos x="0" y="180"/>
                </a:cxn>
              </a:cxnLst>
              <a:rect l="txL" t="txT" r="txR" b="txB"/>
              <a:pathLst>
                <a:path w="531" h="335">
                  <a:moveTo>
                    <a:pt x="0" y="180"/>
                  </a:moveTo>
                  <a:lnTo>
                    <a:pt x="242" y="0"/>
                  </a:lnTo>
                  <a:lnTo>
                    <a:pt x="531" y="150"/>
                  </a:lnTo>
                  <a:lnTo>
                    <a:pt x="283" y="335"/>
                  </a:lnTo>
                  <a:lnTo>
                    <a:pt x="0" y="180"/>
                  </a:lnTo>
                  <a:close/>
                </a:path>
              </a:pathLst>
            </a:custGeom>
            <a:blipFill rotWithShape="0">
              <a:blip r:embed="rId2"/>
            </a:blip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65" name="Freeform 5093"/>
            <p:cNvSpPr/>
            <p:nvPr/>
          </p:nvSpPr>
          <p:spPr>
            <a:xfrm>
              <a:off x="1863" y="2078"/>
              <a:ext cx="556" cy="360"/>
            </a:xfrm>
            <a:custGeom>
              <a:avLst/>
              <a:gdLst>
                <a:gd name="txL" fmla="*/ 0 w 556"/>
                <a:gd name="txT" fmla="*/ 0 h 360"/>
                <a:gd name="txR" fmla="*/ 556 w 556"/>
                <a:gd name="txB" fmla="*/ 360 h 360"/>
              </a:gdLst>
              <a:ahLst/>
              <a:cxnLst>
                <a:cxn ang="0">
                  <a:pos x="242" y="5"/>
                </a:cxn>
                <a:cxn ang="0">
                  <a:pos x="242" y="0"/>
                </a:cxn>
                <a:cxn ang="0">
                  <a:pos x="556" y="159"/>
                </a:cxn>
                <a:cxn ang="0">
                  <a:pos x="288" y="360"/>
                </a:cxn>
                <a:cxn ang="0">
                  <a:pos x="0" y="206"/>
                </a:cxn>
                <a:cxn ang="0">
                  <a:pos x="10" y="185"/>
                </a:cxn>
                <a:cxn ang="0">
                  <a:pos x="283" y="335"/>
                </a:cxn>
                <a:cxn ang="0">
                  <a:pos x="510" y="165"/>
                </a:cxn>
                <a:cxn ang="0">
                  <a:pos x="242" y="25"/>
                </a:cxn>
                <a:cxn ang="0">
                  <a:pos x="242" y="5"/>
                </a:cxn>
              </a:cxnLst>
              <a:rect l="txL" t="txT" r="txR" b="txB"/>
              <a:pathLst>
                <a:path w="556" h="360">
                  <a:moveTo>
                    <a:pt x="242" y="5"/>
                  </a:moveTo>
                  <a:lnTo>
                    <a:pt x="242" y="0"/>
                  </a:lnTo>
                  <a:lnTo>
                    <a:pt x="556" y="159"/>
                  </a:lnTo>
                  <a:lnTo>
                    <a:pt x="288" y="360"/>
                  </a:lnTo>
                  <a:lnTo>
                    <a:pt x="0" y="206"/>
                  </a:lnTo>
                  <a:lnTo>
                    <a:pt x="10" y="185"/>
                  </a:lnTo>
                  <a:lnTo>
                    <a:pt x="283" y="335"/>
                  </a:lnTo>
                  <a:lnTo>
                    <a:pt x="510" y="165"/>
                  </a:lnTo>
                  <a:lnTo>
                    <a:pt x="242" y="25"/>
                  </a:lnTo>
                  <a:lnTo>
                    <a:pt x="242" y="5"/>
                  </a:lnTo>
                  <a:close/>
                </a:path>
              </a:pathLst>
            </a:custGeom>
            <a:solidFill>
              <a:srgbClr val="0000FF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66" name="Freeform 5094"/>
            <p:cNvSpPr/>
            <p:nvPr/>
          </p:nvSpPr>
          <p:spPr>
            <a:xfrm>
              <a:off x="1842" y="2083"/>
              <a:ext cx="278" cy="201"/>
            </a:xfrm>
            <a:custGeom>
              <a:avLst/>
              <a:gdLst>
                <a:gd name="txL" fmla="*/ 0 w 278"/>
                <a:gd name="txT" fmla="*/ 0 h 201"/>
                <a:gd name="txR" fmla="*/ 278 w 278"/>
                <a:gd name="txB" fmla="*/ 201 h 201"/>
              </a:gdLst>
              <a:ahLst/>
              <a:cxnLst>
                <a:cxn ang="0">
                  <a:pos x="21" y="201"/>
                </a:cxn>
                <a:cxn ang="0">
                  <a:pos x="0" y="190"/>
                </a:cxn>
                <a:cxn ang="0">
                  <a:pos x="263" y="0"/>
                </a:cxn>
                <a:cxn ang="0">
                  <a:pos x="278" y="20"/>
                </a:cxn>
                <a:cxn ang="0">
                  <a:pos x="36" y="201"/>
                </a:cxn>
                <a:cxn ang="0">
                  <a:pos x="21" y="201"/>
                </a:cxn>
              </a:cxnLst>
              <a:rect l="txL" t="txT" r="txR" b="txB"/>
              <a:pathLst>
                <a:path w="278" h="201">
                  <a:moveTo>
                    <a:pt x="21" y="201"/>
                  </a:moveTo>
                  <a:lnTo>
                    <a:pt x="0" y="190"/>
                  </a:lnTo>
                  <a:lnTo>
                    <a:pt x="263" y="0"/>
                  </a:lnTo>
                  <a:lnTo>
                    <a:pt x="278" y="20"/>
                  </a:lnTo>
                  <a:lnTo>
                    <a:pt x="36" y="201"/>
                  </a:lnTo>
                  <a:lnTo>
                    <a:pt x="21" y="201"/>
                  </a:lnTo>
                  <a:close/>
                </a:path>
              </a:pathLst>
            </a:custGeom>
            <a:solidFill>
              <a:srgbClr val="0000FF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67" name="Rectangle 5095"/>
            <p:cNvSpPr/>
            <p:nvPr/>
          </p:nvSpPr>
          <p:spPr>
            <a:xfrm>
              <a:off x="2141" y="1305"/>
              <a:ext cx="15" cy="1128"/>
            </a:xfrm>
            <a:prstGeom prst="rect">
              <a:avLst/>
            </a:prstGeom>
            <a:solidFill>
              <a:srgbClr val="FF0000"/>
            </a:solid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68" name="Rectangle 5096"/>
            <p:cNvSpPr/>
            <p:nvPr/>
          </p:nvSpPr>
          <p:spPr>
            <a:xfrm>
              <a:off x="2383" y="1114"/>
              <a:ext cx="16" cy="1129"/>
            </a:xfrm>
            <a:prstGeom prst="rect">
              <a:avLst/>
            </a:prstGeom>
            <a:solidFill>
              <a:srgbClr val="FF0000"/>
            </a:solid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69" name="Rectangle 5097"/>
            <p:cNvSpPr/>
            <p:nvPr/>
          </p:nvSpPr>
          <p:spPr>
            <a:xfrm>
              <a:off x="1857" y="1161"/>
              <a:ext cx="16" cy="1133"/>
            </a:xfrm>
            <a:prstGeom prst="rect">
              <a:avLst/>
            </a:prstGeom>
            <a:solidFill>
              <a:srgbClr val="FF0000"/>
            </a:solid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70" name="Rectangle 5098"/>
            <p:cNvSpPr/>
            <p:nvPr/>
          </p:nvSpPr>
          <p:spPr>
            <a:xfrm>
              <a:off x="2100" y="970"/>
              <a:ext cx="15" cy="1133"/>
            </a:xfrm>
            <a:prstGeom prst="rect">
              <a:avLst/>
            </a:prstGeom>
            <a:solidFill>
              <a:srgbClr val="FF0000"/>
            </a:solidFill>
            <a:ln w="9525">
              <a:noFill/>
            </a:ln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sp>
          <p:nvSpPr>
            <p:cNvPr id="28771" name="Freeform 5099"/>
            <p:cNvSpPr/>
            <p:nvPr/>
          </p:nvSpPr>
          <p:spPr>
            <a:xfrm>
              <a:off x="1847" y="970"/>
              <a:ext cx="366" cy="242"/>
            </a:xfrm>
            <a:custGeom>
              <a:avLst/>
              <a:gdLst>
                <a:gd name="txL" fmla="*/ 0 w 366"/>
                <a:gd name="txT" fmla="*/ 0 h 242"/>
                <a:gd name="txR" fmla="*/ 366 w 366"/>
                <a:gd name="txB" fmla="*/ 242 h 242"/>
              </a:gdLst>
              <a:ahLst/>
              <a:cxnLst>
                <a:cxn ang="0">
                  <a:pos x="356" y="47"/>
                </a:cxn>
                <a:cxn ang="0">
                  <a:pos x="366" y="52"/>
                </a:cxn>
                <a:cxn ang="0">
                  <a:pos x="114" y="242"/>
                </a:cxn>
                <a:cxn ang="0">
                  <a:pos x="0" y="180"/>
                </a:cxn>
                <a:cxn ang="0">
                  <a:pos x="258" y="0"/>
                </a:cxn>
                <a:cxn ang="0">
                  <a:pos x="268" y="10"/>
                </a:cxn>
                <a:cxn ang="0">
                  <a:pos x="26" y="180"/>
                </a:cxn>
                <a:cxn ang="0">
                  <a:pos x="114" y="227"/>
                </a:cxn>
                <a:cxn ang="0">
                  <a:pos x="351" y="47"/>
                </a:cxn>
                <a:cxn ang="0">
                  <a:pos x="356" y="47"/>
                </a:cxn>
              </a:cxnLst>
              <a:rect l="txL" t="txT" r="txR" b="txB"/>
              <a:pathLst>
                <a:path w="366" h="242">
                  <a:moveTo>
                    <a:pt x="356" y="47"/>
                  </a:moveTo>
                  <a:lnTo>
                    <a:pt x="366" y="52"/>
                  </a:lnTo>
                  <a:lnTo>
                    <a:pt x="114" y="242"/>
                  </a:lnTo>
                  <a:lnTo>
                    <a:pt x="0" y="180"/>
                  </a:lnTo>
                  <a:lnTo>
                    <a:pt x="258" y="0"/>
                  </a:lnTo>
                  <a:lnTo>
                    <a:pt x="268" y="10"/>
                  </a:lnTo>
                  <a:lnTo>
                    <a:pt x="26" y="180"/>
                  </a:lnTo>
                  <a:lnTo>
                    <a:pt x="114" y="227"/>
                  </a:lnTo>
                  <a:lnTo>
                    <a:pt x="351" y="47"/>
                  </a:lnTo>
                  <a:lnTo>
                    <a:pt x="356" y="47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72" name="Freeform 5100"/>
            <p:cNvSpPr/>
            <p:nvPr/>
          </p:nvSpPr>
          <p:spPr>
            <a:xfrm>
              <a:off x="2105" y="965"/>
              <a:ext cx="98" cy="67"/>
            </a:xfrm>
            <a:custGeom>
              <a:avLst/>
              <a:gdLst>
                <a:gd name="txL" fmla="*/ 0 w 98"/>
                <a:gd name="txT" fmla="*/ 0 h 67"/>
                <a:gd name="txR" fmla="*/ 98 w 98"/>
                <a:gd name="txB" fmla="*/ 67 h 67"/>
              </a:gdLst>
              <a:ahLst/>
              <a:cxnLst>
                <a:cxn ang="0">
                  <a:pos x="0" y="5"/>
                </a:cxn>
                <a:cxn ang="0">
                  <a:pos x="0" y="0"/>
                </a:cxn>
                <a:cxn ang="0">
                  <a:pos x="98" y="52"/>
                </a:cxn>
                <a:cxn ang="0">
                  <a:pos x="98" y="67"/>
                </a:cxn>
                <a:cxn ang="0">
                  <a:pos x="5" y="21"/>
                </a:cxn>
                <a:cxn ang="0">
                  <a:pos x="0" y="5"/>
                </a:cxn>
              </a:cxnLst>
              <a:rect l="txL" t="txT" r="txR" b="txB"/>
              <a:pathLst>
                <a:path w="98" h="67">
                  <a:moveTo>
                    <a:pt x="0" y="5"/>
                  </a:moveTo>
                  <a:lnTo>
                    <a:pt x="0" y="0"/>
                  </a:lnTo>
                  <a:lnTo>
                    <a:pt x="98" y="52"/>
                  </a:lnTo>
                  <a:lnTo>
                    <a:pt x="98" y="67"/>
                  </a:lnTo>
                  <a:lnTo>
                    <a:pt x="5" y="2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73" name="Freeform 5101"/>
            <p:cNvSpPr/>
            <p:nvPr/>
          </p:nvSpPr>
          <p:spPr>
            <a:xfrm>
              <a:off x="2048" y="1068"/>
              <a:ext cx="356" cy="237"/>
            </a:xfrm>
            <a:custGeom>
              <a:avLst/>
              <a:gdLst>
                <a:gd name="txL" fmla="*/ 0 w 356"/>
                <a:gd name="txT" fmla="*/ 0 h 237"/>
                <a:gd name="txR" fmla="*/ 356 w 356"/>
                <a:gd name="txB" fmla="*/ 237 h 237"/>
              </a:gdLst>
              <a:ahLst/>
              <a:cxnLst>
                <a:cxn ang="0">
                  <a:pos x="346" y="46"/>
                </a:cxn>
                <a:cxn ang="0">
                  <a:pos x="356" y="52"/>
                </a:cxn>
                <a:cxn ang="0">
                  <a:pos x="103" y="237"/>
                </a:cxn>
                <a:cxn ang="0">
                  <a:pos x="0" y="180"/>
                </a:cxn>
                <a:cxn ang="0">
                  <a:pos x="248" y="0"/>
                </a:cxn>
                <a:cxn ang="0">
                  <a:pos x="258" y="10"/>
                </a:cxn>
                <a:cxn ang="0">
                  <a:pos x="26" y="180"/>
                </a:cxn>
                <a:cxn ang="0">
                  <a:pos x="103" y="222"/>
                </a:cxn>
                <a:cxn ang="0">
                  <a:pos x="340" y="46"/>
                </a:cxn>
                <a:cxn ang="0">
                  <a:pos x="346" y="46"/>
                </a:cxn>
              </a:cxnLst>
              <a:rect l="txL" t="txT" r="txR" b="txB"/>
              <a:pathLst>
                <a:path w="356" h="237">
                  <a:moveTo>
                    <a:pt x="346" y="46"/>
                  </a:moveTo>
                  <a:lnTo>
                    <a:pt x="356" y="52"/>
                  </a:lnTo>
                  <a:lnTo>
                    <a:pt x="103" y="237"/>
                  </a:lnTo>
                  <a:lnTo>
                    <a:pt x="0" y="180"/>
                  </a:lnTo>
                  <a:lnTo>
                    <a:pt x="248" y="0"/>
                  </a:lnTo>
                  <a:lnTo>
                    <a:pt x="258" y="10"/>
                  </a:lnTo>
                  <a:lnTo>
                    <a:pt x="26" y="180"/>
                  </a:lnTo>
                  <a:lnTo>
                    <a:pt x="103" y="222"/>
                  </a:lnTo>
                  <a:lnTo>
                    <a:pt x="340" y="46"/>
                  </a:lnTo>
                  <a:lnTo>
                    <a:pt x="346" y="46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74" name="Freeform 5102"/>
            <p:cNvSpPr/>
            <p:nvPr/>
          </p:nvSpPr>
          <p:spPr>
            <a:xfrm>
              <a:off x="2296" y="1063"/>
              <a:ext cx="98" cy="67"/>
            </a:xfrm>
            <a:custGeom>
              <a:avLst/>
              <a:gdLst>
                <a:gd name="txL" fmla="*/ 0 w 98"/>
                <a:gd name="txT" fmla="*/ 0 h 67"/>
                <a:gd name="txR" fmla="*/ 98 w 98"/>
                <a:gd name="txB" fmla="*/ 67 h 67"/>
              </a:gdLst>
              <a:ahLst/>
              <a:cxnLst>
                <a:cxn ang="0">
                  <a:pos x="0" y="5"/>
                </a:cxn>
                <a:cxn ang="0">
                  <a:pos x="0" y="0"/>
                </a:cxn>
                <a:cxn ang="0">
                  <a:pos x="98" y="51"/>
                </a:cxn>
                <a:cxn ang="0">
                  <a:pos x="98" y="67"/>
                </a:cxn>
                <a:cxn ang="0">
                  <a:pos x="5" y="20"/>
                </a:cxn>
                <a:cxn ang="0">
                  <a:pos x="0" y="5"/>
                </a:cxn>
              </a:cxnLst>
              <a:rect l="txL" t="txT" r="txR" b="txB"/>
              <a:pathLst>
                <a:path w="98" h="67">
                  <a:moveTo>
                    <a:pt x="0" y="5"/>
                  </a:moveTo>
                  <a:lnTo>
                    <a:pt x="0" y="0"/>
                  </a:lnTo>
                  <a:lnTo>
                    <a:pt x="98" y="51"/>
                  </a:lnTo>
                  <a:lnTo>
                    <a:pt x="98" y="67"/>
                  </a:lnTo>
                  <a:lnTo>
                    <a:pt x="5" y="2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75" name="Freeform 5103"/>
            <p:cNvSpPr/>
            <p:nvPr/>
          </p:nvSpPr>
          <p:spPr>
            <a:xfrm>
              <a:off x="2017" y="970"/>
              <a:ext cx="387" cy="211"/>
            </a:xfrm>
            <a:custGeom>
              <a:avLst/>
              <a:gdLst>
                <a:gd name="txL" fmla="*/ 0 w 387"/>
                <a:gd name="txT" fmla="*/ 0 h 211"/>
                <a:gd name="txR" fmla="*/ 387 w 387"/>
                <a:gd name="txB" fmla="*/ 211 h 211"/>
              </a:gdLst>
              <a:ahLst/>
              <a:cxnLst>
                <a:cxn ang="0">
                  <a:pos x="377" y="144"/>
                </a:cxn>
                <a:cxn ang="0">
                  <a:pos x="387" y="150"/>
                </a:cxn>
                <a:cxn ang="0">
                  <a:pos x="299" y="211"/>
                </a:cxn>
                <a:cxn ang="0">
                  <a:pos x="0" y="57"/>
                </a:cxn>
                <a:cxn ang="0">
                  <a:pos x="88" y="0"/>
                </a:cxn>
                <a:cxn ang="0">
                  <a:pos x="98" y="10"/>
                </a:cxn>
                <a:cxn ang="0">
                  <a:pos x="31" y="57"/>
                </a:cxn>
                <a:cxn ang="0">
                  <a:pos x="299" y="196"/>
                </a:cxn>
                <a:cxn ang="0">
                  <a:pos x="371" y="144"/>
                </a:cxn>
                <a:cxn ang="0">
                  <a:pos x="377" y="144"/>
                </a:cxn>
              </a:cxnLst>
              <a:rect l="txL" t="txT" r="txR" b="txB"/>
              <a:pathLst>
                <a:path w="387" h="211">
                  <a:moveTo>
                    <a:pt x="377" y="144"/>
                  </a:moveTo>
                  <a:lnTo>
                    <a:pt x="387" y="150"/>
                  </a:lnTo>
                  <a:lnTo>
                    <a:pt x="299" y="211"/>
                  </a:lnTo>
                  <a:lnTo>
                    <a:pt x="0" y="57"/>
                  </a:lnTo>
                  <a:lnTo>
                    <a:pt x="88" y="0"/>
                  </a:lnTo>
                  <a:lnTo>
                    <a:pt x="98" y="10"/>
                  </a:lnTo>
                  <a:lnTo>
                    <a:pt x="31" y="57"/>
                  </a:lnTo>
                  <a:lnTo>
                    <a:pt x="299" y="196"/>
                  </a:lnTo>
                  <a:lnTo>
                    <a:pt x="371" y="144"/>
                  </a:lnTo>
                  <a:lnTo>
                    <a:pt x="377" y="144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76" name="Freeform 5104"/>
            <p:cNvSpPr/>
            <p:nvPr/>
          </p:nvSpPr>
          <p:spPr>
            <a:xfrm>
              <a:off x="2105" y="965"/>
              <a:ext cx="289" cy="165"/>
            </a:xfrm>
            <a:custGeom>
              <a:avLst/>
              <a:gdLst>
                <a:gd name="txL" fmla="*/ 0 w 289"/>
                <a:gd name="txT" fmla="*/ 0 h 165"/>
                <a:gd name="txR" fmla="*/ 289 w 289"/>
                <a:gd name="txB" fmla="*/ 165 h 165"/>
              </a:gdLst>
              <a:ahLst/>
              <a:cxnLst>
                <a:cxn ang="0">
                  <a:pos x="0" y="5"/>
                </a:cxn>
                <a:cxn ang="0">
                  <a:pos x="0" y="0"/>
                </a:cxn>
                <a:cxn ang="0">
                  <a:pos x="289" y="149"/>
                </a:cxn>
                <a:cxn ang="0">
                  <a:pos x="289" y="165"/>
                </a:cxn>
                <a:cxn ang="0">
                  <a:pos x="5" y="21"/>
                </a:cxn>
                <a:cxn ang="0">
                  <a:pos x="0" y="5"/>
                </a:cxn>
              </a:cxnLst>
              <a:rect l="txL" t="txT" r="txR" b="txB"/>
              <a:pathLst>
                <a:path w="289" h="165">
                  <a:moveTo>
                    <a:pt x="0" y="5"/>
                  </a:moveTo>
                  <a:lnTo>
                    <a:pt x="0" y="0"/>
                  </a:lnTo>
                  <a:lnTo>
                    <a:pt x="289" y="149"/>
                  </a:lnTo>
                  <a:lnTo>
                    <a:pt x="289" y="165"/>
                  </a:lnTo>
                  <a:lnTo>
                    <a:pt x="5" y="2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77" name="Freeform 5105"/>
            <p:cNvSpPr/>
            <p:nvPr/>
          </p:nvSpPr>
          <p:spPr>
            <a:xfrm>
              <a:off x="1847" y="1089"/>
              <a:ext cx="397" cy="216"/>
            </a:xfrm>
            <a:custGeom>
              <a:avLst/>
              <a:gdLst>
                <a:gd name="txL" fmla="*/ 0 w 397"/>
                <a:gd name="txT" fmla="*/ 0 h 216"/>
                <a:gd name="txR" fmla="*/ 397 w 397"/>
                <a:gd name="txB" fmla="*/ 216 h 216"/>
              </a:gdLst>
              <a:ahLst/>
              <a:cxnLst>
                <a:cxn ang="0">
                  <a:pos x="387" y="144"/>
                </a:cxn>
                <a:cxn ang="0">
                  <a:pos x="397" y="149"/>
                </a:cxn>
                <a:cxn ang="0">
                  <a:pos x="299" y="216"/>
                </a:cxn>
                <a:cxn ang="0">
                  <a:pos x="0" y="61"/>
                </a:cxn>
                <a:cxn ang="0">
                  <a:pos x="98" y="0"/>
                </a:cxn>
                <a:cxn ang="0">
                  <a:pos x="108" y="10"/>
                </a:cxn>
                <a:cxn ang="0">
                  <a:pos x="31" y="61"/>
                </a:cxn>
                <a:cxn ang="0">
                  <a:pos x="299" y="201"/>
                </a:cxn>
                <a:cxn ang="0">
                  <a:pos x="382" y="144"/>
                </a:cxn>
                <a:cxn ang="0">
                  <a:pos x="387" y="144"/>
                </a:cxn>
              </a:cxnLst>
              <a:rect l="txL" t="txT" r="txR" b="txB"/>
              <a:pathLst>
                <a:path w="397" h="216">
                  <a:moveTo>
                    <a:pt x="387" y="144"/>
                  </a:moveTo>
                  <a:lnTo>
                    <a:pt x="397" y="149"/>
                  </a:lnTo>
                  <a:lnTo>
                    <a:pt x="299" y="216"/>
                  </a:lnTo>
                  <a:lnTo>
                    <a:pt x="0" y="61"/>
                  </a:lnTo>
                  <a:lnTo>
                    <a:pt x="98" y="0"/>
                  </a:lnTo>
                  <a:lnTo>
                    <a:pt x="108" y="10"/>
                  </a:lnTo>
                  <a:lnTo>
                    <a:pt x="31" y="61"/>
                  </a:lnTo>
                  <a:lnTo>
                    <a:pt x="299" y="201"/>
                  </a:lnTo>
                  <a:lnTo>
                    <a:pt x="382" y="144"/>
                  </a:lnTo>
                  <a:lnTo>
                    <a:pt x="387" y="144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78" name="Freeform 5106"/>
            <p:cNvSpPr/>
            <p:nvPr/>
          </p:nvSpPr>
          <p:spPr>
            <a:xfrm>
              <a:off x="1945" y="1083"/>
              <a:ext cx="289" cy="165"/>
            </a:xfrm>
            <a:custGeom>
              <a:avLst/>
              <a:gdLst>
                <a:gd name="txL" fmla="*/ 0 w 289"/>
                <a:gd name="txT" fmla="*/ 0 h 165"/>
                <a:gd name="txR" fmla="*/ 289 w 289"/>
                <a:gd name="txB" fmla="*/ 165 h 165"/>
              </a:gdLst>
              <a:ahLst/>
              <a:cxnLst>
                <a:cxn ang="0">
                  <a:pos x="0" y="6"/>
                </a:cxn>
                <a:cxn ang="0">
                  <a:pos x="0" y="0"/>
                </a:cxn>
                <a:cxn ang="0">
                  <a:pos x="289" y="150"/>
                </a:cxn>
                <a:cxn ang="0">
                  <a:pos x="289" y="165"/>
                </a:cxn>
                <a:cxn ang="0">
                  <a:pos x="5" y="21"/>
                </a:cxn>
                <a:cxn ang="0">
                  <a:pos x="0" y="6"/>
                </a:cxn>
              </a:cxnLst>
              <a:rect l="txL" t="txT" r="txR" b="txB"/>
              <a:pathLst>
                <a:path w="289" h="165">
                  <a:moveTo>
                    <a:pt x="0" y="6"/>
                  </a:moveTo>
                  <a:lnTo>
                    <a:pt x="0" y="0"/>
                  </a:lnTo>
                  <a:lnTo>
                    <a:pt x="289" y="150"/>
                  </a:lnTo>
                  <a:lnTo>
                    <a:pt x="289" y="165"/>
                  </a:lnTo>
                  <a:lnTo>
                    <a:pt x="5" y="21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79" name="Rectangle 5107"/>
            <p:cNvSpPr/>
            <p:nvPr/>
          </p:nvSpPr>
          <p:spPr>
            <a:xfrm>
              <a:off x="2925" y="1269"/>
              <a:ext cx="1976" cy="223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0" tIns="0" rIns="0" bIns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300" dirty="0">
                  <a:solidFill>
                    <a:srgbClr val="000000"/>
                  </a:solidFill>
                </a:rPr>
                <a:t>Projection of 3x3 template</a:t>
              </a:r>
              <a:endParaRPr lang="en-US" altLang="zh-CN" sz="2400" dirty="0"/>
            </a:p>
          </p:txBody>
        </p:sp>
        <p:grpSp>
          <p:nvGrpSpPr>
            <p:cNvPr id="28780" name="Group 5108"/>
            <p:cNvGrpSpPr/>
            <p:nvPr/>
          </p:nvGrpSpPr>
          <p:grpSpPr>
            <a:xfrm>
              <a:off x="3332" y="1671"/>
              <a:ext cx="2428" cy="749"/>
              <a:chOff x="3332" y="1671"/>
              <a:chExt cx="2428" cy="749"/>
            </a:xfrm>
          </p:grpSpPr>
          <p:sp>
            <p:nvSpPr>
              <p:cNvPr id="28786" name="Rectangle 5109"/>
              <p:cNvSpPr/>
              <p:nvPr/>
            </p:nvSpPr>
            <p:spPr>
              <a:xfrm>
                <a:off x="3364" y="1671"/>
                <a:ext cx="1600" cy="22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none" lIns="0" tIns="0" rIns="0" bIns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algn="just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300" dirty="0">
                    <a:solidFill>
                      <a:srgbClr val="000000"/>
                    </a:solidFill>
                  </a:rPr>
                  <a:t>The Moving Window</a:t>
                </a:r>
                <a:endParaRPr lang="en-US" altLang="zh-CN" sz="2400" dirty="0"/>
              </a:p>
            </p:txBody>
          </p:sp>
          <p:sp>
            <p:nvSpPr>
              <p:cNvPr id="28787" name="Rectangle 5110"/>
              <p:cNvSpPr/>
              <p:nvPr/>
            </p:nvSpPr>
            <p:spPr>
              <a:xfrm>
                <a:off x="3332" y="1846"/>
                <a:ext cx="2428" cy="221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lIns="0" tIns="0" rIns="0" bIns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algn="just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300" dirty="0">
                    <a:solidFill>
                      <a:srgbClr val="000000"/>
                    </a:solidFill>
                  </a:rPr>
                  <a:t>scans the 3x3 neighborhood</a:t>
                </a:r>
                <a:endParaRPr lang="en-US" altLang="zh-CN" sz="2300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8788" name="Rectangle 5111"/>
              <p:cNvSpPr/>
              <p:nvPr/>
            </p:nvSpPr>
            <p:spPr>
              <a:xfrm>
                <a:off x="3357" y="2021"/>
                <a:ext cx="1032" cy="22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none" lIns="0" tIns="0" rIns="0" bIns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algn="just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300" dirty="0">
                    <a:solidFill>
                      <a:srgbClr val="000000"/>
                    </a:solidFill>
                  </a:rPr>
                  <a:t>of every pixel</a:t>
                </a:r>
                <a:endParaRPr lang="en-US" altLang="zh-CN" sz="2400" dirty="0"/>
              </a:p>
            </p:txBody>
          </p:sp>
          <p:sp>
            <p:nvSpPr>
              <p:cNvPr id="28789" name="Rectangle 5112"/>
              <p:cNvSpPr/>
              <p:nvPr/>
            </p:nvSpPr>
            <p:spPr>
              <a:xfrm>
                <a:off x="3404" y="2197"/>
                <a:ext cx="1715" cy="223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none" lIns="0" tIns="0" rIns="0" bIns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algn="just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300" dirty="0">
                    <a:solidFill>
                      <a:srgbClr val="000000"/>
                    </a:solidFill>
                  </a:rPr>
                  <a:t>in the classified image.</a:t>
                </a:r>
                <a:endParaRPr lang="en-US" altLang="zh-CN" sz="2400" dirty="0"/>
              </a:p>
            </p:txBody>
          </p:sp>
        </p:grpSp>
        <p:sp>
          <p:nvSpPr>
            <p:cNvPr id="28781" name="Rectangle 5113"/>
            <p:cNvSpPr/>
            <p:nvPr/>
          </p:nvSpPr>
          <p:spPr>
            <a:xfrm>
              <a:off x="3688" y="3170"/>
              <a:ext cx="1162" cy="223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0" tIns="0" rIns="0" bIns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300" dirty="0">
                  <a:solidFill>
                    <a:srgbClr val="000000"/>
                  </a:solidFill>
                </a:rPr>
                <a:t>Matched Image</a:t>
              </a:r>
              <a:endParaRPr lang="en-US" altLang="zh-CN" sz="2400" dirty="0"/>
            </a:p>
          </p:txBody>
        </p:sp>
        <p:sp>
          <p:nvSpPr>
            <p:cNvPr id="28782" name="Freeform 5114"/>
            <p:cNvSpPr/>
            <p:nvPr/>
          </p:nvSpPr>
          <p:spPr>
            <a:xfrm>
              <a:off x="2811" y="3366"/>
              <a:ext cx="124" cy="103"/>
            </a:xfrm>
            <a:custGeom>
              <a:avLst/>
              <a:gdLst>
                <a:gd name="txL" fmla="*/ 0 w 124"/>
                <a:gd name="txT" fmla="*/ 0 h 103"/>
                <a:gd name="txR" fmla="*/ 124 w 124"/>
                <a:gd name="txB" fmla="*/ 103 h 103"/>
              </a:gdLst>
              <a:ahLst/>
              <a:cxnLst>
                <a:cxn ang="0">
                  <a:pos x="0" y="72"/>
                </a:cxn>
                <a:cxn ang="0">
                  <a:pos x="108" y="0"/>
                </a:cxn>
                <a:cxn ang="0">
                  <a:pos x="93" y="56"/>
                </a:cxn>
                <a:cxn ang="0">
                  <a:pos x="124" y="103"/>
                </a:cxn>
                <a:cxn ang="0">
                  <a:pos x="0" y="72"/>
                </a:cxn>
              </a:cxnLst>
              <a:rect l="txL" t="txT" r="txR" b="txB"/>
              <a:pathLst>
                <a:path w="124" h="103">
                  <a:moveTo>
                    <a:pt x="0" y="72"/>
                  </a:moveTo>
                  <a:lnTo>
                    <a:pt x="108" y="0"/>
                  </a:lnTo>
                  <a:lnTo>
                    <a:pt x="93" y="56"/>
                  </a:lnTo>
                  <a:lnTo>
                    <a:pt x="124" y="103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83" name="Freeform 5115"/>
            <p:cNvSpPr/>
            <p:nvPr/>
          </p:nvSpPr>
          <p:spPr>
            <a:xfrm>
              <a:off x="2894" y="3283"/>
              <a:ext cx="794" cy="160"/>
            </a:xfrm>
            <a:custGeom>
              <a:avLst/>
              <a:gdLst>
                <a:gd name="txL" fmla="*/ 0 w 794"/>
                <a:gd name="txT" fmla="*/ 0 h 160"/>
                <a:gd name="txR" fmla="*/ 794 w 794"/>
                <a:gd name="txB" fmla="*/ 160 h 160"/>
              </a:gdLst>
              <a:ahLst/>
              <a:cxnLst>
                <a:cxn ang="0">
                  <a:pos x="0" y="134"/>
                </a:cxn>
                <a:cxn ang="0">
                  <a:pos x="794" y="0"/>
                </a:cxn>
                <a:cxn ang="0">
                  <a:pos x="794" y="26"/>
                </a:cxn>
                <a:cxn ang="0">
                  <a:pos x="0" y="160"/>
                </a:cxn>
                <a:cxn ang="0">
                  <a:pos x="0" y="134"/>
                </a:cxn>
              </a:cxnLst>
              <a:rect l="txL" t="txT" r="txR" b="txB"/>
              <a:pathLst>
                <a:path w="794" h="160">
                  <a:moveTo>
                    <a:pt x="0" y="134"/>
                  </a:moveTo>
                  <a:lnTo>
                    <a:pt x="794" y="0"/>
                  </a:lnTo>
                  <a:lnTo>
                    <a:pt x="794" y="26"/>
                  </a:lnTo>
                  <a:lnTo>
                    <a:pt x="0" y="160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84" name="Freeform 5116"/>
            <p:cNvSpPr/>
            <p:nvPr/>
          </p:nvSpPr>
          <p:spPr>
            <a:xfrm>
              <a:off x="2455" y="2011"/>
              <a:ext cx="119" cy="123"/>
            </a:xfrm>
            <a:custGeom>
              <a:avLst/>
              <a:gdLst>
                <a:gd name="txL" fmla="*/ 0 w 119"/>
                <a:gd name="txT" fmla="*/ 0 h 123"/>
                <a:gd name="txR" fmla="*/ 119 w 119"/>
                <a:gd name="txB" fmla="*/ 123 h 123"/>
              </a:gdLst>
              <a:ahLst/>
              <a:cxnLst>
                <a:cxn ang="0">
                  <a:pos x="0" y="123"/>
                </a:cxn>
                <a:cxn ang="0">
                  <a:pos x="42" y="0"/>
                </a:cxn>
                <a:cxn ang="0">
                  <a:pos x="62" y="51"/>
                </a:cxn>
                <a:cxn ang="0">
                  <a:pos x="119" y="67"/>
                </a:cxn>
                <a:cxn ang="0">
                  <a:pos x="0" y="123"/>
                </a:cxn>
              </a:cxnLst>
              <a:rect l="txL" t="txT" r="txR" b="txB"/>
              <a:pathLst>
                <a:path w="119" h="123">
                  <a:moveTo>
                    <a:pt x="0" y="123"/>
                  </a:moveTo>
                  <a:lnTo>
                    <a:pt x="42" y="0"/>
                  </a:lnTo>
                  <a:lnTo>
                    <a:pt x="62" y="51"/>
                  </a:lnTo>
                  <a:lnTo>
                    <a:pt x="119" y="67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28785" name="Freeform 5117"/>
            <p:cNvSpPr/>
            <p:nvPr/>
          </p:nvSpPr>
          <p:spPr>
            <a:xfrm>
              <a:off x="2502" y="1460"/>
              <a:ext cx="551" cy="623"/>
            </a:xfrm>
            <a:custGeom>
              <a:avLst/>
              <a:gdLst>
                <a:gd name="txL" fmla="*/ 0 w 551"/>
                <a:gd name="txT" fmla="*/ 0 h 623"/>
                <a:gd name="txR" fmla="*/ 551 w 551"/>
                <a:gd name="txB" fmla="*/ 623 h 623"/>
              </a:gdLst>
              <a:ahLst/>
              <a:cxnLst>
                <a:cxn ang="0">
                  <a:pos x="0" y="607"/>
                </a:cxn>
                <a:cxn ang="0">
                  <a:pos x="531" y="0"/>
                </a:cxn>
                <a:cxn ang="0">
                  <a:pos x="551" y="15"/>
                </a:cxn>
                <a:cxn ang="0">
                  <a:pos x="20" y="623"/>
                </a:cxn>
                <a:cxn ang="0">
                  <a:pos x="0" y="607"/>
                </a:cxn>
              </a:cxnLst>
              <a:rect l="txL" t="txT" r="txR" b="txB"/>
              <a:pathLst>
                <a:path w="551" h="623">
                  <a:moveTo>
                    <a:pt x="0" y="607"/>
                  </a:moveTo>
                  <a:lnTo>
                    <a:pt x="531" y="0"/>
                  </a:lnTo>
                  <a:lnTo>
                    <a:pt x="551" y="15"/>
                  </a:lnTo>
                  <a:lnTo>
                    <a:pt x="20" y="623"/>
                  </a:lnTo>
                  <a:lnTo>
                    <a:pt x="0" y="607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379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grpSp>
        <p:nvGrpSpPr>
          <p:cNvPr id="33795" name="Group 7"/>
          <p:cNvGrpSpPr/>
          <p:nvPr/>
        </p:nvGrpSpPr>
        <p:grpSpPr>
          <a:xfrm>
            <a:off x="1066800" y="1828800"/>
            <a:ext cx="7523163" cy="4887913"/>
            <a:chOff x="672" y="1152"/>
            <a:chExt cx="4739" cy="3079"/>
          </a:xfrm>
        </p:grpSpPr>
        <p:sp>
          <p:nvSpPr>
            <p:cNvPr id="33796" name="Rectangle 6"/>
            <p:cNvSpPr/>
            <p:nvPr/>
          </p:nvSpPr>
          <p:spPr>
            <a:xfrm>
              <a:off x="672" y="1152"/>
              <a:ext cx="4739" cy="3079"/>
            </a:xfrm>
            <a:prstGeom prst="rect">
              <a:avLst/>
            </a:prstGeom>
            <a:gradFill rotWithShape="0">
              <a:gsLst>
                <a:gs pos="0">
                  <a:srgbClr val="2F5E76"/>
                </a:gs>
                <a:gs pos="100000">
                  <a:srgbClr val="66CCFF"/>
                </a:gs>
              </a:gsLst>
              <a:lin ang="2700000" scaled="1"/>
              <a:tileRect/>
            </a:gradFill>
            <a:ln w="9525" cap="flat" cmpd="sng">
              <a:solidFill>
                <a:schemeClr val="tx1"/>
              </a:solidFill>
              <a:prstDash val="solid"/>
              <a:miter/>
              <a:headEnd type="none" w="med" len="med"/>
              <a:tailEnd type="none" w="med" len="med"/>
            </a:ln>
          </p:spPr>
          <p:txBody>
            <a:bodyPr wrap="none" anchor="ctr" anchorCtr="0"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Tahoma" panose="020B0604030504040204" pitchFamily="34" charset="0"/>
                <a:ea typeface="华文新魏" panose="02010800040101010101" pitchFamily="2" charset="-122"/>
              </a:endParaRPr>
            </a:p>
          </p:txBody>
        </p:sp>
        <p:graphicFrame>
          <p:nvGraphicFramePr>
            <p:cNvPr id="33797" name="Object 4"/>
            <p:cNvGraphicFramePr>
              <a:graphicFrameLocks noChangeAspect="1"/>
            </p:cNvGraphicFramePr>
            <p:nvPr/>
          </p:nvGraphicFramePr>
          <p:xfrm>
            <a:off x="1091" y="1271"/>
            <a:ext cx="3963" cy="25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099" name="" r:id="rId1" imgW="8258175" imgH="5400675" progId="WPDraw30.Drawing">
                    <p:embed/>
                  </p:oleObj>
                </mc:Choice>
                <mc:Fallback>
                  <p:oleObj name="" r:id="rId1" imgW="8258175" imgH="5400675" progId="WPDraw30.Drawing">
                    <p:embed/>
                    <p:pic>
                      <p:nvPicPr>
                        <p:cNvPr id="0" name="图片 3098"/>
                        <p:cNvPicPr/>
                        <p:nvPr/>
                      </p:nvPicPr>
                      <p:blipFill>
                        <a:blip r:embed="rId2"/>
                        <a:stretch>
                          <a:fillRect/>
                        </a:stretch>
                      </p:blipFill>
                      <p:spPr>
                        <a:xfrm>
                          <a:off x="1091" y="1271"/>
                          <a:ext cx="3963" cy="2592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4818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34819" name="Rectangle 4"/>
          <p:cNvSpPr/>
          <p:nvPr/>
        </p:nvSpPr>
        <p:spPr>
          <a:xfrm>
            <a:off x="990600" y="1828800"/>
            <a:ext cx="7408863" cy="4887913"/>
          </a:xfrm>
          <a:prstGeom prst="rect">
            <a:avLst/>
          </a:prstGeom>
          <a:gradFill rotWithShape="0">
            <a:gsLst>
              <a:gs pos="0">
                <a:srgbClr val="2F5E76"/>
              </a:gs>
              <a:gs pos="100000">
                <a:srgbClr val="66CCFF"/>
              </a:gs>
            </a:gsLst>
            <a:lin ang="2700000" scaled="1"/>
            <a:tileRect/>
          </a:gra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34820" name="Object 5"/>
          <p:cNvGraphicFramePr>
            <a:graphicFrameLocks noChangeAspect="1"/>
          </p:cNvGraphicFramePr>
          <p:nvPr/>
        </p:nvGraphicFramePr>
        <p:xfrm>
          <a:off x="1169988" y="2124075"/>
          <a:ext cx="6965950" cy="4495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6" name="" r:id="rId1" imgW="8220075" imgH="5305425" progId="WPDraw30.Drawing">
                  <p:embed/>
                </p:oleObj>
              </mc:Choice>
              <mc:Fallback>
                <p:oleObj name="" r:id="rId1" imgW="8220075" imgH="5305425" progId="WPDraw30.Drawing">
                  <p:embed/>
                  <p:pic>
                    <p:nvPicPr>
                      <p:cNvPr id="0" name="图片 3105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1169988" y="2124075"/>
                        <a:ext cx="6965950" cy="449580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584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35843" name="Rectangle 4"/>
          <p:cNvSpPr/>
          <p:nvPr/>
        </p:nvSpPr>
        <p:spPr>
          <a:xfrm>
            <a:off x="914400" y="1828800"/>
            <a:ext cx="7408863" cy="4887913"/>
          </a:xfrm>
          <a:prstGeom prst="rect">
            <a:avLst/>
          </a:prstGeom>
          <a:gradFill rotWithShape="0">
            <a:gsLst>
              <a:gs pos="0">
                <a:srgbClr val="2F5E76"/>
              </a:gs>
              <a:gs pos="100000">
                <a:srgbClr val="66CCFF"/>
              </a:gs>
            </a:gsLst>
            <a:lin ang="2700000" scaled="1"/>
            <a:tileRect/>
          </a:gra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35844" name="Object 5"/>
          <p:cNvGraphicFramePr>
            <a:graphicFrameLocks noChangeAspect="1"/>
          </p:cNvGraphicFramePr>
          <p:nvPr/>
        </p:nvGraphicFramePr>
        <p:xfrm>
          <a:off x="1082675" y="1997075"/>
          <a:ext cx="7200900" cy="4564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2" name="" r:id="rId1" imgW="8220075" imgH="5210175" progId="WPDraw30.Drawing">
                  <p:embed/>
                </p:oleObj>
              </mc:Choice>
              <mc:Fallback>
                <p:oleObj name="" r:id="rId1" imgW="8220075" imgH="5210175" progId="WPDraw30.Drawing">
                  <p:embed/>
                  <p:pic>
                    <p:nvPicPr>
                      <p:cNvPr id="0" name="图片 3101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1082675" y="1997075"/>
                        <a:ext cx="7200900" cy="4564063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6866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36867" name="Rectangle 4"/>
          <p:cNvSpPr/>
          <p:nvPr/>
        </p:nvSpPr>
        <p:spPr>
          <a:xfrm>
            <a:off x="990600" y="1828800"/>
            <a:ext cx="7491413" cy="4887913"/>
          </a:xfrm>
          <a:prstGeom prst="rect">
            <a:avLst/>
          </a:prstGeom>
          <a:gradFill rotWithShape="0">
            <a:gsLst>
              <a:gs pos="0">
                <a:srgbClr val="2F5E76"/>
              </a:gs>
              <a:gs pos="100000">
                <a:srgbClr val="66CCFF"/>
              </a:gs>
            </a:gsLst>
            <a:lin ang="2700000" scaled="1"/>
            <a:tileRect/>
          </a:gra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36868" name="Object 5"/>
          <p:cNvGraphicFramePr>
            <a:graphicFrameLocks noChangeAspect="1"/>
          </p:cNvGraphicFramePr>
          <p:nvPr/>
        </p:nvGraphicFramePr>
        <p:xfrm>
          <a:off x="1041400" y="2057400"/>
          <a:ext cx="7223125" cy="4486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0" name="" r:id="rId1" imgW="8220075" imgH="5105400" progId="WPDraw30.Drawing">
                  <p:embed/>
                </p:oleObj>
              </mc:Choice>
              <mc:Fallback>
                <p:oleObj name="" r:id="rId1" imgW="8220075" imgH="5105400" progId="WPDraw30.Drawing">
                  <p:embed/>
                  <p:pic>
                    <p:nvPicPr>
                      <p:cNvPr id="0" name="图片 3099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1041400" y="2057400"/>
                        <a:ext cx="7223125" cy="4486275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789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37891" name="Rectangle 4"/>
          <p:cNvSpPr/>
          <p:nvPr/>
        </p:nvSpPr>
        <p:spPr>
          <a:xfrm>
            <a:off x="990600" y="1828800"/>
            <a:ext cx="7408863" cy="4887913"/>
          </a:xfrm>
          <a:prstGeom prst="rect">
            <a:avLst/>
          </a:prstGeom>
          <a:gradFill rotWithShape="0">
            <a:gsLst>
              <a:gs pos="0">
                <a:srgbClr val="2F5E76"/>
              </a:gs>
              <a:gs pos="100000">
                <a:srgbClr val="66CCFF"/>
              </a:gs>
            </a:gsLst>
            <a:lin ang="2700000" scaled="1"/>
            <a:tileRect/>
          </a:gra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37892" name="Object 5"/>
          <p:cNvGraphicFramePr>
            <a:graphicFrameLocks noChangeAspect="1"/>
          </p:cNvGraphicFramePr>
          <p:nvPr/>
        </p:nvGraphicFramePr>
        <p:xfrm>
          <a:off x="1087438" y="2246313"/>
          <a:ext cx="6978650" cy="40116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3" name="" r:id="rId1" imgW="8220075" imgH="4724400" progId="WPDraw30.Drawing">
                  <p:embed/>
                </p:oleObj>
              </mc:Choice>
              <mc:Fallback>
                <p:oleObj name="" r:id="rId1" imgW="8220075" imgH="4724400" progId="WPDraw30.Drawing">
                  <p:embed/>
                  <p:pic>
                    <p:nvPicPr>
                      <p:cNvPr id="0" name="图片 3102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1087438" y="2246313"/>
                        <a:ext cx="6978650" cy="4011612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891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38915" name="Rectangle 4"/>
          <p:cNvSpPr/>
          <p:nvPr/>
        </p:nvSpPr>
        <p:spPr>
          <a:xfrm>
            <a:off x="933450" y="1828800"/>
            <a:ext cx="7408863" cy="4887913"/>
          </a:xfrm>
          <a:prstGeom prst="rect">
            <a:avLst/>
          </a:prstGeom>
          <a:gradFill rotWithShape="0">
            <a:gsLst>
              <a:gs pos="0">
                <a:srgbClr val="2F5E76"/>
              </a:gs>
              <a:gs pos="100000">
                <a:srgbClr val="66CCFF"/>
              </a:gs>
            </a:gsLst>
            <a:lin ang="2700000" scaled="1"/>
            <a:tileRect/>
          </a:gra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38916" name="Object 5"/>
          <p:cNvGraphicFramePr>
            <a:graphicFrameLocks noChangeAspect="1"/>
          </p:cNvGraphicFramePr>
          <p:nvPr/>
        </p:nvGraphicFramePr>
        <p:xfrm>
          <a:off x="914400" y="1958975"/>
          <a:ext cx="7281863" cy="4691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4" name="" r:id="rId1" imgW="8220075" imgH="5295900" progId="WPDraw30.Drawing">
                  <p:embed/>
                </p:oleObj>
              </mc:Choice>
              <mc:Fallback>
                <p:oleObj name="" r:id="rId1" imgW="8220075" imgH="5295900" progId="WPDraw30.Drawing">
                  <p:embed/>
                  <p:pic>
                    <p:nvPicPr>
                      <p:cNvPr id="0" name="图片 3103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914400" y="1958975"/>
                        <a:ext cx="7281863" cy="4691063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9938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39939" name="Rectangle 4"/>
          <p:cNvSpPr/>
          <p:nvPr/>
        </p:nvSpPr>
        <p:spPr>
          <a:xfrm>
            <a:off x="838200" y="1828800"/>
            <a:ext cx="7739063" cy="4887913"/>
          </a:xfrm>
          <a:prstGeom prst="rect">
            <a:avLst/>
          </a:prstGeom>
          <a:gradFill rotWithShape="0">
            <a:gsLst>
              <a:gs pos="0">
                <a:srgbClr val="2F5E76"/>
              </a:gs>
              <a:gs pos="100000">
                <a:srgbClr val="66CCFF"/>
              </a:gs>
            </a:gsLst>
            <a:lin ang="2700000" scaled="1"/>
            <a:tileRect/>
          </a:gra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39940" name="Object 5"/>
          <p:cNvGraphicFramePr>
            <a:graphicFrameLocks noChangeAspect="1"/>
          </p:cNvGraphicFramePr>
          <p:nvPr/>
        </p:nvGraphicFramePr>
        <p:xfrm>
          <a:off x="920750" y="2154238"/>
          <a:ext cx="7435850" cy="427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1" name="" r:id="rId1" imgW="8220075" imgH="4724400" progId="WPDraw30.Drawing">
                  <p:embed/>
                </p:oleObj>
              </mc:Choice>
              <mc:Fallback>
                <p:oleObj name="" r:id="rId1" imgW="8220075" imgH="4724400" progId="WPDraw30.Drawing">
                  <p:embed/>
                  <p:pic>
                    <p:nvPicPr>
                      <p:cNvPr id="0" name="图片 3100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920750" y="2154238"/>
                        <a:ext cx="7435850" cy="4273550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096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40963" name="Rectangle 4"/>
          <p:cNvSpPr/>
          <p:nvPr/>
        </p:nvSpPr>
        <p:spPr>
          <a:xfrm>
            <a:off x="879475" y="1828800"/>
            <a:ext cx="7502525" cy="4887913"/>
          </a:xfrm>
          <a:prstGeom prst="rect">
            <a:avLst/>
          </a:prstGeom>
          <a:gradFill rotWithShape="0">
            <a:gsLst>
              <a:gs pos="0">
                <a:srgbClr val="2F5E76"/>
              </a:gs>
              <a:gs pos="100000">
                <a:srgbClr val="66CCFF"/>
              </a:gs>
            </a:gsLst>
            <a:lin ang="2700000" scaled="1"/>
            <a:tileRect/>
          </a:gra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40964" name="Object 5"/>
          <p:cNvGraphicFramePr>
            <a:graphicFrameLocks noChangeAspect="1"/>
          </p:cNvGraphicFramePr>
          <p:nvPr/>
        </p:nvGraphicFramePr>
        <p:xfrm>
          <a:off x="1030288" y="2254250"/>
          <a:ext cx="7138987" cy="4098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5" name="" r:id="rId1" imgW="8229600" imgH="4724400" progId="WPDraw30.Drawing">
                  <p:embed/>
                </p:oleObj>
              </mc:Choice>
              <mc:Fallback>
                <p:oleObj name="" r:id="rId1" imgW="8229600" imgH="4724400" progId="WPDraw30.Drawing">
                  <p:embed/>
                  <p:pic>
                    <p:nvPicPr>
                      <p:cNvPr id="0" name="图片 3104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1030288" y="2254250"/>
                        <a:ext cx="7138987" cy="4098925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1986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41987" name="Rectangle 4"/>
          <p:cNvSpPr/>
          <p:nvPr/>
        </p:nvSpPr>
        <p:spPr>
          <a:xfrm>
            <a:off x="914400" y="1828800"/>
            <a:ext cx="7543800" cy="4887913"/>
          </a:xfrm>
          <a:prstGeom prst="rect">
            <a:avLst/>
          </a:prstGeom>
          <a:gradFill rotWithShape="0">
            <a:gsLst>
              <a:gs pos="0">
                <a:srgbClr val="2F5E76"/>
              </a:gs>
              <a:gs pos="100000">
                <a:srgbClr val="66CCFF"/>
              </a:gs>
            </a:gsLst>
            <a:lin ang="2700000" scaled="1"/>
            <a:tileRect/>
          </a:gradFill>
          <a:ln w="9525" cap="flat" cmpd="sng">
            <a:solidFill>
              <a:schemeClr val="tx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41988" name="Object 5"/>
          <p:cNvGraphicFramePr>
            <a:graphicFrameLocks noChangeAspect="1"/>
          </p:cNvGraphicFramePr>
          <p:nvPr/>
        </p:nvGraphicFramePr>
        <p:xfrm>
          <a:off x="1076325" y="2239963"/>
          <a:ext cx="7177088" cy="4124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10" name="" r:id="rId1" imgW="8220075" imgH="4724400" progId="WPDraw30.Drawing">
                  <p:embed/>
                </p:oleObj>
              </mc:Choice>
              <mc:Fallback>
                <p:oleObj name="" r:id="rId1" imgW="8220075" imgH="4724400" progId="WPDraw30.Drawing">
                  <p:embed/>
                  <p:pic>
                    <p:nvPicPr>
                      <p:cNvPr id="0" name="图片 3109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1076325" y="2239963"/>
                        <a:ext cx="7177088" cy="4124325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301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pic>
        <p:nvPicPr>
          <p:cNvPr id="43011" name="Picture 4" descr="relation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219200" y="1828800"/>
            <a:ext cx="6713538" cy="371157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43012" name="Rectangle 5"/>
          <p:cNvSpPr/>
          <p:nvPr/>
        </p:nvSpPr>
        <p:spPr>
          <a:xfrm>
            <a:off x="1828800" y="5715000"/>
            <a:ext cx="5410200" cy="838200"/>
          </a:xfrm>
          <a:prstGeom prst="rect">
            <a:avLst/>
          </a:prstGeom>
          <a:solidFill>
            <a:schemeClr val="bg1">
              <a:alpha val="0"/>
            </a:schemeClr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dirty="0"/>
              <a:t>模板匹配相似性矩阵</a:t>
            </a:r>
            <a:endParaRPr lang="zh-CN" altLang="en-US" dirty="0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403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44035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二值图像匹配</a:t>
            </a:r>
            <a:endParaRPr lang="zh-CN" altLang="en-US" dirty="0"/>
          </a:p>
        </p:txBody>
      </p:sp>
      <p:sp>
        <p:nvSpPr>
          <p:cNvPr id="44036" name="Rectangle 5"/>
          <p:cNvSpPr/>
          <p:nvPr/>
        </p:nvSpPr>
        <p:spPr>
          <a:xfrm>
            <a:off x="0" y="3314700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44037" name="Object 4"/>
          <p:cNvGraphicFramePr>
            <a:graphicFrameLocks noChangeAspect="1"/>
          </p:cNvGraphicFramePr>
          <p:nvPr/>
        </p:nvGraphicFramePr>
        <p:xfrm>
          <a:off x="1600200" y="2743200"/>
          <a:ext cx="5715000" cy="504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11" name="" r:id="rId1" imgW="2590800" imgH="228600" progId="Equation.DSMT4">
                  <p:embed/>
                </p:oleObj>
              </mc:Choice>
              <mc:Fallback>
                <p:oleObj name="" r:id="rId1" imgW="2590800" imgH="228600" progId="Equation.DSMT4">
                  <p:embed/>
                  <p:pic>
                    <p:nvPicPr>
                      <p:cNvPr id="0" name="图片 3110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1600200" y="2743200"/>
                        <a:ext cx="5715000" cy="504825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4038" name="Group 10"/>
          <p:cNvGrpSpPr/>
          <p:nvPr/>
        </p:nvGrpSpPr>
        <p:grpSpPr>
          <a:xfrm>
            <a:off x="1524000" y="3408363"/>
            <a:ext cx="5453063" cy="539750"/>
            <a:chOff x="960" y="2147"/>
            <a:chExt cx="3435" cy="340"/>
          </a:xfrm>
        </p:grpSpPr>
        <p:sp>
          <p:nvSpPr>
            <p:cNvPr id="44048" name="Rectangle 7"/>
            <p:cNvSpPr/>
            <p:nvPr/>
          </p:nvSpPr>
          <p:spPr>
            <a:xfrm>
              <a:off x="960" y="2160"/>
              <a:ext cx="788" cy="32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2800" dirty="0">
                  <a:cs typeface="Times New Roman" panose="02020603050405020304" pitchFamily="18" charset="0"/>
                </a:rPr>
                <a:t>式中，</a:t>
              </a:r>
              <a:endParaRPr lang="zh-CN" altLang="en-US" sz="2800" dirty="0">
                <a:ea typeface="Times New Roman" panose="02020603050405020304" pitchFamily="18" charset="0"/>
              </a:endParaRPr>
            </a:p>
          </p:txBody>
        </p:sp>
        <p:grpSp>
          <p:nvGrpSpPr>
            <p:cNvPr id="44049" name="Group 9"/>
            <p:cNvGrpSpPr/>
            <p:nvPr/>
          </p:nvGrpSpPr>
          <p:grpSpPr>
            <a:xfrm>
              <a:off x="1616" y="2147"/>
              <a:ext cx="2779" cy="327"/>
              <a:chOff x="1616" y="2147"/>
              <a:chExt cx="2779" cy="327"/>
            </a:xfrm>
          </p:grpSpPr>
          <p:graphicFrame>
            <p:nvGraphicFramePr>
              <p:cNvPr id="44050" name="Object 6"/>
              <p:cNvGraphicFramePr>
                <a:graphicFrameLocks noChangeAspect="1"/>
              </p:cNvGraphicFramePr>
              <p:nvPr/>
            </p:nvGraphicFramePr>
            <p:xfrm>
              <a:off x="1616" y="2208"/>
              <a:ext cx="215" cy="24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109" name="" r:id="rId3" imgW="165100" imgH="177800" progId="Equation.DSMT4">
                      <p:embed/>
                    </p:oleObj>
                  </mc:Choice>
                  <mc:Fallback>
                    <p:oleObj name="" r:id="rId3" imgW="165100" imgH="177800" progId="Equation.DSMT4">
                      <p:embed/>
                      <p:pic>
                        <p:nvPicPr>
                          <p:cNvPr id="0" name="图片 3108"/>
                          <p:cNvPicPr/>
                          <p:nvPr/>
                        </p:nvPicPr>
                        <p:blipFill>
                          <a:blip r:embed="rId4"/>
                          <a:stretch>
                            <a:fillRect/>
                          </a:stretch>
                        </p:blipFill>
                        <p:spPr>
                          <a:xfrm>
                            <a:off x="1616" y="2208"/>
                            <a:ext cx="215" cy="240"/>
                          </a:xfrm>
                          <a:prstGeom prst="rect">
                            <a:avLst/>
                          </a:prstGeom>
                          <a:noFill/>
                          <a:ln w="38100">
                            <a:noFill/>
                            <a:miter/>
                          </a:ln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44051" name="Rectangle 8"/>
              <p:cNvSpPr/>
              <p:nvPr/>
            </p:nvSpPr>
            <p:spPr>
              <a:xfrm>
                <a:off x="1792" y="2147"/>
                <a:ext cx="2603" cy="327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none" anchor="ctr" anchorCtr="0">
                <a:spAutoFit/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0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5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+mn-lt"/>
                    <a:ea typeface="+mn-ea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50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+mn-lt"/>
                    <a:ea typeface="+mn-ea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5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+mn-lt"/>
                    <a:ea typeface="+mn-ea"/>
                  </a:defRPr>
                </a:lvl5pPr>
              </a:lstStyle>
              <a:p>
                <a:pPr marL="0" lvl="0" indent="0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CN" altLang="en-US" sz="2800" dirty="0">
                    <a:cs typeface="Times New Roman" panose="02020603050405020304" pitchFamily="18" charset="0"/>
                  </a:rPr>
                  <a:t>表示异或处理，由此可得</a:t>
                </a:r>
                <a:r>
                  <a:rPr lang="zh-CN" altLang="en-US" sz="900" dirty="0">
                    <a:cs typeface="Times New Roman" panose="02020603050405020304" pitchFamily="18" charset="0"/>
                  </a:rPr>
                  <a:t> </a:t>
                </a:r>
                <a:endParaRPr lang="zh-CN" altLang="en-US" sz="1800" dirty="0">
                  <a:ea typeface="Times New Roman" panose="02020603050405020304" pitchFamily="18" charset="0"/>
                </a:endParaRPr>
              </a:p>
            </p:txBody>
          </p:sp>
        </p:grpSp>
      </p:grpSp>
      <p:sp>
        <p:nvSpPr>
          <p:cNvPr id="44039" name="Rectangle 12"/>
          <p:cNvSpPr/>
          <p:nvPr/>
        </p:nvSpPr>
        <p:spPr>
          <a:xfrm>
            <a:off x="0" y="3214688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aphicFrame>
        <p:nvGraphicFramePr>
          <p:cNvPr id="44040" name="Object 11"/>
          <p:cNvGraphicFramePr>
            <a:graphicFrameLocks noChangeAspect="1"/>
          </p:cNvGraphicFramePr>
          <p:nvPr/>
        </p:nvGraphicFramePr>
        <p:xfrm>
          <a:off x="596900" y="4013200"/>
          <a:ext cx="8001000" cy="8842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07" name="" r:id="rId5" imgW="3873500" imgH="431800" progId="Equation.DSMT4">
                  <p:embed/>
                </p:oleObj>
              </mc:Choice>
              <mc:Fallback>
                <p:oleObj name="" r:id="rId5" imgW="3873500" imgH="431800" progId="Equation.DSMT4">
                  <p:embed/>
                  <p:pic>
                    <p:nvPicPr>
                      <p:cNvPr id="0" name="图片 3106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596900" y="4013200"/>
                        <a:ext cx="8001000" cy="884238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44041" name="Rectangle 19"/>
          <p:cNvSpPr/>
          <p:nvPr/>
        </p:nvSpPr>
        <p:spPr>
          <a:xfrm>
            <a:off x="0" y="3348038"/>
            <a:ext cx="9144000" cy="0"/>
          </a:xfrm>
          <a:prstGeom prst="rect">
            <a:avLst/>
          </a:prstGeom>
          <a:noFill/>
          <a:ln w="9525">
            <a:noFill/>
          </a:ln>
        </p:spPr>
        <p:txBody>
          <a:bodyPr wrap="none" anchor="ctr" anchorCtr="0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1800" dirty="0">
              <a:latin typeface="Tahoma" panose="020B0604030504040204" pitchFamily="34" charset="0"/>
              <a:ea typeface="华文新魏" panose="02010800040101010101" pitchFamily="2" charset="-122"/>
            </a:endParaRPr>
          </a:p>
        </p:txBody>
      </p:sp>
      <p:grpSp>
        <p:nvGrpSpPr>
          <p:cNvPr id="44042" name="Group 23"/>
          <p:cNvGrpSpPr/>
          <p:nvPr/>
        </p:nvGrpSpPr>
        <p:grpSpPr>
          <a:xfrm>
            <a:off x="685800" y="5014913"/>
            <a:ext cx="5559425" cy="523875"/>
            <a:chOff x="432" y="3159"/>
            <a:chExt cx="3502" cy="330"/>
          </a:xfrm>
        </p:grpSpPr>
        <p:graphicFrame>
          <p:nvGraphicFramePr>
            <p:cNvPr id="44046" name="Object 18"/>
            <p:cNvGraphicFramePr>
              <a:graphicFrameLocks noChangeAspect="1"/>
            </p:cNvGraphicFramePr>
            <p:nvPr/>
          </p:nvGraphicFramePr>
          <p:xfrm>
            <a:off x="432" y="3216"/>
            <a:ext cx="240" cy="24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108" name="" r:id="rId7" imgW="165100" imgH="165100" progId="Equation.DSMT4">
                    <p:embed/>
                  </p:oleObj>
                </mc:Choice>
                <mc:Fallback>
                  <p:oleObj name="" r:id="rId7" imgW="165100" imgH="165100" progId="Equation.DSMT4">
                    <p:embed/>
                    <p:pic>
                      <p:nvPicPr>
                        <p:cNvPr id="0" name="图片 3107"/>
                        <p:cNvPicPr/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432" y="3216"/>
                          <a:ext cx="240" cy="240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4047" name="Rectangle 20"/>
            <p:cNvSpPr/>
            <p:nvPr/>
          </p:nvSpPr>
          <p:spPr>
            <a:xfrm>
              <a:off x="616" y="3159"/>
              <a:ext cx="3318" cy="3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2800" dirty="0"/>
                <a:t>常被称为二进制</a:t>
              </a:r>
              <a:r>
                <a:rPr lang="en-US" altLang="zh-CN" sz="2800" dirty="0">
                  <a:solidFill>
                    <a:schemeClr val="folHlink"/>
                  </a:solidFill>
                </a:rPr>
                <a:t>Hamming</a:t>
              </a:r>
              <a:r>
                <a:rPr lang="zh-CN" altLang="en-US" sz="2800" dirty="0">
                  <a:solidFill>
                    <a:schemeClr val="folHlink"/>
                  </a:solidFill>
                </a:rPr>
                <a:t>距离</a:t>
              </a:r>
              <a:r>
                <a:rPr lang="zh-CN" altLang="en-US" sz="2800" dirty="0"/>
                <a:t>。</a:t>
              </a:r>
              <a:r>
                <a:rPr lang="zh-CN" altLang="en-US" sz="1800" dirty="0"/>
                <a:t> </a:t>
              </a:r>
              <a:endParaRPr lang="zh-CN" altLang="en-US" sz="1800" dirty="0"/>
            </a:p>
          </p:txBody>
        </p:sp>
      </p:grpSp>
      <p:grpSp>
        <p:nvGrpSpPr>
          <p:cNvPr id="44043" name="Group 24"/>
          <p:cNvGrpSpPr/>
          <p:nvPr/>
        </p:nvGrpSpPr>
        <p:grpSpPr>
          <a:xfrm>
            <a:off x="685800" y="5613400"/>
            <a:ext cx="6605588" cy="519113"/>
            <a:chOff x="432" y="3464"/>
            <a:chExt cx="4161" cy="327"/>
          </a:xfrm>
        </p:grpSpPr>
        <p:graphicFrame>
          <p:nvGraphicFramePr>
            <p:cNvPr id="44044" name="Object 21"/>
            <p:cNvGraphicFramePr>
              <a:graphicFrameLocks noChangeAspect="1"/>
            </p:cNvGraphicFramePr>
            <p:nvPr/>
          </p:nvGraphicFramePr>
          <p:xfrm>
            <a:off x="432" y="3504"/>
            <a:ext cx="240" cy="24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112" name="" r:id="rId9" imgW="165100" imgH="165100" progId="Equation.DSMT4">
                    <p:embed/>
                  </p:oleObj>
                </mc:Choice>
                <mc:Fallback>
                  <p:oleObj name="" r:id="rId9" imgW="165100" imgH="165100" progId="Equation.DSMT4">
                    <p:embed/>
                    <p:pic>
                      <p:nvPicPr>
                        <p:cNvPr id="0" name="图片 3111"/>
                        <p:cNvPicPr/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432" y="3504"/>
                          <a:ext cx="240" cy="240"/>
                        </a:xfrm>
                        <a:prstGeom prst="rect">
                          <a:avLst/>
                        </a:prstGeom>
                        <a:noFill/>
                        <a:ln w="38100">
                          <a:noFill/>
                          <a:miter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4045" name="Rectangle 22"/>
            <p:cNvSpPr/>
            <p:nvPr/>
          </p:nvSpPr>
          <p:spPr>
            <a:xfrm>
              <a:off x="624" y="3464"/>
              <a:ext cx="3969" cy="32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ctr" anchorCtr="0">
              <a:spAutoFit/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60000"/>
                <a:buFont typeface="Wingdings" panose="05000000000000000000" pitchFamily="2" charset="2"/>
                <a:buChar char="n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55000"/>
                <a:buFont typeface="Wingdings" panose="05000000000000000000" pitchFamily="2" charset="2"/>
                <a:buChar char="n"/>
                <a:defRPr sz="28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50000"/>
                <a:buFont typeface="Wingdings" panose="05000000000000000000" pitchFamily="2" charset="2"/>
                <a:buChar char="n"/>
                <a:defRPr sz="24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55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anose="05000000000000000000" pitchFamily="2" charset="2"/>
                <a:buChar char="n"/>
                <a:defRPr sz="2000">
                  <a:solidFill>
                    <a:schemeClr val="tx1"/>
                  </a:solidFill>
                  <a:latin typeface="+mn-lt"/>
                  <a:ea typeface="+mn-ea"/>
                </a:defRPr>
              </a:lvl5pPr>
            </a:lstStyle>
            <a:p>
              <a:pPr marL="0" lvl="0" indent="0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CN" altLang="en-US" sz="2800" dirty="0"/>
                <a:t>越小，则子图与模板的匹配程度越高。</a:t>
              </a:r>
              <a:r>
                <a:rPr lang="zh-CN" altLang="en-US" sz="1800" dirty="0"/>
                <a:t> </a:t>
              </a:r>
              <a:endParaRPr lang="zh-CN" altLang="en-US" sz="1800" dirty="0"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5058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45059" name="Rectangle 4"/>
          <p:cNvSpPr/>
          <p:nvPr/>
        </p:nvSpPr>
        <p:spPr>
          <a:xfrm>
            <a:off x="1295400" y="2362200"/>
            <a:ext cx="2393950" cy="560388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800" dirty="0">
                <a:solidFill>
                  <a:schemeClr val="tx2"/>
                </a:solidFill>
              </a:rPr>
              <a:t>二值模板图像</a:t>
            </a:r>
            <a:endParaRPr lang="zh-CN" altLang="en-US" sz="2800" dirty="0">
              <a:solidFill>
                <a:schemeClr val="tx2"/>
              </a:solidFill>
            </a:endParaRPr>
          </a:p>
        </p:txBody>
      </p:sp>
      <p:pic>
        <p:nvPicPr>
          <p:cNvPr id="45060" name="Picture 6" descr="E_Temp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092200" y="4114800"/>
            <a:ext cx="473075" cy="46355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45061" name="Picture 7" descr="E_Image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22538" y="3632200"/>
            <a:ext cx="1736725" cy="1697038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45062" name="Text Box 8"/>
          <p:cNvSpPr txBox="1"/>
          <p:nvPr/>
        </p:nvSpPr>
        <p:spPr>
          <a:xfrm>
            <a:off x="787400" y="5499100"/>
            <a:ext cx="1184275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Template</a:t>
            </a:r>
            <a:endParaRPr lang="en-US" altLang="zh-CN" sz="2000" dirty="0"/>
          </a:p>
        </p:txBody>
      </p:sp>
      <p:pic>
        <p:nvPicPr>
          <p:cNvPr id="45063" name="Picture 11" descr="G_Temp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70500" y="3962400"/>
            <a:ext cx="430213" cy="70167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45064" name="Picture 12" descr="G_Image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07138" y="3703638"/>
            <a:ext cx="2360612" cy="1512887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45065" name="Text Box 13"/>
          <p:cNvSpPr txBox="1"/>
          <p:nvPr/>
        </p:nvSpPr>
        <p:spPr>
          <a:xfrm>
            <a:off x="4965700" y="5486400"/>
            <a:ext cx="11430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Template</a:t>
            </a:r>
            <a:endParaRPr lang="en-US" altLang="zh-CN" sz="2000" dirty="0"/>
          </a:p>
        </p:txBody>
      </p:sp>
      <p:sp>
        <p:nvSpPr>
          <p:cNvPr id="45066" name="Rectangle 14"/>
          <p:cNvSpPr/>
          <p:nvPr/>
        </p:nvSpPr>
        <p:spPr>
          <a:xfrm>
            <a:off x="5740400" y="2362200"/>
            <a:ext cx="2378075" cy="560388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800" dirty="0">
                <a:solidFill>
                  <a:schemeClr val="tx2"/>
                </a:solidFill>
              </a:rPr>
              <a:t>灰度模板图像</a:t>
            </a:r>
            <a:endParaRPr lang="zh-CN" altLang="en-US" sz="2800" dirty="0">
              <a:solidFill>
                <a:schemeClr val="tx2"/>
              </a:solidFill>
            </a:endParaRPr>
          </a:p>
        </p:txBody>
      </p:sp>
      <p:sp>
        <p:nvSpPr>
          <p:cNvPr id="45067" name="Text Box 15"/>
          <p:cNvSpPr txBox="1"/>
          <p:nvPr/>
        </p:nvSpPr>
        <p:spPr>
          <a:xfrm>
            <a:off x="6718300" y="5486400"/>
            <a:ext cx="16764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Source Image</a:t>
            </a:r>
            <a:endParaRPr lang="en-US" altLang="zh-CN" sz="2000" dirty="0"/>
          </a:p>
        </p:txBody>
      </p:sp>
      <p:sp>
        <p:nvSpPr>
          <p:cNvPr id="45068" name="Text Box 16"/>
          <p:cNvSpPr txBox="1"/>
          <p:nvPr/>
        </p:nvSpPr>
        <p:spPr>
          <a:xfrm>
            <a:off x="2641600" y="5511800"/>
            <a:ext cx="16764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Source Image</a:t>
            </a:r>
            <a:endParaRPr lang="en-US" altLang="zh-CN" sz="2000" dirty="0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608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46083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无目标情况说明</a:t>
            </a:r>
            <a:endParaRPr lang="zh-CN" altLang="en-US" dirty="0"/>
          </a:p>
          <a:p>
            <a:pPr eaLnBrk="1" hangingPunct="1">
              <a:spcAft>
                <a:spcPct val="20000"/>
              </a:spcAft>
              <a:buNone/>
            </a:pPr>
            <a:r>
              <a:rPr lang="zh-CN" altLang="en-US" dirty="0"/>
              <a:t>   设定阈值</a:t>
            </a:r>
            <a:r>
              <a:rPr lang="en-US" altLang="zh-CN" i="1" dirty="0"/>
              <a:t>E</a:t>
            </a:r>
            <a:r>
              <a:rPr lang="en-US" altLang="zh-CN" i="1" baseline="-25000" dirty="0"/>
              <a:t>0</a:t>
            </a:r>
            <a:r>
              <a:rPr lang="zh-CN" altLang="en-US" dirty="0"/>
              <a:t>与</a:t>
            </a:r>
            <a:r>
              <a:rPr lang="en-US" altLang="zh-CN" i="1" dirty="0"/>
              <a:t>R</a:t>
            </a:r>
            <a:r>
              <a:rPr lang="en-US" altLang="zh-CN" i="1" baseline="-25000" dirty="0"/>
              <a:t>0</a:t>
            </a:r>
            <a:endParaRPr lang="en-US" altLang="zh-CN" i="1" baseline="-25000" dirty="0"/>
          </a:p>
          <a:p>
            <a:pPr eaLnBrk="1" hangingPunct="1">
              <a:spcAft>
                <a:spcPct val="20000"/>
              </a:spcAft>
              <a:buNone/>
            </a:pPr>
            <a:endParaRPr lang="en-US" altLang="zh-CN" i="1" baseline="-25000" dirty="0"/>
          </a:p>
          <a:p>
            <a:pPr eaLnBrk="1" hangingPunct="1">
              <a:buNone/>
            </a:pPr>
            <a:endParaRPr lang="en-US" altLang="zh-CN" dirty="0"/>
          </a:p>
          <a:p>
            <a:pPr eaLnBrk="1" hangingPunct="1">
              <a:buNone/>
            </a:pPr>
            <a:r>
              <a:rPr lang="en-US" altLang="zh-CN" i="1" baseline="-25000" dirty="0"/>
              <a:t>       </a:t>
            </a:r>
            <a:endParaRPr lang="en-US" altLang="zh-CN" i="1" baseline="-25000" dirty="0"/>
          </a:p>
        </p:txBody>
      </p:sp>
      <p:graphicFrame>
        <p:nvGraphicFramePr>
          <p:cNvPr id="46084" name="Object 4"/>
          <p:cNvGraphicFramePr>
            <a:graphicFrameLocks noChangeAspect="1"/>
          </p:cNvGraphicFramePr>
          <p:nvPr/>
        </p:nvGraphicFramePr>
        <p:xfrm>
          <a:off x="2133600" y="3429000"/>
          <a:ext cx="1600200" cy="1381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13" name="" r:id="rId1" imgW="558800" imgH="482600" progId="Equation.DSMT4">
                  <p:embed/>
                </p:oleObj>
              </mc:Choice>
              <mc:Fallback>
                <p:oleObj name="" r:id="rId1" imgW="558800" imgH="482600" progId="Equation.DSMT4">
                  <p:embed/>
                  <p:pic>
                    <p:nvPicPr>
                      <p:cNvPr id="0" name="图片 3112"/>
                      <p:cNvPicPr/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2133600" y="3429000"/>
                        <a:ext cx="1600200" cy="1381125"/>
                      </a:xfrm>
                      <a:prstGeom prst="rect">
                        <a:avLst/>
                      </a:prstGeom>
                      <a:noFill/>
                      <a:ln w="38100">
                        <a:noFill/>
                        <a:miter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46085" name="Text Box 5"/>
          <p:cNvSpPr txBox="1"/>
          <p:nvPr/>
        </p:nvSpPr>
        <p:spPr>
          <a:xfrm>
            <a:off x="4559300" y="3746500"/>
            <a:ext cx="3048000" cy="579438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dirty="0">
                <a:solidFill>
                  <a:schemeClr val="folHlink"/>
                </a:solidFill>
              </a:rPr>
              <a:t>无目标存在</a:t>
            </a:r>
            <a:endParaRPr lang="zh-CN" altLang="en-US" dirty="0">
              <a:solidFill>
                <a:schemeClr val="folHlink"/>
              </a:solidFill>
            </a:endParaRPr>
          </a:p>
        </p:txBody>
      </p:sp>
      <p:sp>
        <p:nvSpPr>
          <p:cNvPr id="46086" name="Text Box 6"/>
          <p:cNvSpPr txBox="1"/>
          <p:nvPr/>
        </p:nvSpPr>
        <p:spPr>
          <a:xfrm>
            <a:off x="533400" y="4978400"/>
            <a:ext cx="8153400" cy="1373188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spcAft>
                <a:spcPct val="20000"/>
              </a:spcAft>
              <a:buClrTx/>
              <a:buSzTx/>
              <a:buFontTx/>
              <a:buNone/>
            </a:pPr>
            <a:r>
              <a:rPr lang="en-US" altLang="zh-CN" sz="2800" dirty="0"/>
              <a:t>    </a:t>
            </a:r>
            <a:r>
              <a:rPr lang="zh-CN" altLang="en-US" sz="2800" dirty="0"/>
              <a:t>针对</a:t>
            </a:r>
            <a:r>
              <a:rPr lang="zh-CN" altLang="en-US" sz="2800" dirty="0">
                <a:solidFill>
                  <a:schemeClr val="folHlink"/>
                </a:solidFill>
              </a:rPr>
              <a:t>误差和</a:t>
            </a:r>
            <a:r>
              <a:rPr lang="zh-CN" altLang="en-US" sz="2800" dirty="0"/>
              <a:t>与</a:t>
            </a:r>
            <a:r>
              <a:rPr lang="zh-CN" altLang="en-US" sz="2800" dirty="0">
                <a:solidFill>
                  <a:schemeClr val="folHlink"/>
                </a:solidFill>
              </a:rPr>
              <a:t>误差平方和</a:t>
            </a:r>
            <a:r>
              <a:rPr lang="zh-CN" altLang="en-US" sz="2800" dirty="0"/>
              <a:t>情况，当某点误差大于阈值</a:t>
            </a:r>
            <a:r>
              <a:rPr lang="en-US" altLang="zh-CN" sz="2800" i="1" dirty="0"/>
              <a:t>E</a:t>
            </a:r>
            <a:r>
              <a:rPr lang="en-US" altLang="zh-CN" sz="2800" i="1" baseline="-25000" dirty="0"/>
              <a:t>0</a:t>
            </a:r>
            <a:r>
              <a:rPr lang="zh-CN" altLang="en-US" sz="2800" dirty="0"/>
              <a:t>，则提前终止该点计算，进入下一点，可</a:t>
            </a:r>
            <a:r>
              <a:rPr lang="zh-CN" altLang="en-US" sz="2800" dirty="0">
                <a:solidFill>
                  <a:schemeClr val="folHlink"/>
                </a:solidFill>
              </a:rPr>
              <a:t>节省计算量</a:t>
            </a:r>
            <a:r>
              <a:rPr lang="zh-CN" altLang="en-US" sz="2800" dirty="0"/>
              <a:t>。</a:t>
            </a:r>
            <a:endParaRPr lang="zh-CN" altLang="en-US" sz="2800" dirty="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7106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pic>
        <p:nvPicPr>
          <p:cNvPr id="47107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952500" y="1828800"/>
            <a:ext cx="6172200" cy="490855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47108" name="Text Box 5"/>
          <p:cNvSpPr txBox="1"/>
          <p:nvPr/>
        </p:nvSpPr>
        <p:spPr>
          <a:xfrm>
            <a:off x="7589838" y="2501900"/>
            <a:ext cx="738187" cy="3429000"/>
          </a:xfrm>
          <a:prstGeom prst="rect">
            <a:avLst/>
          </a:prstGeom>
          <a:noFill/>
          <a:ln w="9525">
            <a:noFill/>
          </a:ln>
        </p:spPr>
        <p:txBody>
          <a:bodyPr vert="eaVert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3600" dirty="0">
                <a:solidFill>
                  <a:schemeClr val="folHlink"/>
                </a:solidFill>
              </a:rPr>
              <a:t>计算速度测试</a:t>
            </a:r>
            <a:endParaRPr lang="zh-CN" altLang="en-US" sz="3600" dirty="0">
              <a:solidFill>
                <a:schemeClr val="folHlink"/>
              </a:solidFill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813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pic>
        <p:nvPicPr>
          <p:cNvPr id="48131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6200" y="2857500"/>
            <a:ext cx="8991600" cy="150812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48132" name="Text Box 5"/>
          <p:cNvSpPr txBox="1"/>
          <p:nvPr/>
        </p:nvSpPr>
        <p:spPr>
          <a:xfrm>
            <a:off x="3505200" y="2133600"/>
            <a:ext cx="2260600" cy="579438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dirty="0"/>
              <a:t>匹配时间表</a:t>
            </a:r>
            <a:endParaRPr lang="zh-CN" altLang="en-US" dirty="0"/>
          </a:p>
        </p:txBody>
      </p:sp>
      <p:sp>
        <p:nvSpPr>
          <p:cNvPr id="48133" name="Text Box 6"/>
          <p:cNvSpPr txBox="1"/>
          <p:nvPr/>
        </p:nvSpPr>
        <p:spPr>
          <a:xfrm>
            <a:off x="152400" y="4495800"/>
            <a:ext cx="7696200" cy="519113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800" dirty="0"/>
              <a:t>测试环境：赛扬</a:t>
            </a:r>
            <a:r>
              <a:rPr lang="en-US" altLang="zh-CN" sz="2800" dirty="0"/>
              <a:t>600</a:t>
            </a:r>
            <a:r>
              <a:rPr lang="zh-CN" altLang="en-US" sz="2800" dirty="0"/>
              <a:t>，</a:t>
            </a:r>
            <a:r>
              <a:rPr lang="en-US" altLang="zh-CN" sz="2800" dirty="0"/>
              <a:t>VC++6</a:t>
            </a:r>
            <a:endParaRPr lang="en-US" altLang="zh-CN" sz="2800" dirty="0"/>
          </a:p>
        </p:txBody>
      </p:sp>
      <p:sp>
        <p:nvSpPr>
          <p:cNvPr id="48134" name="Text Box 7"/>
          <p:cNvSpPr txBox="1"/>
          <p:nvPr/>
        </p:nvSpPr>
        <p:spPr>
          <a:xfrm>
            <a:off x="2590800" y="5410200"/>
            <a:ext cx="4114800" cy="519113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800" dirty="0">
                <a:solidFill>
                  <a:schemeClr val="folHlink"/>
                </a:solidFill>
              </a:rPr>
              <a:t>模板越大，计算时间越长</a:t>
            </a:r>
            <a:endParaRPr lang="zh-CN" altLang="en-US" sz="2800" dirty="0">
              <a:solidFill>
                <a:schemeClr val="folHlink"/>
              </a:solidFill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49154" name="Picture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4648200" y="2514600"/>
            <a:ext cx="4419600" cy="3040063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49155" name="Rectangle 2"/>
          <p:cNvSpPr>
            <a:spLocks noGrp="1"/>
          </p:cNvSpPr>
          <p:nvPr>
            <p:ph idx="1"/>
          </p:nvPr>
        </p:nvSpPr>
        <p:spPr>
          <a:xfrm>
            <a:off x="609600" y="2017713"/>
            <a:ext cx="8345488" cy="4687887"/>
          </a:xfrm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b="1" dirty="0"/>
              <a:t>减少在非匹配点上的相关计算量</a:t>
            </a:r>
            <a:endParaRPr lang="zh-CN" altLang="en-US" b="1" dirty="0"/>
          </a:p>
          <a:p>
            <a:pPr eaLnBrk="1" hangingPunct="1">
              <a:buNone/>
            </a:pPr>
            <a:r>
              <a:rPr lang="zh-CN" altLang="en-US" b="1" dirty="0"/>
              <a:t>   </a:t>
            </a:r>
            <a:r>
              <a:rPr lang="en-US" altLang="zh-CN" sz="2400" b="1" dirty="0"/>
              <a:t>SSDA</a:t>
            </a:r>
            <a:r>
              <a:rPr lang="zh-CN" altLang="en-US" sz="2400" b="1" dirty="0"/>
              <a:t>（序贯相似性检测）</a:t>
            </a:r>
            <a:endParaRPr lang="zh-CN" altLang="en-US" sz="2400" b="1" dirty="0"/>
          </a:p>
          <a:p>
            <a:pPr eaLnBrk="1" hangingPunct="1">
              <a:buNone/>
            </a:pPr>
            <a:endParaRPr lang="zh-CN" altLang="en-US" sz="2800" b="1" dirty="0"/>
          </a:p>
          <a:p>
            <a:pPr eaLnBrk="1" hangingPunct="1"/>
            <a:r>
              <a:rPr lang="zh-CN" altLang="en-US" b="1" dirty="0"/>
              <a:t>减小搜索空间</a:t>
            </a:r>
            <a:endParaRPr lang="zh-CN" altLang="en-US" b="1" dirty="0"/>
          </a:p>
          <a:p>
            <a:pPr eaLnBrk="1" hangingPunct="1">
              <a:buNone/>
            </a:pPr>
            <a:r>
              <a:rPr lang="zh-CN" altLang="en-US" b="1" dirty="0"/>
              <a:t>   </a:t>
            </a:r>
            <a:r>
              <a:rPr lang="zh-CN" altLang="en-US" sz="2400" b="1" dirty="0"/>
              <a:t>金字塔分层、设置</a:t>
            </a:r>
            <a:r>
              <a:rPr lang="en-US" altLang="zh-CN" sz="2400" b="1" dirty="0"/>
              <a:t>ROI</a:t>
            </a:r>
            <a:r>
              <a:rPr lang="zh-CN" altLang="en-US" sz="2400" b="1" dirty="0"/>
              <a:t>区域</a:t>
            </a:r>
            <a:endParaRPr lang="zh-CN" altLang="en-US" sz="2400" b="1" dirty="0"/>
          </a:p>
          <a:p>
            <a:pPr eaLnBrk="1" hangingPunct="1">
              <a:buNone/>
            </a:pPr>
            <a:endParaRPr lang="zh-CN" altLang="en-US" sz="2800" b="1" dirty="0"/>
          </a:p>
          <a:p>
            <a:pPr eaLnBrk="1" hangingPunct="1">
              <a:buNone/>
            </a:pPr>
            <a:endParaRPr lang="en-US" altLang="zh-CN" b="1" dirty="0">
              <a:solidFill>
                <a:schemeClr val="folHlink"/>
              </a:solidFill>
            </a:endParaRPr>
          </a:p>
        </p:txBody>
      </p:sp>
      <p:sp>
        <p:nvSpPr>
          <p:cNvPr id="49156" name="Rectangle 4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r>
              <a:rPr lang="en-US" altLang="zh-CN" b="1" dirty="0"/>
              <a:t>—</a:t>
            </a:r>
            <a:r>
              <a:rPr lang="zh-CN" altLang="en-US" sz="3600" b="1" dirty="0"/>
              <a:t>加速方法</a:t>
            </a:r>
            <a:endParaRPr lang="zh-CN" altLang="en-US" sz="3600" b="1" dirty="0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r>
              <a:rPr lang="zh-CN" altLang="en-US" sz="1800"/>
              <a:t>序贯相似性检测算法（</a:t>
            </a:r>
            <a:r>
              <a:rPr lang="en-US" altLang="zh-CN" sz="1800"/>
              <a:t>SSDA</a:t>
            </a:r>
            <a:r>
              <a:rPr lang="zh-CN" altLang="en-US" sz="1800"/>
              <a:t>）是针对传统模板匹配算法提出的一种高效的图像匹配算法。具体算法是先初步搜索，再精搜索，搜索的范围一步一步减小。</a:t>
            </a:r>
            <a:endParaRPr lang="zh-CN" altLang="en-US" sz="1800"/>
          </a:p>
          <a:p>
            <a:endParaRPr lang="en-US" altLang="zh-CN" sz="1800"/>
          </a:p>
          <a:p>
            <a:r>
              <a:rPr lang="en-US" altLang="zh-CN" sz="1800"/>
              <a:t>SSDA</a:t>
            </a:r>
            <a:r>
              <a:rPr lang="zh-CN" altLang="en-US" sz="1800"/>
              <a:t>通过人为设定一个固定阈值，及早地终止在不匹配位置上的计算，以此减小计算量，达到提高运算速度的目的。其步骤如下：</a:t>
            </a:r>
            <a:endParaRPr lang="zh-CN" altLang="en-US" sz="1800"/>
          </a:p>
          <a:p>
            <a:r>
              <a:rPr lang="zh-CN" altLang="en-US" sz="1800"/>
              <a:t>（</a:t>
            </a:r>
            <a:r>
              <a:rPr lang="en-US" altLang="zh-CN" sz="1800"/>
              <a:t>1</a:t>
            </a:r>
            <a:r>
              <a:rPr lang="zh-CN" altLang="en-US" sz="1800"/>
              <a:t>）选取一个误差准则，作为终止不匹配点计算的标准，通常可选取绝对误差</a:t>
            </a:r>
            <a:endParaRPr lang="zh-CN" altLang="en-US" sz="1800"/>
          </a:p>
          <a:p>
            <a:r>
              <a:rPr lang="zh-CN" altLang="en-US" sz="1800"/>
              <a:t>（</a:t>
            </a:r>
            <a:r>
              <a:rPr lang="en-US" altLang="zh-CN" sz="1800"/>
              <a:t>2</a:t>
            </a:r>
            <a:r>
              <a:rPr lang="zh-CN" altLang="en-US" sz="1800"/>
              <a:t>）设定一个不变阈值</a:t>
            </a:r>
            <a:endParaRPr lang="zh-CN" altLang="en-US" sz="1800"/>
          </a:p>
          <a:p>
            <a:r>
              <a:rPr lang="zh-CN" altLang="en-US" sz="1800"/>
              <a:t>（</a:t>
            </a:r>
            <a:r>
              <a:rPr lang="en-US" altLang="zh-CN" sz="1800"/>
              <a:t>3</a:t>
            </a:r>
            <a:r>
              <a:rPr lang="zh-CN" altLang="en-US" sz="1800"/>
              <a:t>）在子图象中随机选取一点，计算它与模板中相应点的绝对误差值，</a:t>
            </a:r>
            <a:r>
              <a:rPr lang="en-US" altLang="zh-CN" sz="1800"/>
              <a:t> </a:t>
            </a:r>
            <a:r>
              <a:rPr lang="zh-CN" altLang="en-US" sz="1800"/>
              <a:t>将每一随机点对的误差累加起来，若累加到第</a:t>
            </a:r>
            <a:r>
              <a:rPr lang="en-US" altLang="zh-CN" sz="1800"/>
              <a:t>r</a:t>
            </a:r>
            <a:r>
              <a:rPr lang="zh-CN" altLang="en-US" sz="1800"/>
              <a:t>次时误差超过设定阈值，则停止累加，记下此时的累加次数</a:t>
            </a:r>
            <a:r>
              <a:rPr lang="en-US" altLang="zh-CN" sz="1800"/>
              <a:t>r</a:t>
            </a:r>
            <a:endParaRPr lang="en-US" altLang="zh-CN" sz="1800"/>
          </a:p>
          <a:p>
            <a:r>
              <a:rPr lang="zh-CN" altLang="en-US" sz="1800"/>
              <a:t>（</a:t>
            </a:r>
            <a:r>
              <a:rPr lang="en-US" altLang="zh-CN" sz="1800"/>
              <a:t>4</a:t>
            </a:r>
            <a:r>
              <a:rPr lang="zh-CN" altLang="en-US" sz="1800"/>
              <a:t>）</a:t>
            </a:r>
            <a:r>
              <a:rPr lang="en-US" altLang="zh-CN" sz="1800"/>
              <a:t> </a:t>
            </a:r>
            <a:r>
              <a:rPr lang="zh-CN" altLang="en-US" sz="1800"/>
              <a:t>对于整</a:t>
            </a:r>
            <a:r>
              <a:rPr lang="en-US" altLang="zh-CN" sz="1800"/>
              <a:t> </a:t>
            </a:r>
            <a:r>
              <a:rPr lang="zh-CN" altLang="en-US" sz="1800"/>
              <a:t>幅图像计算误差</a:t>
            </a:r>
            <a:r>
              <a:rPr lang="en-US" altLang="zh-CN" sz="1800"/>
              <a:t>e</a:t>
            </a:r>
            <a:r>
              <a:rPr lang="zh-CN" altLang="en-US" sz="1800"/>
              <a:t>，可得到一个由</a:t>
            </a:r>
            <a:r>
              <a:rPr lang="en-US" altLang="zh-CN" sz="1800"/>
              <a:t>r</a:t>
            </a:r>
            <a:r>
              <a:rPr lang="zh-CN" altLang="en-US" sz="1800"/>
              <a:t>值构成的曲面，曲面最大值处对应的位置即为模板最佳匹配位置。这是因为该点需要多次累加误差才能超过阈值，因此相对于其它点，它最有可能是匹配位置。</a:t>
            </a:r>
            <a:endParaRPr lang="zh-CN" altLang="en-US" sz="1800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0178" name="Rectangle 2"/>
          <p:cNvSpPr/>
          <p:nvPr/>
        </p:nvSpPr>
        <p:spPr>
          <a:xfrm>
            <a:off x="3810000" y="3352800"/>
            <a:ext cx="2133600" cy="1600200"/>
          </a:xfrm>
          <a:prstGeom prst="rect">
            <a:avLst/>
          </a:prstGeom>
          <a:solidFill>
            <a:schemeClr val="bg1"/>
          </a:solidFill>
          <a:ln w="9525" cap="flat" cmpd="sng">
            <a:solidFill>
              <a:schemeClr val="bg1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none" anchor="ctr" anchorCtr="0"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b="1" dirty="0"/>
              <a:t>分辨率递减</a:t>
            </a:r>
            <a:endParaRPr lang="zh-CN" altLang="en-US" sz="2400" b="1" dirty="0"/>
          </a:p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b="1" dirty="0"/>
          </a:p>
          <a:p>
            <a:pPr marL="0" lvl="0" indent="0"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400" b="1" dirty="0"/>
              <a:t>尺度增大</a:t>
            </a:r>
            <a:endParaRPr lang="zh-CN" altLang="en-US" sz="2400" b="1" dirty="0"/>
          </a:p>
        </p:txBody>
      </p:sp>
      <p:sp>
        <p:nvSpPr>
          <p:cNvPr id="50179" name="Rectangle 3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r>
              <a:rPr lang="en-US" altLang="zh-CN" b="1" dirty="0"/>
              <a:t>—</a:t>
            </a:r>
            <a:r>
              <a:rPr lang="zh-CN" altLang="en-US" sz="3600" b="1" dirty="0"/>
              <a:t>加速方法</a:t>
            </a:r>
            <a:endParaRPr lang="zh-CN" altLang="en-US" sz="3600" b="1" dirty="0"/>
          </a:p>
        </p:txBody>
      </p:sp>
      <p:sp>
        <p:nvSpPr>
          <p:cNvPr id="50180" name="Rectangle 4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b="1" dirty="0"/>
              <a:t>金字塔分层技术</a:t>
            </a:r>
            <a:endParaRPr lang="zh-CN" altLang="en-US" b="1" dirty="0"/>
          </a:p>
        </p:txBody>
      </p:sp>
      <p:pic>
        <p:nvPicPr>
          <p:cNvPr id="50181" name="Picture 5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28600" y="2743200"/>
            <a:ext cx="3505200" cy="358140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50182" name="Line 6"/>
          <p:cNvSpPr/>
          <p:nvPr/>
        </p:nvSpPr>
        <p:spPr>
          <a:xfrm flipV="1">
            <a:off x="3810000" y="3276600"/>
            <a:ext cx="0" cy="2209800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headEnd type="none" w="med" len="med"/>
            <a:tailEnd type="triangle" w="lg" len="lg"/>
          </a:ln>
        </p:spPr>
      </p:sp>
      <p:pic>
        <p:nvPicPr>
          <p:cNvPr id="50183" name="Picture 7" descr="1708_41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91200" y="4114800"/>
            <a:ext cx="2905125" cy="21717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0184" name="Picture 8" descr="1708_4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51700" y="3022600"/>
            <a:ext cx="1454150" cy="1087438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0185" name="Picture 9" descr="1708_41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75600" y="2489200"/>
            <a:ext cx="727075" cy="544513"/>
          </a:xfrm>
          <a:prstGeom prst="rect">
            <a:avLst/>
          </a:prstGeom>
          <a:noFill/>
          <a:ln w="9525">
            <a:noFill/>
          </a:ln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120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51203" name="Rectangle 4"/>
          <p:cNvSpPr/>
          <p:nvPr/>
        </p:nvSpPr>
        <p:spPr>
          <a:xfrm>
            <a:off x="971550" y="2212975"/>
            <a:ext cx="3384550" cy="576263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dirty="0">
                <a:solidFill>
                  <a:schemeClr val="tx2"/>
                </a:solidFill>
              </a:rPr>
              <a:t>应用实例</a:t>
            </a:r>
            <a:endParaRPr lang="zh-CN" altLang="en-US" dirty="0">
              <a:solidFill>
                <a:schemeClr val="tx2"/>
              </a:solidFill>
            </a:endParaRPr>
          </a:p>
        </p:txBody>
      </p:sp>
      <p:sp>
        <p:nvSpPr>
          <p:cNvPr id="51204" name="Rectangle 5"/>
          <p:cNvSpPr>
            <a:spLocks noGrp="1"/>
          </p:cNvSpPr>
          <p:nvPr>
            <p:ph idx="1"/>
          </p:nvPr>
        </p:nvSpPr>
        <p:spPr>
          <a:xfrm>
            <a:off x="609600" y="2860675"/>
            <a:ext cx="5245100" cy="2917825"/>
          </a:xfrm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在机器下放置印刷电路板</a:t>
            </a:r>
            <a:endParaRPr lang="zh-CN" altLang="en-US" dirty="0"/>
          </a:p>
          <a:p>
            <a:pPr eaLnBrk="1" hangingPunct="1"/>
            <a:r>
              <a:rPr lang="zh-CN" altLang="en-US" dirty="0"/>
              <a:t>训练模板图像</a:t>
            </a:r>
            <a:r>
              <a:rPr lang="en-US" altLang="zh-CN" dirty="0"/>
              <a:t>(</a:t>
            </a:r>
            <a:r>
              <a:rPr lang="zh-CN" altLang="en-US" dirty="0"/>
              <a:t>选择和存储</a:t>
            </a:r>
            <a:r>
              <a:rPr lang="en-US" altLang="zh-CN" dirty="0"/>
              <a:t>)</a:t>
            </a:r>
            <a:endParaRPr lang="en-US" altLang="zh-CN" dirty="0"/>
          </a:p>
          <a:p>
            <a:pPr eaLnBrk="1" hangingPunct="1"/>
            <a:r>
              <a:rPr lang="zh-CN" altLang="en-US" dirty="0"/>
              <a:t>放置其他印刷电路版</a:t>
            </a:r>
            <a:endParaRPr lang="zh-CN" altLang="en-US" dirty="0"/>
          </a:p>
          <a:p>
            <a:pPr eaLnBrk="1" hangingPunct="1"/>
            <a:r>
              <a:rPr lang="zh-CN" altLang="en-US" dirty="0"/>
              <a:t>捕获原图像并找到模板匹配位置</a:t>
            </a:r>
            <a:endParaRPr lang="zh-CN" altLang="en-US" dirty="0"/>
          </a:p>
          <a:p>
            <a:pPr eaLnBrk="1" hangingPunct="1"/>
            <a:endParaRPr lang="en-US" altLang="zh-CN" sz="2800" dirty="0"/>
          </a:p>
        </p:txBody>
      </p:sp>
      <p:pic>
        <p:nvPicPr>
          <p:cNvPr id="51205" name="Picture 6" descr="CamDown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019800" y="2120900"/>
            <a:ext cx="2786063" cy="4191000"/>
          </a:xfrm>
          <a:prstGeom prst="rect">
            <a:avLst/>
          </a:prstGeom>
          <a:noFill/>
          <a:ln w="9525">
            <a:noFill/>
          </a:ln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2226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52227" name="Rectangle 4"/>
          <p:cNvSpPr/>
          <p:nvPr/>
        </p:nvSpPr>
        <p:spPr>
          <a:xfrm>
            <a:off x="990600" y="1905000"/>
            <a:ext cx="1746250" cy="503238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CN" altLang="en-US" sz="2800" dirty="0">
                <a:solidFill>
                  <a:schemeClr val="tx2"/>
                </a:solidFill>
              </a:rPr>
              <a:t>应用实例</a:t>
            </a:r>
            <a:endParaRPr lang="zh-CN" altLang="en-US" sz="2800" dirty="0">
              <a:solidFill>
                <a:schemeClr val="tx2"/>
              </a:solidFill>
            </a:endParaRPr>
          </a:p>
        </p:txBody>
      </p:sp>
      <p:pic>
        <p:nvPicPr>
          <p:cNvPr id="52228" name="Picture 5" descr="CircleTemplate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849438" y="3105150"/>
            <a:ext cx="441325" cy="50482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2229" name="Picture 6" descr="F0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22688" y="2517775"/>
            <a:ext cx="1954212" cy="15113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2230" name="Picture 7" descr="F0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65850" y="2517775"/>
            <a:ext cx="1955800" cy="15113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2231" name="Picture 8" descr="F0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6013" y="4700588"/>
            <a:ext cx="1954212" cy="15113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2232" name="Picture 9" descr="F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22688" y="4700588"/>
            <a:ext cx="1954212" cy="15113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2233" name="Picture 10" descr="PAD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48400" y="4700588"/>
            <a:ext cx="1954213" cy="151130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52234" name="Text Box 11"/>
          <p:cNvSpPr txBox="1"/>
          <p:nvPr/>
        </p:nvSpPr>
        <p:spPr>
          <a:xfrm>
            <a:off x="1573213" y="3860800"/>
            <a:ext cx="149225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Template</a:t>
            </a:r>
            <a:endParaRPr lang="en-US" altLang="zh-CN" sz="2000" dirty="0"/>
          </a:p>
        </p:txBody>
      </p:sp>
      <p:sp>
        <p:nvSpPr>
          <p:cNvPr id="52235" name="Text Box 12"/>
          <p:cNvSpPr txBox="1"/>
          <p:nvPr/>
        </p:nvSpPr>
        <p:spPr>
          <a:xfrm>
            <a:off x="3935413" y="4113213"/>
            <a:ext cx="1579562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Data Set 1</a:t>
            </a:r>
            <a:endParaRPr lang="en-US" altLang="zh-CN" sz="2000" dirty="0"/>
          </a:p>
        </p:txBody>
      </p:sp>
      <p:sp>
        <p:nvSpPr>
          <p:cNvPr id="52236" name="Text Box 13"/>
          <p:cNvSpPr txBox="1"/>
          <p:nvPr/>
        </p:nvSpPr>
        <p:spPr>
          <a:xfrm>
            <a:off x="6491288" y="4113213"/>
            <a:ext cx="1303337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Data Set 2</a:t>
            </a:r>
            <a:endParaRPr lang="en-US" altLang="zh-CN" sz="2000" dirty="0"/>
          </a:p>
        </p:txBody>
      </p:sp>
      <p:sp>
        <p:nvSpPr>
          <p:cNvPr id="52237" name="Text Box 14"/>
          <p:cNvSpPr txBox="1"/>
          <p:nvPr/>
        </p:nvSpPr>
        <p:spPr>
          <a:xfrm>
            <a:off x="1604963" y="6257925"/>
            <a:ext cx="1303337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Data Set 3</a:t>
            </a:r>
            <a:endParaRPr lang="en-US" altLang="zh-CN" sz="2000" dirty="0"/>
          </a:p>
        </p:txBody>
      </p:sp>
      <p:sp>
        <p:nvSpPr>
          <p:cNvPr id="52238" name="Text Box 15"/>
          <p:cNvSpPr txBox="1"/>
          <p:nvPr/>
        </p:nvSpPr>
        <p:spPr>
          <a:xfrm>
            <a:off x="4211638" y="6257925"/>
            <a:ext cx="1303337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Data Set 4</a:t>
            </a:r>
            <a:endParaRPr lang="en-US" altLang="zh-CN" sz="2000" dirty="0"/>
          </a:p>
        </p:txBody>
      </p:sp>
      <p:sp>
        <p:nvSpPr>
          <p:cNvPr id="52239" name="Text Box 16"/>
          <p:cNvSpPr txBox="1"/>
          <p:nvPr/>
        </p:nvSpPr>
        <p:spPr>
          <a:xfrm>
            <a:off x="6573838" y="6257925"/>
            <a:ext cx="1303337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Data Set 5</a:t>
            </a:r>
            <a:endParaRPr lang="en-US" altLang="zh-CN" sz="2000" dirty="0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325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53251" name="Rectangle 4"/>
          <p:cNvSpPr/>
          <p:nvPr/>
        </p:nvSpPr>
        <p:spPr>
          <a:xfrm>
            <a:off x="611188" y="2093913"/>
            <a:ext cx="2817812" cy="574675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chemeClr val="tx2"/>
                </a:solidFill>
              </a:rPr>
              <a:t>Data Set 1</a:t>
            </a:r>
            <a:endParaRPr lang="en-US" altLang="zh-CN" sz="2800" dirty="0">
              <a:solidFill>
                <a:schemeClr val="tx2"/>
              </a:solidFill>
            </a:endParaRPr>
          </a:p>
        </p:txBody>
      </p:sp>
      <p:pic>
        <p:nvPicPr>
          <p:cNvPr id="53252" name="Picture 5" descr="F01CorrMap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539750" y="2886075"/>
            <a:ext cx="4103688" cy="31242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3253" name="Picture 6" descr="F01TempContour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59338" y="2886075"/>
            <a:ext cx="3903662" cy="3141663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53254" name="Text Box 7"/>
          <p:cNvSpPr txBox="1"/>
          <p:nvPr/>
        </p:nvSpPr>
        <p:spPr>
          <a:xfrm>
            <a:off x="1331913" y="6126163"/>
            <a:ext cx="2016125" cy="519112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      </a:t>
            </a:r>
            <a:r>
              <a:rPr lang="zh-CN" altLang="en-US" sz="2800" dirty="0"/>
              <a:t>相关映射</a:t>
            </a:r>
            <a:endParaRPr lang="zh-CN" altLang="en-US" sz="2800" dirty="0"/>
          </a:p>
        </p:txBody>
      </p:sp>
      <p:sp>
        <p:nvSpPr>
          <p:cNvPr id="53255" name="Text Box 8"/>
          <p:cNvSpPr txBox="1"/>
          <p:nvPr/>
        </p:nvSpPr>
        <p:spPr>
          <a:xfrm>
            <a:off x="5257800" y="6126163"/>
            <a:ext cx="3352800" cy="519112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800" dirty="0"/>
              <a:t>原图像</a:t>
            </a:r>
            <a:r>
              <a:rPr lang="en-US" altLang="zh-CN" sz="2800" dirty="0"/>
              <a:t>,</a:t>
            </a:r>
            <a:r>
              <a:rPr lang="zh-CN" altLang="en-US" sz="2800" dirty="0"/>
              <a:t>匹配矩形框</a:t>
            </a:r>
            <a:endParaRPr lang="zh-CN" altLang="en-US" sz="2800" dirty="0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427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54275" name="Rectangle 4"/>
          <p:cNvSpPr/>
          <p:nvPr/>
        </p:nvSpPr>
        <p:spPr>
          <a:xfrm>
            <a:off x="762000" y="2133600"/>
            <a:ext cx="2590800" cy="5334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chemeClr val="tx2"/>
                </a:solidFill>
              </a:rPr>
              <a:t>Data Set 2</a:t>
            </a:r>
            <a:endParaRPr lang="en-US" altLang="zh-CN" sz="2800" dirty="0">
              <a:solidFill>
                <a:schemeClr val="tx2"/>
              </a:solidFill>
            </a:endParaRPr>
          </a:p>
        </p:txBody>
      </p:sp>
      <p:pic>
        <p:nvPicPr>
          <p:cNvPr id="54276" name="Picture 5" descr="F05CorrMap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650" y="2868613"/>
            <a:ext cx="3810000" cy="3005137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4277" name="Picture 6" descr="F05Temp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41850" y="2868613"/>
            <a:ext cx="3886200" cy="302577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54278" name="Text Box 7"/>
          <p:cNvSpPr txBox="1"/>
          <p:nvPr/>
        </p:nvSpPr>
        <p:spPr>
          <a:xfrm>
            <a:off x="1060450" y="6069013"/>
            <a:ext cx="32766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Correlation Map with Peak</a:t>
            </a:r>
            <a:endParaRPr lang="en-US" altLang="zh-CN" sz="2000" dirty="0"/>
          </a:p>
        </p:txBody>
      </p:sp>
      <p:sp>
        <p:nvSpPr>
          <p:cNvPr id="54279" name="Text Box 8"/>
          <p:cNvSpPr txBox="1"/>
          <p:nvPr/>
        </p:nvSpPr>
        <p:spPr>
          <a:xfrm>
            <a:off x="4756150" y="6069013"/>
            <a:ext cx="39624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Source Image and Found Rectangle</a:t>
            </a:r>
            <a:endParaRPr lang="en-US" altLang="zh-CN" sz="2000" dirty="0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5298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55299" name="Rectangle 4"/>
          <p:cNvSpPr/>
          <p:nvPr/>
        </p:nvSpPr>
        <p:spPr>
          <a:xfrm>
            <a:off x="825500" y="2209800"/>
            <a:ext cx="2667000" cy="5334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chemeClr val="tx2"/>
                </a:solidFill>
              </a:rPr>
              <a:t>Data Set 3</a:t>
            </a:r>
            <a:endParaRPr lang="en-US" altLang="zh-CN" sz="2800" dirty="0">
              <a:solidFill>
                <a:schemeClr val="tx2"/>
              </a:solidFill>
            </a:endParaRPr>
          </a:p>
        </p:txBody>
      </p:sp>
      <p:pic>
        <p:nvPicPr>
          <p:cNvPr id="55300" name="Picture 5" descr="F06CorrMap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27088" y="2992438"/>
            <a:ext cx="3810000" cy="300355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5301" name="Picture 6" descr="F06Temp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13288" y="2992438"/>
            <a:ext cx="3886200" cy="302577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55302" name="Text Box 7"/>
          <p:cNvSpPr txBox="1"/>
          <p:nvPr/>
        </p:nvSpPr>
        <p:spPr>
          <a:xfrm>
            <a:off x="1220788" y="6192838"/>
            <a:ext cx="32766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Correlation Map with Peak</a:t>
            </a:r>
            <a:endParaRPr lang="en-US" altLang="zh-CN" sz="2000" dirty="0"/>
          </a:p>
        </p:txBody>
      </p:sp>
      <p:sp>
        <p:nvSpPr>
          <p:cNvPr id="55303" name="Text Box 8"/>
          <p:cNvSpPr txBox="1"/>
          <p:nvPr/>
        </p:nvSpPr>
        <p:spPr>
          <a:xfrm>
            <a:off x="4789488" y="6192838"/>
            <a:ext cx="39624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Source Image and Found Rectangle</a:t>
            </a:r>
            <a:endParaRPr lang="en-US" altLang="zh-CN" sz="2000" dirty="0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6322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56323" name="Rectangle 4"/>
          <p:cNvSpPr/>
          <p:nvPr/>
        </p:nvSpPr>
        <p:spPr>
          <a:xfrm>
            <a:off x="838200" y="2133600"/>
            <a:ext cx="2438400" cy="5334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chemeClr val="tx2"/>
                </a:solidFill>
              </a:rPr>
              <a:t>Data Set 4</a:t>
            </a:r>
            <a:endParaRPr lang="en-US" altLang="zh-CN" sz="2800" dirty="0">
              <a:solidFill>
                <a:schemeClr val="tx2"/>
              </a:solidFill>
            </a:endParaRPr>
          </a:p>
        </p:txBody>
      </p:sp>
      <p:pic>
        <p:nvPicPr>
          <p:cNvPr id="56324" name="Picture 5" descr="F08CorrMap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25500" y="2882900"/>
            <a:ext cx="3886200" cy="306387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6325" name="Picture 6" descr="F08Temp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87900" y="2882900"/>
            <a:ext cx="3810000" cy="308292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56326" name="Text Box 7"/>
          <p:cNvSpPr txBox="1"/>
          <p:nvPr/>
        </p:nvSpPr>
        <p:spPr>
          <a:xfrm>
            <a:off x="1193800" y="6007100"/>
            <a:ext cx="32766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Correlation Map with Peak</a:t>
            </a:r>
            <a:endParaRPr lang="en-US" altLang="zh-CN" sz="2000" dirty="0"/>
          </a:p>
        </p:txBody>
      </p:sp>
      <p:sp>
        <p:nvSpPr>
          <p:cNvPr id="56327" name="Text Box 8"/>
          <p:cNvSpPr txBox="1"/>
          <p:nvPr/>
        </p:nvSpPr>
        <p:spPr>
          <a:xfrm>
            <a:off x="4787900" y="6007100"/>
            <a:ext cx="38100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Source Image and Found Rectangle</a:t>
            </a:r>
            <a:endParaRPr lang="en-US" altLang="zh-CN" sz="2000" dirty="0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7346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57347" name="Rectangle 4"/>
          <p:cNvSpPr/>
          <p:nvPr/>
        </p:nvSpPr>
        <p:spPr>
          <a:xfrm>
            <a:off x="838200" y="1993900"/>
            <a:ext cx="2743200" cy="5334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chemeClr val="tx2"/>
                </a:solidFill>
              </a:rPr>
              <a:t>Data Set 5</a:t>
            </a:r>
            <a:endParaRPr lang="en-US" altLang="zh-CN" sz="2800" dirty="0">
              <a:solidFill>
                <a:schemeClr val="tx2"/>
              </a:solidFill>
            </a:endParaRPr>
          </a:p>
        </p:txBody>
      </p:sp>
      <p:pic>
        <p:nvPicPr>
          <p:cNvPr id="57348" name="Picture 5" descr="PAD1CorrMap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27088" y="2679700"/>
            <a:ext cx="4114800" cy="324485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7349" name="Picture 6" descr="PAD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18088" y="2679700"/>
            <a:ext cx="3657600" cy="327660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57350" name="Text Box 7"/>
          <p:cNvSpPr txBox="1"/>
          <p:nvPr/>
        </p:nvSpPr>
        <p:spPr>
          <a:xfrm>
            <a:off x="1322388" y="6184900"/>
            <a:ext cx="32766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Correlation Map with Peak</a:t>
            </a:r>
            <a:endParaRPr lang="en-US" altLang="zh-CN" sz="2000" dirty="0"/>
          </a:p>
        </p:txBody>
      </p:sp>
      <p:sp>
        <p:nvSpPr>
          <p:cNvPr id="57351" name="Text Box 8"/>
          <p:cNvSpPr txBox="1"/>
          <p:nvPr/>
        </p:nvSpPr>
        <p:spPr>
          <a:xfrm>
            <a:off x="6046788" y="6184900"/>
            <a:ext cx="190500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Source Image</a:t>
            </a:r>
            <a:endParaRPr lang="en-US" altLang="zh-CN" sz="2000" dirty="0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8370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图像模板匹配专题</a:t>
            </a:r>
            <a:endParaRPr lang="zh-CN" altLang="en-US" dirty="0"/>
          </a:p>
        </p:txBody>
      </p:sp>
      <p:sp>
        <p:nvSpPr>
          <p:cNvPr id="58371" name="Rectangle 4"/>
          <p:cNvSpPr/>
          <p:nvPr/>
        </p:nvSpPr>
        <p:spPr>
          <a:xfrm>
            <a:off x="774700" y="2003425"/>
            <a:ext cx="3657600" cy="511175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000000"/>
            </a:solidFill>
            <a:prstDash val="solid"/>
            <a:miter/>
            <a:headEnd type="none" w="med" len="med"/>
            <a:tailEnd type="none" w="med" len="med"/>
          </a:ln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800" dirty="0">
                <a:solidFill>
                  <a:schemeClr val="tx2"/>
                </a:solidFill>
              </a:rPr>
              <a:t>Data Set 5, Results</a:t>
            </a:r>
            <a:endParaRPr lang="en-US" altLang="zh-CN" sz="2800" dirty="0">
              <a:solidFill>
                <a:schemeClr val="tx2"/>
              </a:solidFill>
            </a:endParaRPr>
          </a:p>
        </p:txBody>
      </p:sp>
      <p:pic>
        <p:nvPicPr>
          <p:cNvPr id="58372" name="Picture 5" descr="PAD1TempN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55650" y="2619375"/>
            <a:ext cx="3886200" cy="291147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58373" name="Picture 6" descr="PAD1TempY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18050" y="2619375"/>
            <a:ext cx="3886200" cy="291147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58374" name="Text Box 7"/>
          <p:cNvSpPr txBox="1"/>
          <p:nvPr/>
        </p:nvSpPr>
        <p:spPr>
          <a:xfrm>
            <a:off x="1365250" y="5667375"/>
            <a:ext cx="274955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Threshold set to 0.800</a:t>
            </a:r>
            <a:endParaRPr lang="en-US" altLang="zh-CN" sz="2000" dirty="0"/>
          </a:p>
        </p:txBody>
      </p:sp>
      <p:sp>
        <p:nvSpPr>
          <p:cNvPr id="58375" name="Text Box 8"/>
          <p:cNvSpPr txBox="1"/>
          <p:nvPr/>
        </p:nvSpPr>
        <p:spPr>
          <a:xfrm>
            <a:off x="5429250" y="5654675"/>
            <a:ext cx="259715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2000" dirty="0"/>
              <a:t>Threshold set to 0.200</a:t>
            </a:r>
            <a:endParaRPr lang="en-US" altLang="zh-CN" sz="2000" dirty="0"/>
          </a:p>
        </p:txBody>
      </p:sp>
      <p:sp>
        <p:nvSpPr>
          <p:cNvPr id="58376" name="Text Box 9"/>
          <p:cNvSpPr txBox="1"/>
          <p:nvPr/>
        </p:nvSpPr>
        <p:spPr>
          <a:xfrm>
            <a:off x="1257300" y="6121400"/>
            <a:ext cx="274955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000" dirty="0">
                <a:solidFill>
                  <a:schemeClr val="folHlink"/>
                </a:solidFill>
              </a:rPr>
              <a:t>无匹配目标</a:t>
            </a:r>
            <a:endParaRPr lang="zh-CN" altLang="en-US" sz="2000" dirty="0">
              <a:solidFill>
                <a:schemeClr val="folHlink"/>
              </a:solidFill>
            </a:endParaRPr>
          </a:p>
        </p:txBody>
      </p:sp>
      <p:sp>
        <p:nvSpPr>
          <p:cNvPr id="58377" name="Text Box 10"/>
          <p:cNvSpPr txBox="1"/>
          <p:nvPr/>
        </p:nvSpPr>
        <p:spPr>
          <a:xfrm>
            <a:off x="5473700" y="6083300"/>
            <a:ext cx="2597150" cy="39687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algn="ctr"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CN" altLang="en-US" sz="2000" dirty="0">
                <a:solidFill>
                  <a:schemeClr val="folHlink"/>
                </a:solidFill>
              </a:rPr>
              <a:t>错误匹配目标</a:t>
            </a:r>
            <a:endParaRPr lang="zh-CN" altLang="en-US" sz="2000" dirty="0">
              <a:solidFill>
                <a:schemeClr val="folHlink"/>
              </a:solidFill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9394" name="Rectangle 2"/>
          <p:cNvSpPr>
            <a:spLocks noGrp="1"/>
          </p:cNvSpPr>
          <p:nvPr>
            <p:ph type="title"/>
          </p:nvPr>
        </p:nvSpPr>
        <p:spPr>
          <a:ln/>
        </p:spPr>
        <p:txBody>
          <a:bodyPr vert="horz" wrap="square" lIns="91440" tIns="45720" rIns="91440" bIns="45720" anchor="b" anchorCtr="0"/>
          <a:p>
            <a:pPr eaLnBrk="1" hangingPunct="1"/>
            <a:r>
              <a:rPr lang="zh-CN" altLang="en-US" dirty="0"/>
              <a:t>本章小结</a:t>
            </a:r>
            <a:endParaRPr lang="zh-CN" altLang="en-US" dirty="0"/>
          </a:p>
        </p:txBody>
      </p:sp>
      <p:sp>
        <p:nvSpPr>
          <p:cNvPr id="59395" name="Rectangle 3"/>
          <p:cNvSpPr>
            <a:spLocks noGrp="1"/>
          </p:cNvSpPr>
          <p:nvPr>
            <p:ph idx="1"/>
          </p:nvPr>
        </p:nvSpPr>
        <p:spPr>
          <a:ln/>
        </p:spPr>
        <p:txBody>
          <a:bodyPr vert="horz" wrap="square" lIns="91440" tIns="45720" rIns="91440" bIns="45720" anchor="t" anchorCtr="0"/>
          <a:p>
            <a:pPr eaLnBrk="1" hangingPunct="1"/>
            <a:r>
              <a:rPr lang="zh-CN" altLang="en-US" dirty="0"/>
              <a:t>最近邻法</a:t>
            </a:r>
            <a:endParaRPr lang="zh-CN" altLang="en-US" dirty="0"/>
          </a:p>
          <a:p>
            <a:pPr eaLnBrk="1" hangingPunct="1"/>
            <a:r>
              <a:rPr lang="en-US" altLang="zh-CN" dirty="0"/>
              <a:t>k</a:t>
            </a:r>
            <a:r>
              <a:rPr lang="zh-CN" altLang="en-US" dirty="0"/>
              <a:t>近邻法</a:t>
            </a:r>
            <a:endParaRPr lang="zh-CN" altLang="en-US" dirty="0"/>
          </a:p>
          <a:p>
            <a:pPr eaLnBrk="1" hangingPunct="1"/>
            <a:r>
              <a:rPr lang="zh-CN" altLang="en-US" dirty="0"/>
              <a:t>模板匹配模式识别</a:t>
            </a:r>
            <a:endParaRPr lang="en-US" altLang="zh-CN"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font">
      <a:majorFont>
        <a:latin typeface="Times New Roman"/>
        <a:ea typeface="楷体"/>
        <a:cs typeface=""/>
      </a:majorFont>
      <a:minorFont>
        <a:latin typeface="Times New Roman"/>
        <a:ea typeface="楷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Blends</Template>
  <TotalTime>0</TotalTime>
  <Words>3078</Words>
  <Application>WPS 演示</Application>
  <PresentationFormat>全屏显示(4:3)</PresentationFormat>
  <Paragraphs>478</Paragraphs>
  <Slides>53</Slides>
  <Notes>0</Notes>
  <HiddenSlides>0</HiddenSlides>
  <MMClips>0</MMClips>
  <ScaleCrop>false</ScaleCrop>
  <HeadingPairs>
    <vt:vector size="8" baseType="variant">
      <vt:variant>
        <vt:lpstr>已用的字体</vt:lpstr>
      </vt:variant>
      <vt:variant>
        <vt:i4>11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55</vt:i4>
      </vt:variant>
      <vt:variant>
        <vt:lpstr>幻灯片标题</vt:lpstr>
      </vt:variant>
      <vt:variant>
        <vt:i4>53</vt:i4>
      </vt:variant>
    </vt:vector>
  </HeadingPairs>
  <TitlesOfParts>
    <vt:vector size="120" baseType="lpstr">
      <vt:lpstr>Arial</vt:lpstr>
      <vt:lpstr>宋体</vt:lpstr>
      <vt:lpstr>Wingdings</vt:lpstr>
      <vt:lpstr>Tahoma</vt:lpstr>
      <vt:lpstr>华文新魏</vt:lpstr>
      <vt:lpstr>Times New Roman</vt:lpstr>
      <vt:lpstr>楷体</vt:lpstr>
      <vt:lpstr>等线</vt:lpstr>
      <vt:lpstr>微软雅黑</vt:lpstr>
      <vt:lpstr>Arial Unicode MS</vt:lpstr>
      <vt:lpstr>Calibri</vt:lpstr>
      <vt:lpstr>Blends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WPDraw30.Drawing</vt:lpstr>
      <vt:lpstr>WPDraw30.Drawing</vt:lpstr>
      <vt:lpstr>WPDraw30.Drawing</vt:lpstr>
      <vt:lpstr>WPDraw30.Drawing</vt:lpstr>
      <vt:lpstr>WPDraw30.Drawing</vt:lpstr>
      <vt:lpstr>WPDraw30.Drawing</vt:lpstr>
      <vt:lpstr>WPDraw30.Drawing</vt:lpstr>
      <vt:lpstr>WPDraw30.Drawing</vt:lpstr>
      <vt:lpstr>WPDraw30.Drawing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/>
  <cp:lastModifiedBy>贲晛烨</cp:lastModifiedBy>
  <cp:revision>265</cp:revision>
  <dcterms:created xsi:type="dcterms:W3CDTF">2025-10-15T01:09:15Z</dcterms:created>
  <dcterms:modified xsi:type="dcterms:W3CDTF">2025-10-15T01:10:53Z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Version">
    <vt:i4>1</vt:i4>
  </property>
  <property fmtid="{D5CDD505-2E9C-101B-9397-08002B2CF9AE}" pid="3" name="ICV">
    <vt:lpwstr>DDBAD0E0873048B99432AA5FC2673FE3_13</vt:lpwstr>
  </property>
  <property fmtid="{D5CDD505-2E9C-101B-9397-08002B2CF9AE}" pid="4" name="KSOProductBuildVer">
    <vt:lpwstr>2052-12.1.0.18912</vt:lpwstr>
  </property>
</Properties>
</file>